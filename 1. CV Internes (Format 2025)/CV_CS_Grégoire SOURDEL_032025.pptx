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notesSlides/notesSlide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4"/>
  </p:sldMasterIdLst>
  <p:notesMasterIdLst>
    <p:notesMasterId r:id="rId9"/>
  </p:notesMasterIdLst>
  <p:handoutMasterIdLst>
    <p:handoutMasterId r:id="rId10"/>
  </p:handoutMasterIdLst>
  <p:sldIdLst>
    <p:sldId id="2147473144" r:id="rId5"/>
    <p:sldId id="2147473142" r:id="rId6"/>
    <p:sldId id="2147473145" r:id="rId7"/>
    <p:sldId id="2147473146" r:id="rId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D7480"/>
    <a:srgbClr val="FA803D"/>
    <a:srgbClr val="353637"/>
    <a:srgbClr val="43A2BF"/>
    <a:srgbClr val="FFFFFF"/>
    <a:srgbClr val="B5E1EF"/>
    <a:srgbClr val="6AA6B7"/>
    <a:srgbClr val="AEC4DA"/>
    <a:srgbClr val="C9D7E7"/>
    <a:srgbClr val="161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D82FB7-CD85-4BCC-A826-029C323EBB36}" v="358" dt="2025-04-04T14:20:14.35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6/11/relationships/changesInfo" Target="changesInfos/changesInfo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égoire Sourdel" userId="fd51565d-66fc-4c8a-b4a9-618555bedca2" providerId="ADAL" clId="{A4D82FB7-CD85-4BCC-A826-029C323EBB36}"/>
    <pc:docChg chg="undo custSel addSld delSld modSld">
      <pc:chgData name="Grégoire Sourdel" userId="fd51565d-66fc-4c8a-b4a9-618555bedca2" providerId="ADAL" clId="{A4D82FB7-CD85-4BCC-A826-029C323EBB36}" dt="2025-04-04T14:20:14.359" v="2479" actId="20577"/>
      <pc:docMkLst>
        <pc:docMk/>
      </pc:docMkLst>
      <pc:sldChg chg="modSp mod">
        <pc:chgData name="Grégoire Sourdel" userId="fd51565d-66fc-4c8a-b4a9-618555bedca2" providerId="ADAL" clId="{A4D82FB7-CD85-4BCC-A826-029C323EBB36}" dt="2025-04-04T14:20:14.359" v="2479" actId="20577"/>
        <pc:sldMkLst>
          <pc:docMk/>
          <pc:sldMk cId="2876425171" sldId="2147473142"/>
        </pc:sldMkLst>
        <pc:graphicFrameChg chg="mod modGraphic">
          <ac:chgData name="Grégoire Sourdel" userId="fd51565d-66fc-4c8a-b4a9-618555bedca2" providerId="ADAL" clId="{A4D82FB7-CD85-4BCC-A826-029C323EBB36}" dt="2025-04-04T14:20:14.359" v="2479" actId="20577"/>
          <ac:graphicFrameMkLst>
            <pc:docMk/>
            <pc:sldMk cId="2876425171" sldId="2147473142"/>
            <ac:graphicFrameMk id="6" creationId="{A3A19647-FD7D-E123-3162-76D42B52E86D}"/>
          </ac:graphicFrameMkLst>
        </pc:graphicFrameChg>
      </pc:sldChg>
      <pc:sldChg chg="addSp delSp modSp mod">
        <pc:chgData name="Grégoire Sourdel" userId="fd51565d-66fc-4c8a-b4a9-618555bedca2" providerId="ADAL" clId="{A4D82FB7-CD85-4BCC-A826-029C323EBB36}" dt="2025-04-04T14:07:15.974" v="2137" actId="20577"/>
        <pc:sldMkLst>
          <pc:docMk/>
          <pc:sldMk cId="4021883580" sldId="2147473144"/>
        </pc:sldMkLst>
        <pc:spChg chg="mod">
          <ac:chgData name="Grégoire Sourdel" userId="fd51565d-66fc-4c8a-b4a9-618555bedca2" providerId="ADAL" clId="{A4D82FB7-CD85-4BCC-A826-029C323EBB36}" dt="2025-04-04T14:05:24.979" v="2126" actId="20577"/>
          <ac:spMkLst>
            <pc:docMk/>
            <pc:sldMk cId="4021883580" sldId="2147473144"/>
            <ac:spMk id="9" creationId="{9374B764-4A1F-3B82-6EFD-6F08A0BA92C7}"/>
          </ac:spMkLst>
        </pc:spChg>
        <pc:spChg chg="mod">
          <ac:chgData name="Grégoire Sourdel" userId="fd51565d-66fc-4c8a-b4a9-618555bedca2" providerId="ADAL" clId="{A4D82FB7-CD85-4BCC-A826-029C323EBB36}" dt="2025-04-04T14:06:42.511" v="2135" actId="20577"/>
          <ac:spMkLst>
            <pc:docMk/>
            <pc:sldMk cId="4021883580" sldId="2147473144"/>
            <ac:spMk id="17" creationId="{4C348E1F-4DDB-78C8-F542-3EB2401B4404}"/>
          </ac:spMkLst>
        </pc:spChg>
        <pc:spChg chg="mod">
          <ac:chgData name="Grégoire Sourdel" userId="fd51565d-66fc-4c8a-b4a9-618555bedca2" providerId="ADAL" clId="{A4D82FB7-CD85-4BCC-A826-029C323EBB36}" dt="2025-04-04T14:07:15.974" v="2137" actId="20577"/>
          <ac:spMkLst>
            <pc:docMk/>
            <pc:sldMk cId="4021883580" sldId="2147473144"/>
            <ac:spMk id="18" creationId="{E10ED7D2-0817-34E4-AA65-28CAB2ADE35A}"/>
          </ac:spMkLst>
        </pc:spChg>
        <pc:spChg chg="mod">
          <ac:chgData name="Grégoire Sourdel" userId="fd51565d-66fc-4c8a-b4a9-618555bedca2" providerId="ADAL" clId="{A4D82FB7-CD85-4BCC-A826-029C323EBB36}" dt="2025-04-04T14:00:59.763" v="2069" actId="1036"/>
          <ac:spMkLst>
            <pc:docMk/>
            <pc:sldMk cId="4021883580" sldId="2147473144"/>
            <ac:spMk id="20" creationId="{147DF1DD-5EA8-9D5D-5FF5-BF836C5928B4}"/>
          </ac:spMkLst>
        </pc:spChg>
        <pc:spChg chg="mod">
          <ac:chgData name="Grégoire Sourdel" userId="fd51565d-66fc-4c8a-b4a9-618555bedca2" providerId="ADAL" clId="{A4D82FB7-CD85-4BCC-A826-029C323EBB36}" dt="2025-04-04T14:00:15.304" v="2037" actId="1036"/>
          <ac:spMkLst>
            <pc:docMk/>
            <pc:sldMk cId="4021883580" sldId="2147473144"/>
            <ac:spMk id="22" creationId="{8A19E5D6-F0C9-EC32-8538-B362197DD5BE}"/>
          </ac:spMkLst>
        </pc:spChg>
        <pc:spChg chg="mod">
          <ac:chgData name="Grégoire Sourdel" userId="fd51565d-66fc-4c8a-b4a9-618555bedca2" providerId="ADAL" clId="{A4D82FB7-CD85-4BCC-A826-029C323EBB36}" dt="2025-04-04T14:00:46.547" v="2065" actId="1036"/>
          <ac:spMkLst>
            <pc:docMk/>
            <pc:sldMk cId="4021883580" sldId="2147473144"/>
            <ac:spMk id="24" creationId="{7761FC5B-F15E-D548-7B04-4D512A40AAF3}"/>
          </ac:spMkLst>
        </pc:spChg>
        <pc:spChg chg="mod">
          <ac:chgData name="Grégoire Sourdel" userId="fd51565d-66fc-4c8a-b4a9-618555bedca2" providerId="ADAL" clId="{A4D82FB7-CD85-4BCC-A826-029C323EBB36}" dt="2025-04-04T14:01:17.295" v="2078" actId="1036"/>
          <ac:spMkLst>
            <pc:docMk/>
            <pc:sldMk cId="4021883580" sldId="2147473144"/>
            <ac:spMk id="33" creationId="{0DA58CDB-0089-2305-03DB-BCBFAB23D67A}"/>
          </ac:spMkLst>
        </pc:spChg>
        <pc:spChg chg="del mod">
          <ac:chgData name="Grégoire Sourdel" userId="fd51565d-66fc-4c8a-b4a9-618555bedca2" providerId="ADAL" clId="{A4D82FB7-CD85-4BCC-A826-029C323EBB36}" dt="2025-04-04T14:06:10.498" v="2127" actId="478"/>
          <ac:spMkLst>
            <pc:docMk/>
            <pc:sldMk cId="4021883580" sldId="2147473144"/>
            <ac:spMk id="48" creationId="{83D17651-3B3A-A8A5-DD90-007B18392C69}"/>
          </ac:spMkLst>
        </pc:spChg>
        <pc:picChg chg="add mod modCrop">
          <ac:chgData name="Grégoire Sourdel" userId="fd51565d-66fc-4c8a-b4a9-618555bedca2" providerId="ADAL" clId="{A4D82FB7-CD85-4BCC-A826-029C323EBB36}" dt="2025-04-04T14:02:54.203" v="2083" actId="1076"/>
          <ac:picMkLst>
            <pc:docMk/>
            <pc:sldMk cId="4021883580" sldId="2147473144"/>
            <ac:picMk id="6" creationId="{C9CD66B4-5904-9567-D64F-3D2622327BA3}"/>
          </ac:picMkLst>
        </pc:picChg>
        <pc:picChg chg="del">
          <ac:chgData name="Grégoire Sourdel" userId="fd51565d-66fc-4c8a-b4a9-618555bedca2" providerId="ADAL" clId="{A4D82FB7-CD85-4BCC-A826-029C323EBB36}" dt="2025-04-04T09:26:38.886" v="314" actId="478"/>
          <ac:picMkLst>
            <pc:docMk/>
            <pc:sldMk cId="4021883580" sldId="2147473144"/>
            <ac:picMk id="47" creationId="{7433AFBA-B87F-F7DE-43A6-400831E09E1D}"/>
          </ac:picMkLst>
        </pc:picChg>
        <pc:picChg chg="mod">
          <ac:chgData name="Grégoire Sourdel" userId="fd51565d-66fc-4c8a-b4a9-618555bedca2" providerId="ADAL" clId="{A4D82FB7-CD85-4BCC-A826-029C323EBB36}" dt="2025-04-04T09:19:25.841" v="289" actId="1076"/>
          <ac:picMkLst>
            <pc:docMk/>
            <pc:sldMk cId="4021883580" sldId="2147473144"/>
            <ac:picMk id="49" creationId="{A5F3F60B-6441-3E33-7E86-7A2E1E6A832D}"/>
          </ac:picMkLst>
        </pc:picChg>
        <pc:picChg chg="mod">
          <ac:chgData name="Grégoire Sourdel" userId="fd51565d-66fc-4c8a-b4a9-618555bedca2" providerId="ADAL" clId="{A4D82FB7-CD85-4BCC-A826-029C323EBB36}" dt="2025-04-04T09:20:50.330" v="296" actId="1076"/>
          <ac:picMkLst>
            <pc:docMk/>
            <pc:sldMk cId="4021883580" sldId="2147473144"/>
            <ac:picMk id="53" creationId="{F6F864D7-12DF-3BF5-9342-C6DCBDC761ED}"/>
          </ac:picMkLst>
        </pc:picChg>
        <pc:picChg chg="add mod">
          <ac:chgData name="Grégoire Sourdel" userId="fd51565d-66fc-4c8a-b4a9-618555bedca2" providerId="ADAL" clId="{A4D82FB7-CD85-4BCC-A826-029C323EBB36}" dt="2025-04-04T09:21:50.087" v="306" actId="1035"/>
          <ac:picMkLst>
            <pc:docMk/>
            <pc:sldMk cId="4021883580" sldId="2147473144"/>
            <ac:picMk id="1026" creationId="{23A05B89-F49C-3DDE-A674-D9478F735E69}"/>
          </ac:picMkLst>
        </pc:picChg>
      </pc:sldChg>
      <pc:sldChg chg="delSp modSp add mod">
        <pc:chgData name="Grégoire Sourdel" userId="fd51565d-66fc-4c8a-b4a9-618555bedca2" providerId="ADAL" clId="{A4D82FB7-CD85-4BCC-A826-029C323EBB36}" dt="2025-04-04T14:07:41.568" v="2146" actId="20577"/>
        <pc:sldMkLst>
          <pc:docMk/>
          <pc:sldMk cId="898180804" sldId="2147473145"/>
        </pc:sldMkLst>
        <pc:spChg chg="mod">
          <ac:chgData name="Grégoire Sourdel" userId="fd51565d-66fc-4c8a-b4a9-618555bedca2" providerId="ADAL" clId="{A4D82FB7-CD85-4BCC-A826-029C323EBB36}" dt="2025-04-04T14:07:34.706" v="2142" actId="20577"/>
          <ac:spMkLst>
            <pc:docMk/>
            <pc:sldMk cId="898180804" sldId="2147473145"/>
            <ac:spMk id="16" creationId="{15386A87-CC99-0278-F15A-FDB57ED013F4}"/>
          </ac:spMkLst>
        </pc:spChg>
        <pc:spChg chg="mod">
          <ac:chgData name="Grégoire Sourdel" userId="fd51565d-66fc-4c8a-b4a9-618555bedca2" providerId="ADAL" clId="{A4D82FB7-CD85-4BCC-A826-029C323EBB36}" dt="2025-04-04T14:07:41.568" v="2146" actId="20577"/>
          <ac:spMkLst>
            <pc:docMk/>
            <pc:sldMk cId="898180804" sldId="2147473145"/>
            <ac:spMk id="17" creationId="{7E20C7C3-0667-710D-ED1C-DDB65B652D95}"/>
          </ac:spMkLst>
        </pc:spChg>
        <pc:picChg chg="del">
          <ac:chgData name="Grégoire Sourdel" userId="fd51565d-66fc-4c8a-b4a9-618555bedca2" providerId="ADAL" clId="{A4D82FB7-CD85-4BCC-A826-029C323EBB36}" dt="2025-04-04T14:07:31.811" v="2140" actId="478"/>
          <ac:picMkLst>
            <pc:docMk/>
            <pc:sldMk cId="898180804" sldId="2147473145"/>
            <ac:picMk id="6" creationId="{3437E16E-FECC-FEE2-278A-81A80CD1ECDC}"/>
          </ac:picMkLst>
        </pc:picChg>
      </pc:sldChg>
      <pc:sldChg chg="modSp add mod">
        <pc:chgData name="Grégoire Sourdel" userId="fd51565d-66fc-4c8a-b4a9-618555bedca2" providerId="ADAL" clId="{A4D82FB7-CD85-4BCC-A826-029C323EBB36}" dt="2025-04-04T14:07:38.548" v="2144" actId="20577"/>
        <pc:sldMkLst>
          <pc:docMk/>
          <pc:sldMk cId="904674771" sldId="2147473146"/>
        </pc:sldMkLst>
        <pc:spChg chg="mod">
          <ac:chgData name="Grégoire Sourdel" userId="fd51565d-66fc-4c8a-b4a9-618555bedca2" providerId="ADAL" clId="{A4D82FB7-CD85-4BCC-A826-029C323EBB36}" dt="2025-04-04T14:07:38.548" v="2144" actId="20577"/>
          <ac:spMkLst>
            <pc:docMk/>
            <pc:sldMk cId="904674771" sldId="2147473146"/>
            <ac:spMk id="2" creationId="{3E161E47-BCB2-7CAA-0662-D956ECBFA239}"/>
          </ac:spMkLst>
        </pc:spChg>
      </pc:sldChg>
      <pc:sldChg chg="del">
        <pc:chgData name="Grégoire Sourdel" userId="fd51565d-66fc-4c8a-b4a9-618555bedca2" providerId="ADAL" clId="{A4D82FB7-CD85-4BCC-A826-029C323EBB36}" dt="2025-04-04T14:07:26.905" v="2138" actId="47"/>
        <pc:sldMkLst>
          <pc:docMk/>
          <pc:sldMk cId="1404383589" sldId="2147473166"/>
        </pc:sldMkLst>
      </pc:sldChg>
      <pc:sldChg chg="del">
        <pc:chgData name="Grégoire Sourdel" userId="fd51565d-66fc-4c8a-b4a9-618555bedca2" providerId="ADAL" clId="{A4D82FB7-CD85-4BCC-A826-029C323EBB36}" dt="2025-04-04T14:07:26.905" v="2138" actId="47"/>
        <pc:sldMkLst>
          <pc:docMk/>
          <pc:sldMk cId="2527697160" sldId="21474731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FB24B2C0-44A7-E859-F0F5-248C134869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195FBEB-AFF2-385C-9860-DC3C5A10E13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3ED521-90D3-4786-B7B2-29257DB33A99}" type="datetimeFigureOut">
              <a:rPr lang="fr-FR" smtClean="0"/>
              <a:t>04/04/2025</a:t>
            </a:fld>
            <a:endParaRPr lang="fr-FR"/>
          </a:p>
        </p:txBody>
      </p:sp>
      <p:sp>
        <p:nvSpPr>
          <p:cNvPr id="4" name="Espace réservé du pied de page 3">
            <a:extLst>
              <a:ext uri="{FF2B5EF4-FFF2-40B4-BE49-F238E27FC236}">
                <a16:creationId xmlns:a16="http://schemas.microsoft.com/office/drawing/2014/main" id="{8BC2FB3E-C108-C16D-1C58-DFC3617648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98B3C60-4ADE-17B5-A9E7-ED077B292D6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AD0581-994E-4E23-BE9A-FBA5982806C4}" type="slidenum">
              <a:rPr lang="fr-FR" smtClean="0"/>
              <a:t>‹#›</a:t>
            </a:fld>
            <a:endParaRPr lang="fr-FR"/>
          </a:p>
        </p:txBody>
      </p:sp>
    </p:spTree>
    <p:extLst>
      <p:ext uri="{BB962C8B-B14F-4D97-AF65-F5344CB8AC3E}">
        <p14:creationId xmlns:p14="http://schemas.microsoft.com/office/powerpoint/2010/main" val="34696047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43FFD9-8027-4C6C-B719-3E33B2AEFA5C}" type="datetimeFigureOut">
              <a:rPr lang="fr-FR" smtClean="0"/>
              <a:t>04/04/2025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CCD49A-1064-457F-9288-ED9170BDB4C3}" type="slidenum">
              <a:rPr lang="fr-FR" smtClean="0"/>
              <a:t>‹#›</a:t>
            </a:fld>
            <a:endParaRPr lang="fr-FR"/>
          </a:p>
        </p:txBody>
      </p:sp>
    </p:spTree>
    <p:extLst>
      <p:ext uri="{BB962C8B-B14F-4D97-AF65-F5344CB8AC3E}">
        <p14:creationId xmlns:p14="http://schemas.microsoft.com/office/powerpoint/2010/main" val="4267161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E14CCBB6-FBCA-4E1B-8481-3CF74219937C}" type="slidenum">
              <a:rPr lang="fr-FR" smtClean="0"/>
              <a:pPr/>
              <a:t>2</a:t>
            </a:fld>
            <a:endParaRPr lang="fr-FR"/>
          </a:p>
        </p:txBody>
      </p:sp>
    </p:spTree>
    <p:extLst>
      <p:ext uri="{BB962C8B-B14F-4D97-AF65-F5344CB8AC3E}">
        <p14:creationId xmlns:p14="http://schemas.microsoft.com/office/powerpoint/2010/main" val="134495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321A6-0F81-88B4-A265-ABAF34FE8ED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3591C24-C1D3-6B14-066A-B22DE74EBAF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E45684C1-9FA0-D4BB-D432-3E83A46128B4}"/>
              </a:ext>
            </a:extLst>
          </p:cNvPr>
          <p:cNvSpPr>
            <a:spLocks noGrp="1"/>
          </p:cNvSpPr>
          <p:nvPr>
            <p:ph type="body" idx="1"/>
          </p:nvPr>
        </p:nvSpPr>
        <p:spPr/>
        <p:txBody>
          <a:bodyPr/>
          <a:lstStyle/>
          <a:p>
            <a:endParaRPr lang="fr-FR"/>
          </a:p>
        </p:txBody>
      </p:sp>
      <p:sp>
        <p:nvSpPr>
          <p:cNvPr id="4" name="Espace réservé du numéro de diapositive 3">
            <a:extLst>
              <a:ext uri="{FF2B5EF4-FFF2-40B4-BE49-F238E27FC236}">
                <a16:creationId xmlns:a16="http://schemas.microsoft.com/office/drawing/2014/main" id="{AD100756-4207-409E-375D-57AD98DD3419}"/>
              </a:ext>
            </a:extLst>
          </p:cNvPr>
          <p:cNvSpPr>
            <a:spLocks noGrp="1"/>
          </p:cNvSpPr>
          <p:nvPr>
            <p:ph type="sldNum" sz="quarter" idx="5"/>
          </p:nvPr>
        </p:nvSpPr>
        <p:spPr/>
        <p:txBody>
          <a:bodyPr/>
          <a:lstStyle/>
          <a:p>
            <a:fld id="{E14CCBB6-FBCA-4E1B-8481-3CF74219937C}" type="slidenum">
              <a:rPr lang="fr-FR" smtClean="0"/>
              <a:pPr/>
              <a:t>4</a:t>
            </a:fld>
            <a:endParaRPr lang="fr-FR"/>
          </a:p>
        </p:txBody>
      </p:sp>
    </p:spTree>
    <p:extLst>
      <p:ext uri="{BB962C8B-B14F-4D97-AF65-F5344CB8AC3E}">
        <p14:creationId xmlns:p14="http://schemas.microsoft.com/office/powerpoint/2010/main" val="311425121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7"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2.png"/><Relationship Id="rId5" Type="http://schemas.openxmlformats.org/officeDocument/2006/relationships/image" Target="../media/image5.jpeg"/><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6.png"/><Relationship Id="rId4" Type="http://schemas.openxmlformats.org/officeDocument/2006/relationships/image" Target="../media/image4.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oleObject" Target="../embeddings/oleObject18.bin"/><Relationship Id="rId7"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_Ex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876170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8" name="Picture Placeholder 4">
            <a:extLst>
              <a:ext uri="{FF2B5EF4-FFF2-40B4-BE49-F238E27FC236}">
                <a16:creationId xmlns:a16="http://schemas.microsoft.com/office/drawing/2014/main" id="{0DABC13F-E722-938B-B2A7-E7F0C4530395}"/>
              </a:ext>
            </a:extLst>
          </p:cNvPr>
          <p:cNvPicPr>
            <a:picLocks noChangeAspect="1"/>
          </p:cNvPicPr>
          <p:nvPr/>
        </p:nvPicPr>
        <p:blipFill rotWithShape="1">
          <a:blip r:embed="rId5">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2" y="6232126"/>
            <a:ext cx="3398399" cy="365125"/>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050" b="0" kern="1200" cap="none" baseline="0" dirty="0">
                <a:solidFill>
                  <a:schemeClr val="bg1">
                    <a:lumMod val="50000"/>
                  </a:schemeClr>
                </a:solidFill>
                <a:latin typeface="+mj-lt"/>
                <a:ea typeface="+mn-ea"/>
                <a:cs typeface="+mn-cs"/>
              </a:defRPr>
            </a:lvl1pPr>
          </a:lstStyle>
          <a:p>
            <a:pPr lvl="0"/>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3" name="Espace réservé du contenu 14">
            <a:extLst>
              <a:ext uri="{FF2B5EF4-FFF2-40B4-BE49-F238E27FC236}">
                <a16:creationId xmlns:a16="http://schemas.microsoft.com/office/drawing/2014/main" id="{E148F707-7F4A-452A-957D-A68A3040F281}"/>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269516" y="521012"/>
            <a:ext cx="3398244" cy="1528773"/>
          </a:xfrm>
          <a:prstGeom prst="rect">
            <a:avLst/>
          </a:prstGeom>
        </p:spPr>
      </p:pic>
      <p:sp>
        <p:nvSpPr>
          <p:cNvPr id="5" name="ZoneTexte 4">
            <a:extLst>
              <a:ext uri="{FF2B5EF4-FFF2-40B4-BE49-F238E27FC236}">
                <a16:creationId xmlns:a16="http://schemas.microsoft.com/office/drawing/2014/main" id="{C6D6CB2A-A13C-0602-09B6-D12BA3E91498}"/>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9" name="ZoneTexte 8">
            <a:extLst>
              <a:ext uri="{FF2B5EF4-FFF2-40B4-BE49-F238E27FC236}">
                <a16:creationId xmlns:a16="http://schemas.microsoft.com/office/drawing/2014/main" id="{22A52835-DD73-95D3-1FCA-BEC25C36E413}"/>
              </a:ext>
            </a:extLst>
          </p:cNvPr>
          <p:cNvSpPr txBox="1"/>
          <p:nvPr/>
        </p:nvSpPr>
        <p:spPr>
          <a:xfrm>
            <a:off x="-1307963" y="1880092"/>
            <a:ext cx="1157769" cy="2381027"/>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Trois images de couverture personnalisées existent pour les bureaux de Paris, Niort et Nantes.</a:t>
            </a:r>
          </a:p>
          <a:p>
            <a:pPr rtl="0">
              <a:spcBef>
                <a:spcPts val="600"/>
              </a:spcBef>
            </a:pPr>
            <a:endParaRPr lang="fr-FR" sz="1000" b="0" spc="0" baseline="0" noProof="0">
              <a:latin typeface="+mn-lt"/>
            </a:endParaRPr>
          </a:p>
          <a:p>
            <a:pPr rtl="0">
              <a:spcBef>
                <a:spcPts val="600"/>
              </a:spcBef>
            </a:pPr>
            <a:r>
              <a:rPr lang="fr-FR" sz="1000" b="0" spc="0" baseline="0" noProof="0">
                <a:latin typeface="+mn-lt"/>
              </a:rPr>
              <a:t>Faire un clic droit dans un espace vide de la diapositive, puis sur </a:t>
            </a:r>
            <a:r>
              <a:rPr lang="fr-FR" sz="1000" b="1" spc="0" baseline="0" noProof="0">
                <a:latin typeface="+mn-lt"/>
              </a:rPr>
              <a:t>Diapositive de </a:t>
            </a:r>
            <a:r>
              <a:rPr lang="fr-FR" sz="1000" b="1" spc="0" baseline="0" noProof="0" err="1">
                <a:latin typeface="+mn-lt"/>
              </a:rPr>
              <a:t>titre_Personnalisable</a:t>
            </a:r>
            <a:endParaRPr lang="fr-FR" sz="1000" b="1" spc="0" baseline="0" noProof="0">
              <a:latin typeface="+mn-lt"/>
            </a:endParaRPr>
          </a:p>
        </p:txBody>
      </p:sp>
    </p:spTree>
    <p:extLst>
      <p:ext uri="{BB962C8B-B14F-4D97-AF65-F5344CB8AC3E}">
        <p14:creationId xmlns:p14="http://schemas.microsoft.com/office/powerpoint/2010/main" val="3436694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maire 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8251705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254" y="1606555"/>
            <a:ext cx="7850745" cy="4570406"/>
          </a:xfrm>
        </p:spPr>
        <p:txBody>
          <a:bodyPr/>
          <a:lstStyle>
            <a:lvl1pPr marL="342900" indent="-342900" rtl="0">
              <a:lnSpc>
                <a:spcPct val="150000"/>
              </a:lnSpc>
              <a:spcBef>
                <a:spcPts val="0"/>
              </a:spcBef>
              <a:spcAft>
                <a:spcPts val="0"/>
              </a:spcAft>
              <a:buFont typeface="+mj-lt"/>
              <a:buAutoNum type="arabicPeriod"/>
              <a:defRPr sz="1800" b="1"/>
            </a:lvl1pPr>
            <a:lvl2pPr rtl="0">
              <a:lnSpc>
                <a:spcPct val="150000"/>
              </a:lnSpc>
              <a:spcBef>
                <a:spcPts val="0"/>
              </a:spcBef>
              <a:spcAft>
                <a:spcPts val="0"/>
              </a:spcAft>
              <a:defRPr sz="1600"/>
            </a:lvl2pPr>
            <a:lvl3pPr rtl="0">
              <a:lnSpc>
                <a:spcPct val="150000"/>
              </a:lnSpc>
              <a:spcBef>
                <a:spcPts val="0"/>
              </a:spcBef>
              <a:spcAft>
                <a:spcPts val="0"/>
              </a:spcAft>
              <a:defRPr sz="1400"/>
            </a:lvl3pPr>
            <a:lvl4pPr rtl="0">
              <a:lnSpc>
                <a:spcPct val="150000"/>
              </a:lnSpc>
              <a:spcBef>
                <a:spcPts val="0"/>
              </a:spcBef>
              <a:spcAft>
                <a:spcPts val="0"/>
              </a:spcAft>
              <a:defRPr sz="1200"/>
            </a:lvl4pPr>
            <a:lvl5pPr rtl="0">
              <a:lnSpc>
                <a:spcPct val="150000"/>
              </a:lnSpc>
              <a:spcBef>
                <a:spcPts val="0"/>
              </a:spcBef>
              <a:spcAft>
                <a:spcPts val="0"/>
              </a:spcAft>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487C0864-7829-C799-8722-32EE68C7772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a:t>
            </a:fld>
            <a:endParaRPr lang="fr-FR"/>
          </a:p>
        </p:txBody>
      </p:sp>
    </p:spTree>
    <p:extLst>
      <p:ext uri="{BB962C8B-B14F-4D97-AF65-F5344CB8AC3E}">
        <p14:creationId xmlns:p14="http://schemas.microsoft.com/office/powerpoint/2010/main" val="536116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positive de titre_Intern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7355891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2ACAC907-7AE2-D996-69FC-C62EA15EA5AE}"/>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3" name="Titre 2">
            <a:extLst>
              <a:ext uri="{FF2B5EF4-FFF2-40B4-BE49-F238E27FC236}">
                <a16:creationId xmlns:a16="http://schemas.microsoft.com/office/drawing/2014/main" id="{77144D3E-4538-47FE-9291-A9AD3DA2C797}"/>
              </a:ext>
            </a:extLst>
          </p:cNvPr>
          <p:cNvSpPr>
            <a:spLocks noGrp="1"/>
          </p:cNvSpPr>
          <p:nvPr>
            <p:ph type="title"/>
          </p:nvPr>
        </p:nvSpPr>
        <p:spPr>
          <a:xfrm>
            <a:off x="405391" y="2702734"/>
            <a:ext cx="5536800"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8" name="Espace réservé du texte 13">
            <a:extLst>
              <a:ext uri="{FF2B5EF4-FFF2-40B4-BE49-F238E27FC236}">
                <a16:creationId xmlns:a16="http://schemas.microsoft.com/office/drawing/2014/main" id="{62CB8C63-10F4-D080-DEBB-D6D14DB08D23}"/>
              </a:ext>
            </a:extLst>
          </p:cNvPr>
          <p:cNvSpPr>
            <a:spLocks noGrp="1"/>
          </p:cNvSpPr>
          <p:nvPr>
            <p:ph type="body" sz="quarter" idx="13" hasCustomPrompt="1"/>
          </p:nvPr>
        </p:nvSpPr>
        <p:spPr>
          <a:xfrm>
            <a:off x="405391" y="4171763"/>
            <a:ext cx="5536800" cy="615553"/>
          </a:xfrm>
        </p:spPr>
        <p:txBody>
          <a:bodyPr anchor="t">
            <a:noAutofit/>
          </a:bodyPr>
          <a:lstStyle>
            <a:lvl1pPr marL="0" indent="0" algn="l" defTabSz="914400" rtl="0" eaLnBrk="1" latinLnBrk="0" hangingPunct="1">
              <a:lnSpc>
                <a:spcPct val="90000"/>
              </a:lnSpc>
              <a:spcBef>
                <a:spcPts val="1000"/>
              </a:spcBef>
              <a:buClr>
                <a:schemeClr val="tx2"/>
              </a:buClr>
              <a:buFont typeface="Arial" panose="020B0604020202020204" pitchFamily="34" charset="0"/>
              <a:buNone/>
              <a:defRPr lang="fr-FR" sz="1700" b="0" kern="1200" cap="none" baseline="0" dirty="0">
                <a:solidFill>
                  <a:srgbClr val="43A2BF"/>
                </a:solidFill>
                <a:latin typeface="+mj-lt"/>
                <a:ea typeface="+mn-ea"/>
                <a:cs typeface="+mn-cs"/>
              </a:defRPr>
            </a:lvl1pPr>
          </a:lstStyle>
          <a:p>
            <a:pPr lvl="0"/>
            <a:r>
              <a:rPr lang="fr-FR"/>
              <a:t>Sous-titre de la présentation</a:t>
            </a:r>
          </a:p>
        </p:txBody>
      </p:sp>
      <p:pic>
        <p:nvPicPr>
          <p:cNvPr id="22" name="Espace réservé du contenu 14" descr="Une image contenant Police, Graphique, graphisme, capture d’écran&#10;&#10;Description générée automatiquement">
            <a:extLst>
              <a:ext uri="{FF2B5EF4-FFF2-40B4-BE49-F238E27FC236}">
                <a16:creationId xmlns:a16="http://schemas.microsoft.com/office/drawing/2014/main" id="{361737A8-8A52-2A97-77F8-8D7DBF70DB2A}"/>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69516" y="518616"/>
            <a:ext cx="3398244" cy="1533566"/>
          </a:xfrm>
          <a:prstGeom prst="rect">
            <a:avLst/>
          </a:prstGeom>
        </p:spPr>
      </p:pic>
      <p:sp>
        <p:nvSpPr>
          <p:cNvPr id="23" name="Espace réservé du pied de page 2">
            <a:extLst>
              <a:ext uri="{FF2B5EF4-FFF2-40B4-BE49-F238E27FC236}">
                <a16:creationId xmlns:a16="http://schemas.microsoft.com/office/drawing/2014/main" id="{0D4F6383-6F22-24BA-EB2D-43D439F7C189}"/>
              </a:ext>
            </a:extLst>
          </p:cNvPr>
          <p:cNvSpPr txBox="1">
            <a:spLocks/>
          </p:cNvSpPr>
          <p:nvPr/>
        </p:nvSpPr>
        <p:spPr>
          <a:xfrm>
            <a:off x="405392" y="6232126"/>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27" name="Espace réservé du texte 13">
            <a:extLst>
              <a:ext uri="{FF2B5EF4-FFF2-40B4-BE49-F238E27FC236}">
                <a16:creationId xmlns:a16="http://schemas.microsoft.com/office/drawing/2014/main" id="{82948179-F907-438B-6216-BE02362C5766}"/>
              </a:ext>
            </a:extLst>
          </p:cNvPr>
          <p:cNvSpPr>
            <a:spLocks noGrp="1"/>
          </p:cNvSpPr>
          <p:nvPr>
            <p:ph type="body" sz="quarter" idx="14" hasCustomPrompt="1"/>
          </p:nvPr>
        </p:nvSpPr>
        <p:spPr>
          <a:xfrm>
            <a:off x="405392" y="5306443"/>
            <a:ext cx="3398400" cy="365125"/>
          </a:xfrm>
        </p:spPr>
        <p:txBody>
          <a:bodyPr anchor="t">
            <a:noAutofit/>
          </a:bodyPr>
          <a:lstStyle>
            <a:lvl1pPr marL="0" indent="0" algn="l" defTabSz="914400" rtl="0" eaLnBrk="1" latinLnBrk="0" hangingPunct="1">
              <a:lnSpc>
                <a:spcPct val="90000"/>
              </a:lnSpc>
              <a:spcBef>
                <a:spcPts val="1000"/>
              </a:spcBef>
              <a:buClr>
                <a:schemeClr val="tx2"/>
              </a:buClr>
              <a:buFont typeface="+mj-lt"/>
              <a:buNone/>
              <a:defRPr lang="fr-FR" sz="1050" b="0" kern="1200" cap="none" baseline="0" dirty="0">
                <a:solidFill>
                  <a:schemeClr val="bg1">
                    <a:lumMod val="50000"/>
                  </a:schemeClr>
                </a:solidFill>
                <a:latin typeface="+mj-lt"/>
                <a:ea typeface="+mn-ea"/>
                <a:cs typeface="+mn-cs"/>
              </a:defRPr>
            </a:lvl1pPr>
          </a:lstStyle>
          <a:p>
            <a:pPr lvl="0"/>
            <a:r>
              <a:rPr lang="fr-FR"/>
              <a:t>Date</a:t>
            </a:r>
          </a:p>
        </p:txBody>
      </p:sp>
      <p:pic>
        <p:nvPicPr>
          <p:cNvPr id="5" name="Picture Placeholder 4">
            <a:extLst>
              <a:ext uri="{FF2B5EF4-FFF2-40B4-BE49-F238E27FC236}">
                <a16:creationId xmlns:a16="http://schemas.microsoft.com/office/drawing/2014/main" id="{4B024DAB-970A-A95E-B527-DDAAC1E66A7D}"/>
              </a:ext>
            </a:extLst>
          </p:cNvPr>
          <p:cNvPicPr>
            <a:picLocks noChangeAspect="1"/>
          </p:cNvPicPr>
          <p:nvPr/>
        </p:nvPicPr>
        <p:blipFill rotWithShape="1">
          <a:blip r:embed="rId6">
            <a:alphaModFix amt="85000"/>
            <a:extLst>
              <a:ext uri="{28A0092B-C50C-407E-A947-70E740481C1C}">
                <a14:useLocalDpi xmlns:a14="http://schemas.microsoft.com/office/drawing/2010/main"/>
              </a:ext>
            </a:extLst>
          </a:blip>
          <a:srcRect/>
          <a:stretch/>
        </p:blipFill>
        <p:spPr>
          <a:xfrm>
            <a:off x="6095999" y="152400"/>
            <a:ext cx="5940426" cy="6553200"/>
          </a:xfrm>
          <a:prstGeom prst="rect">
            <a:avLst/>
          </a:prstGeom>
        </p:spPr>
      </p:pic>
      <p:sp>
        <p:nvSpPr>
          <p:cNvPr id="6" name="ZoneTexte 5">
            <a:extLst>
              <a:ext uri="{FF2B5EF4-FFF2-40B4-BE49-F238E27FC236}">
                <a16:creationId xmlns:a16="http://schemas.microsoft.com/office/drawing/2014/main" id="{E748005A-86AE-5AF9-54E1-49B6AA7560A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7" name="ZoneTexte 6">
            <a:extLst>
              <a:ext uri="{FF2B5EF4-FFF2-40B4-BE49-F238E27FC236}">
                <a16:creationId xmlns:a16="http://schemas.microsoft.com/office/drawing/2014/main" id="{445E5415-A25C-1D04-E049-BFFD02009B61}"/>
              </a:ext>
            </a:extLst>
          </p:cNvPr>
          <p:cNvSpPr txBox="1"/>
          <p:nvPr/>
        </p:nvSpPr>
        <p:spPr>
          <a:xfrm>
            <a:off x="-1307963" y="0"/>
            <a:ext cx="1157769" cy="4689352"/>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modifier l’image de couverture (à droite) :</a:t>
            </a:r>
          </a:p>
          <a:p>
            <a:pPr rtl="0">
              <a:spcBef>
                <a:spcPts val="600"/>
              </a:spcBef>
            </a:pPr>
            <a:r>
              <a:rPr lang="fr-FR" sz="1000" spc="0" baseline="0" noProof="0">
                <a:latin typeface="+mn-lt"/>
              </a:rPr>
              <a:t>Insérer l’image souhaitée sur une autre diapositive.</a:t>
            </a:r>
          </a:p>
          <a:p>
            <a:pPr rtl="0">
              <a:spcBef>
                <a:spcPts val="600"/>
              </a:spcBef>
            </a:pPr>
            <a:r>
              <a:rPr lang="fr-FR" sz="1000" spc="0" baseline="0" noProof="0">
                <a:latin typeface="+mn-lt"/>
              </a:rPr>
              <a:t>Sélectionner l’image de couverture puis cliquer sur </a:t>
            </a:r>
            <a:r>
              <a:rPr lang="fr-FR" sz="1000" b="1" spc="0" baseline="0" noProof="0">
                <a:latin typeface="+mn-lt"/>
              </a:rPr>
              <a:t>Reproduire la mise en forme (CTRL+SHIFT+C)</a:t>
            </a:r>
            <a:r>
              <a:rPr lang="fr-FR" sz="1000" spc="0" baseline="0" noProof="0">
                <a:latin typeface="+mn-lt"/>
              </a:rPr>
              <a:t> </a:t>
            </a:r>
          </a:p>
          <a:p>
            <a:pPr rtl="0">
              <a:spcBef>
                <a:spcPts val="600"/>
              </a:spcBef>
            </a:pPr>
            <a:r>
              <a:rPr lang="fr-FR" sz="1000" spc="0" baseline="0" noProof="0">
                <a:latin typeface="+mn-lt"/>
              </a:rPr>
              <a:t>Se rendre sur l’autre diapositive, </a:t>
            </a:r>
            <a:r>
              <a:rPr lang="fr-FR" sz="1000" b="1" spc="0" baseline="0" noProof="0">
                <a:latin typeface="+mn-lt"/>
              </a:rPr>
              <a:t>Reproduire la mise en forme (CTRL+SHIFT+V)</a:t>
            </a:r>
            <a:r>
              <a:rPr lang="fr-FR" sz="1000" spc="0" baseline="0" noProof="0">
                <a:latin typeface="+mn-lt"/>
              </a:rPr>
              <a:t> sur l’image souhaitée, puis cliquer sur </a:t>
            </a:r>
            <a:r>
              <a:rPr lang="fr-FR" sz="1000" b="1" spc="0" baseline="0" noProof="0">
                <a:latin typeface="+mn-lt"/>
              </a:rPr>
              <a:t>Copier</a:t>
            </a:r>
            <a:r>
              <a:rPr lang="fr-FR" sz="1000" spc="0" baseline="0" noProof="0">
                <a:latin typeface="+mn-lt"/>
              </a:rPr>
              <a:t>.</a:t>
            </a:r>
          </a:p>
          <a:p>
            <a:pPr rtl="0">
              <a:spcBef>
                <a:spcPts val="600"/>
              </a:spcBef>
            </a:pPr>
            <a:r>
              <a:rPr lang="fr-FR" sz="1000" b="0" spc="0" baseline="0" noProof="0">
                <a:latin typeface="+mn-lt"/>
              </a:rPr>
              <a:t>Faire un clic droit sur l’image de couverture puis </a:t>
            </a:r>
            <a:r>
              <a:rPr lang="fr-FR" sz="1000" b="1" spc="0" baseline="0" noProof="0">
                <a:latin typeface="+mn-lt"/>
              </a:rPr>
              <a:t>: changer d’image &gt; À partir du presse papier </a:t>
            </a:r>
          </a:p>
        </p:txBody>
      </p:sp>
    </p:spTree>
    <p:extLst>
      <p:ext uri="{BB962C8B-B14F-4D97-AF65-F5344CB8AC3E}">
        <p14:creationId xmlns:p14="http://schemas.microsoft.com/office/powerpoint/2010/main" val="2503839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positive de titre_Personnalisable">
    <p:spTree>
      <p:nvGrpSpPr>
        <p:cNvPr id="1" name=""/>
        <p:cNvGrpSpPr/>
        <p:nvPr/>
      </p:nvGrpSpPr>
      <p:grpSpPr>
        <a:xfrm>
          <a:off x="0" y="0"/>
          <a:ext cx="0" cy="0"/>
          <a:chOff x="0" y="0"/>
          <a:chExt cx="0" cy="0"/>
        </a:xfrm>
      </p:grpSpPr>
      <p:graphicFrame>
        <p:nvGraphicFramePr>
          <p:cNvPr id="2" name="Objet 1" hidden="1">
            <a:extLst>
              <a:ext uri="{FF2B5EF4-FFF2-40B4-BE49-F238E27FC236}">
                <a16:creationId xmlns:a16="http://schemas.microsoft.com/office/drawing/2014/main" id="{E0B0A3D8-21A4-F5D5-5B3B-C72A37F17A21}"/>
              </a:ext>
            </a:extLst>
          </p:cNvPr>
          <p:cNvGraphicFramePr>
            <a:graphicFrameLocks noChangeAspect="1"/>
          </p:cNvGraphicFramePr>
          <p:nvPr>
            <p:custDataLst>
              <p:tags r:id="rId1"/>
            </p:custDataLst>
            <p:extLst>
              <p:ext uri="{D42A27DB-BD31-4B8C-83A1-F6EECF244321}">
                <p14:modId xmlns:p14="http://schemas.microsoft.com/office/powerpoint/2010/main" val="3448683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500" imgH="501" progId="TCLayout.ActiveDocument.1">
                  <p:embed/>
                </p:oleObj>
              </mc:Choice>
              <mc:Fallback>
                <p:oleObj name="Diapositive think-cell" r:id="rId3" imgW="500" imgH="501" progId="TCLayout.ActiveDocument.1">
                  <p:embed/>
                  <p:pic>
                    <p:nvPicPr>
                      <p:cNvPr id="2" name="Objet 1" hidden="1">
                        <a:extLst>
                          <a:ext uri="{FF2B5EF4-FFF2-40B4-BE49-F238E27FC236}">
                            <a16:creationId xmlns:a16="http://schemas.microsoft.com/office/drawing/2014/main" id="{E0B0A3D8-21A4-F5D5-5B3B-C72A37F17A2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Rectangle 6">
            <a:extLst>
              <a:ext uri="{FF2B5EF4-FFF2-40B4-BE49-F238E27FC236}">
                <a16:creationId xmlns:a16="http://schemas.microsoft.com/office/drawing/2014/main" id="{A52E298E-8483-7123-962E-65C2DC20D95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4" name="Rectangle 3">
            <a:extLst>
              <a:ext uri="{FF2B5EF4-FFF2-40B4-BE49-F238E27FC236}">
                <a16:creationId xmlns:a16="http://schemas.microsoft.com/office/drawing/2014/main" id="{2ACAC907-7AE2-D996-69FC-C62EA15EA5AE}"/>
              </a:ext>
            </a:extLst>
          </p:cNvPr>
          <p:cNvSpPr/>
          <p:nvPr/>
        </p:nvSpPr>
        <p:spPr>
          <a:xfrm>
            <a:off x="0" y="6356350"/>
            <a:ext cx="12192000" cy="501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sp>
        <p:nvSpPr>
          <p:cNvPr id="12" name="Titre 2">
            <a:extLst>
              <a:ext uri="{FF2B5EF4-FFF2-40B4-BE49-F238E27FC236}">
                <a16:creationId xmlns:a16="http://schemas.microsoft.com/office/drawing/2014/main" id="{DFB0E0C3-CAA0-E2E5-7CC7-EDF73E786FCD}"/>
              </a:ext>
            </a:extLst>
          </p:cNvPr>
          <p:cNvSpPr>
            <a:spLocks noGrp="1"/>
          </p:cNvSpPr>
          <p:nvPr>
            <p:ph type="title"/>
          </p:nvPr>
        </p:nvSpPr>
        <p:spPr>
          <a:xfrm>
            <a:off x="405392" y="2702734"/>
            <a:ext cx="5535032" cy="1200330"/>
          </a:xfrm>
        </p:spPr>
        <p:txBody>
          <a:bodyPr vert="horz">
            <a:normAutofit/>
          </a:bodyPr>
          <a:lstStyle>
            <a:lvl1pPr marL="0" indent="0" algn="l" defTabSz="914400" rtl="0" eaLnBrk="1" latinLnBrk="0" hangingPunct="1">
              <a:lnSpc>
                <a:spcPct val="100000"/>
              </a:lnSpc>
              <a:spcBef>
                <a:spcPts val="1000"/>
              </a:spcBef>
              <a:buFont typeface="Arial" panose="020B0604020202020204" pitchFamily="34" charset="0"/>
              <a:buNone/>
              <a:defRPr lang="fr-FR" sz="3500" b="1" i="0" kern="1200" spc="-200" dirty="0">
                <a:solidFill>
                  <a:schemeClr val="tx1"/>
                </a:solidFill>
                <a:latin typeface="+mj-lt"/>
                <a:ea typeface="+mn-ea"/>
                <a:cs typeface="+mn-cs"/>
              </a:defRPr>
            </a:lvl1pPr>
          </a:lstStyle>
          <a:p>
            <a:r>
              <a:rPr lang="fr-FR"/>
              <a:t>Modifiez le style du titre</a:t>
            </a:r>
          </a:p>
        </p:txBody>
      </p:sp>
      <p:sp>
        <p:nvSpPr>
          <p:cNvPr id="14" name="Espace réservé du texte 13">
            <a:extLst>
              <a:ext uri="{FF2B5EF4-FFF2-40B4-BE49-F238E27FC236}">
                <a16:creationId xmlns:a16="http://schemas.microsoft.com/office/drawing/2014/main" id="{2323AF6C-B7BC-FD33-DE02-267296386743}"/>
              </a:ext>
            </a:extLst>
          </p:cNvPr>
          <p:cNvSpPr>
            <a:spLocks noGrp="1"/>
          </p:cNvSpPr>
          <p:nvPr>
            <p:ph type="body" sz="quarter" idx="13" hasCustomPrompt="1"/>
          </p:nvPr>
        </p:nvSpPr>
        <p:spPr>
          <a:xfrm>
            <a:off x="405392" y="4171763"/>
            <a:ext cx="5535032" cy="615553"/>
          </a:xfrm>
        </p:spPr>
        <p:txBody>
          <a:bodyPr vert="horz" lIns="91440" tIns="45720" rIns="91440" bIns="45720" rtlCol="0" anchor="t">
            <a:noAutofit/>
          </a:bodyPr>
          <a:lstStyle>
            <a:lvl1pPr marL="0" indent="0" rtl="0">
              <a:buFont typeface="Arial" panose="020B0604020202020204" pitchFamily="34" charset="0"/>
              <a:buNone/>
              <a:defRPr lang="fr-FR" sz="1700" b="0" cap="none" baseline="0">
                <a:solidFill>
                  <a:srgbClr val="43A2BF"/>
                </a:solidFill>
                <a:latin typeface="+mj-lt"/>
              </a:defRPr>
            </a:lvl1pPr>
          </a:lstStyle>
          <a:p>
            <a:pPr marL="171450" lvl="0" indent="-171450">
              <a:spcBef>
                <a:spcPts val="0"/>
              </a:spcBef>
              <a:spcAft>
                <a:spcPts val="0"/>
              </a:spcAft>
            </a:pPr>
            <a:r>
              <a:rPr lang="fr-FR"/>
              <a:t>À l’attention de :</a:t>
            </a:r>
          </a:p>
        </p:txBody>
      </p:sp>
      <p:sp>
        <p:nvSpPr>
          <p:cNvPr id="16" name="Espace réservé du pied de page 2">
            <a:extLst>
              <a:ext uri="{FF2B5EF4-FFF2-40B4-BE49-F238E27FC236}">
                <a16:creationId xmlns:a16="http://schemas.microsoft.com/office/drawing/2014/main" id="{2B167ED6-AE00-F126-CF4A-009DB87FCB0D}"/>
              </a:ext>
            </a:extLst>
          </p:cNvPr>
          <p:cNvSpPr txBox="1">
            <a:spLocks/>
          </p:cNvSpPr>
          <p:nvPr/>
        </p:nvSpPr>
        <p:spPr>
          <a:xfrm>
            <a:off x="405392" y="1869619"/>
            <a:ext cx="3826799"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rtl="0"/>
            <a:r>
              <a:rPr lang="fr-FR" sz="850" b="1">
                <a:solidFill>
                  <a:srgbClr val="353637"/>
                </a:solidFill>
                <a:latin typeface="Now" panose="00000800000000000000" pitchFamily="50" charset="0"/>
              </a:rPr>
              <a:t>CABINET DE CONSEIL EN TRANSFORMATION</a:t>
            </a:r>
          </a:p>
          <a:p>
            <a:pPr algn="l" rtl="0"/>
            <a:r>
              <a:rPr lang="fr-FR" sz="700" b="1">
                <a:solidFill>
                  <a:srgbClr val="43A2BF"/>
                </a:solidFill>
                <a:latin typeface="Now" panose="00000800000000000000" pitchFamily="50" charset="0"/>
              </a:rPr>
              <a:t>PARIS – NANTES - NIORT</a:t>
            </a:r>
          </a:p>
        </p:txBody>
      </p:sp>
      <p:sp>
        <p:nvSpPr>
          <p:cNvPr id="17" name="Espace réservé du texte 13">
            <a:extLst>
              <a:ext uri="{FF2B5EF4-FFF2-40B4-BE49-F238E27FC236}">
                <a16:creationId xmlns:a16="http://schemas.microsoft.com/office/drawing/2014/main" id="{BAEA509A-536B-37D9-7FBF-76A40D60B19E}"/>
              </a:ext>
            </a:extLst>
          </p:cNvPr>
          <p:cNvSpPr>
            <a:spLocks noGrp="1"/>
          </p:cNvSpPr>
          <p:nvPr>
            <p:ph type="body" sz="quarter" idx="14" hasCustomPrompt="1"/>
          </p:nvPr>
        </p:nvSpPr>
        <p:spPr>
          <a:xfrm>
            <a:off x="405393" y="6232126"/>
            <a:ext cx="3398400" cy="365125"/>
          </a:xfrm>
        </p:spPr>
        <p:txBody>
          <a:bodyPr vert="horz" lIns="91440" tIns="45720" rIns="91440" bIns="45720" rtlCol="0" anchor="t">
            <a:noAutofit/>
          </a:bodyPr>
          <a:lstStyle>
            <a:lvl1pPr rtl="0">
              <a:defRPr lang="fr-FR" sz="1050" b="0" cap="none" baseline="0" dirty="0">
                <a:solidFill>
                  <a:schemeClr val="bg1">
                    <a:lumMod val="50000"/>
                  </a:schemeClr>
                </a:solidFill>
                <a:latin typeface="+mj-lt"/>
              </a:defRPr>
            </a:lvl1pPr>
          </a:lstStyle>
          <a:p>
            <a:pPr marL="0" lvl="0" indent="0">
              <a:lnSpc>
                <a:spcPct val="90000"/>
              </a:lnSpc>
              <a:spcBef>
                <a:spcPts val="1000"/>
              </a:spcBef>
              <a:buFont typeface="+mj-lt"/>
              <a:buNone/>
            </a:pPr>
            <a:r>
              <a:rPr lang="fr-FR"/>
              <a:t>Date</a:t>
            </a:r>
          </a:p>
        </p:txBody>
      </p:sp>
      <p:sp>
        <p:nvSpPr>
          <p:cNvPr id="6" name="Espace réservé pour une image  5">
            <a:extLst>
              <a:ext uri="{FF2B5EF4-FFF2-40B4-BE49-F238E27FC236}">
                <a16:creationId xmlns:a16="http://schemas.microsoft.com/office/drawing/2014/main" id="{AFCADCEA-D7EF-4A23-BEC7-7D6DFD55D920}"/>
              </a:ext>
            </a:extLst>
          </p:cNvPr>
          <p:cNvSpPr>
            <a:spLocks noGrp="1"/>
          </p:cNvSpPr>
          <p:nvPr>
            <p:ph type="pic" sz="quarter" idx="22" hasCustomPrompt="1"/>
          </p:nvPr>
        </p:nvSpPr>
        <p:spPr>
          <a:xfrm>
            <a:off x="405392" y="4977908"/>
            <a:ext cx="3398400" cy="1063625"/>
          </a:xfrm>
        </p:spPr>
        <p:txBody>
          <a:bodyPr/>
          <a:lstStyle>
            <a:lvl1pPr marL="0" indent="0" rtl="0">
              <a:buNone/>
              <a:defRPr sz="1600">
                <a:solidFill>
                  <a:schemeClr val="bg1">
                    <a:lumMod val="50000"/>
                  </a:schemeClr>
                </a:solidFill>
              </a:defRPr>
            </a:lvl1pPr>
          </a:lstStyle>
          <a:p>
            <a:r>
              <a:rPr lang="fr-FR"/>
              <a:t>Insérer le logo client</a:t>
            </a:r>
          </a:p>
        </p:txBody>
      </p:sp>
      <p:pic>
        <p:nvPicPr>
          <p:cNvPr id="13" name="Espace réservé du contenu 14">
            <a:extLst>
              <a:ext uri="{FF2B5EF4-FFF2-40B4-BE49-F238E27FC236}">
                <a16:creationId xmlns:a16="http://schemas.microsoft.com/office/drawing/2014/main" id="{A662533E-9044-50F4-6124-A854428ABE0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69516" y="521012"/>
            <a:ext cx="3398244" cy="1528773"/>
          </a:xfrm>
          <a:prstGeom prst="rect">
            <a:avLst/>
          </a:prstGeom>
        </p:spPr>
      </p:pic>
      <p:sp>
        <p:nvSpPr>
          <p:cNvPr id="3" name="ZoneTexte 2">
            <a:extLst>
              <a:ext uri="{FF2B5EF4-FFF2-40B4-BE49-F238E27FC236}">
                <a16:creationId xmlns:a16="http://schemas.microsoft.com/office/drawing/2014/main" id="{C7587D82-E432-0963-A697-4CFE56F47A5B}"/>
              </a:ext>
            </a:extLst>
          </p:cNvPr>
          <p:cNvSpPr txBox="1"/>
          <p:nvPr/>
        </p:nvSpPr>
        <p:spPr>
          <a:xfrm>
            <a:off x="-1307963" y="4977908"/>
            <a:ext cx="1157769" cy="1611586"/>
          </a:xfrm>
          <a:prstGeom prst="rect">
            <a:avLst/>
          </a:prstGeom>
          <a:noFill/>
        </p:spPr>
        <p:txBody>
          <a:bodyPr wrap="square" lIns="36000" tIns="36000" rIns="36000" bIns="36000" rtlCol="0">
            <a:spAutoFit/>
          </a:bodyPr>
          <a:lstStyle/>
          <a:p>
            <a:pPr rtl="0">
              <a:spcBef>
                <a:spcPts val="600"/>
              </a:spcBef>
            </a:pPr>
            <a:r>
              <a:rPr lang="fr-FR" sz="1000" spc="0" baseline="0" noProof="0">
                <a:latin typeface="+mn-lt"/>
              </a:rPr>
              <a:t>Pour insérer le logo client :</a:t>
            </a:r>
          </a:p>
          <a:p>
            <a:pPr rtl="0">
              <a:spcBef>
                <a:spcPts val="600"/>
              </a:spcBef>
            </a:pPr>
            <a:r>
              <a:rPr lang="fr-FR" sz="1000" spc="0" baseline="0" noProof="0">
                <a:latin typeface="+mn-lt"/>
              </a:rPr>
              <a:t>Cliquer sur l’icône au centre de la zone pour insérer la nouvelle image.</a:t>
            </a:r>
          </a:p>
          <a:p>
            <a:pPr rtl="0">
              <a:spcBef>
                <a:spcPts val="600"/>
              </a:spcBef>
            </a:pPr>
            <a:r>
              <a:rPr lang="fr-FR" sz="1000" spc="0" baseline="0" noProof="0">
                <a:latin typeface="+mn-lt"/>
              </a:rPr>
              <a:t>Ajuster le cadrage avec l’outil : </a:t>
            </a:r>
            <a:r>
              <a:rPr lang="fr-FR" sz="1000" b="1" spc="0" baseline="0" noProof="0">
                <a:latin typeface="+mn-lt"/>
              </a:rPr>
              <a:t>Rogner &gt; Ajuster</a:t>
            </a:r>
          </a:p>
        </p:txBody>
      </p:sp>
      <p:sp>
        <p:nvSpPr>
          <p:cNvPr id="10" name="Espace réservé pour une image  8">
            <a:extLst>
              <a:ext uri="{FF2B5EF4-FFF2-40B4-BE49-F238E27FC236}">
                <a16:creationId xmlns:a16="http://schemas.microsoft.com/office/drawing/2014/main" id="{87E1669B-0B26-BB47-9924-6E636B429347}"/>
              </a:ext>
            </a:extLst>
          </p:cNvPr>
          <p:cNvSpPr>
            <a:spLocks noGrp="1"/>
          </p:cNvSpPr>
          <p:nvPr>
            <p:ph type="pic" sz="quarter" idx="23"/>
          </p:nvPr>
        </p:nvSpPr>
        <p:spPr>
          <a:xfrm>
            <a:off x="6095996" y="152400"/>
            <a:ext cx="5940424" cy="6553200"/>
          </a:xfrm>
        </p:spPr>
        <p:txBody>
          <a:bodyPr/>
          <a:lstStyle>
            <a:lvl1pPr rtl="0">
              <a:defRPr/>
            </a:lvl1pPr>
          </a:lstStyle>
          <a:p>
            <a:r>
              <a:rPr lang="fr-FR"/>
              <a:t>Cliquez sur l'icône pour ajouter une image</a:t>
            </a:r>
          </a:p>
        </p:txBody>
      </p:sp>
      <p:sp>
        <p:nvSpPr>
          <p:cNvPr id="15" name="ZoneTexte 14">
            <a:extLst>
              <a:ext uri="{FF2B5EF4-FFF2-40B4-BE49-F238E27FC236}">
                <a16:creationId xmlns:a16="http://schemas.microsoft.com/office/drawing/2014/main" id="{A637B34E-105B-3E7F-55FE-DC172C64C96F}"/>
              </a:ext>
            </a:extLst>
          </p:cNvPr>
          <p:cNvSpPr txBox="1"/>
          <p:nvPr/>
        </p:nvSpPr>
        <p:spPr>
          <a:xfrm>
            <a:off x="-1307963" y="1880092"/>
            <a:ext cx="1157769" cy="2765748"/>
          </a:xfrm>
          <a:prstGeom prst="rect">
            <a:avLst/>
          </a:prstGeom>
          <a:noFill/>
        </p:spPr>
        <p:txBody>
          <a:bodyPr wrap="square" lIns="36000" tIns="36000" rIns="36000" bIns="36000" rtlCol="0">
            <a:spAutoFit/>
          </a:bodyPr>
          <a:lstStyle/>
          <a:p>
            <a:pPr rtl="0">
              <a:spcBef>
                <a:spcPts val="600"/>
              </a:spcBef>
            </a:pPr>
            <a:r>
              <a:rPr lang="fr-FR" sz="1000" b="0" spc="0" baseline="0" noProof="0">
                <a:latin typeface="+mn-lt"/>
              </a:rPr>
              <a:t>Cliquez sur l’icone pour ajouter l’image de couverture</a:t>
            </a:r>
          </a:p>
          <a:p>
            <a:pPr rtl="0">
              <a:spcBef>
                <a:spcPts val="600"/>
              </a:spcBef>
            </a:pPr>
            <a:r>
              <a:rPr lang="fr-FR" sz="1000" b="0" spc="0" baseline="0" noProof="0">
                <a:latin typeface="+mn-lt"/>
              </a:rPr>
              <a:t>Dans l’explorateur de fichiers, rendez-vous dans </a:t>
            </a:r>
            <a:r>
              <a:rPr lang="fr-FR" sz="1000" b="1" spc="0" baseline="0" noProof="0">
                <a:latin typeface="+mn-lt"/>
              </a:rPr>
              <a:t>01_Essentiels &gt; 03 Thèmes et </a:t>
            </a:r>
            <a:r>
              <a:rPr lang="fr-FR" sz="1000" b="1" spc="0" baseline="0" noProof="0" err="1">
                <a:latin typeface="+mn-lt"/>
              </a:rPr>
              <a:t>templates</a:t>
            </a:r>
            <a:endParaRPr lang="fr-FR" sz="1000" b="1" spc="0" baseline="0" noProof="0">
              <a:latin typeface="+mn-lt"/>
            </a:endParaRPr>
          </a:p>
          <a:p>
            <a:pPr rtl="0">
              <a:spcBef>
                <a:spcPts val="600"/>
              </a:spcBef>
            </a:pPr>
            <a:endParaRPr lang="fr-FR" sz="1000" b="1" spc="0" baseline="0" noProof="0">
              <a:latin typeface="+mn-lt"/>
            </a:endParaRPr>
          </a:p>
          <a:p>
            <a:pPr rtl="0">
              <a:spcBef>
                <a:spcPts val="600"/>
              </a:spcBef>
            </a:pPr>
            <a:r>
              <a:rPr lang="fr-FR" sz="1000" b="0" spc="0" baseline="0" noProof="0">
                <a:latin typeface="+mn-lt"/>
              </a:rPr>
              <a:t>Choisissez parmi les images prédéfinies celle qui convient à votre présentation</a:t>
            </a:r>
          </a:p>
        </p:txBody>
      </p:sp>
    </p:spTree>
    <p:extLst>
      <p:ext uri="{BB962C8B-B14F-4D97-AF65-F5344CB8AC3E}">
        <p14:creationId xmlns:p14="http://schemas.microsoft.com/office/powerpoint/2010/main" val="4244951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ommaire 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9503829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2"/>
              </a:buClr>
              <a:buFont typeface="+mj-lt"/>
              <a:buAutoNum type="arabicPeriod"/>
              <a:defRPr sz="1800" b="1"/>
            </a:lvl1pPr>
            <a:lvl2pPr rtl="0">
              <a:lnSpc>
                <a:spcPct val="150000"/>
              </a:lnSpc>
              <a:spcBef>
                <a:spcPts val="0"/>
              </a:spcBef>
              <a:spcAft>
                <a:spcPts val="0"/>
              </a:spcAft>
              <a:buClr>
                <a:schemeClr val="accent2"/>
              </a:buClr>
              <a:defRPr sz="1600"/>
            </a:lvl2pPr>
            <a:lvl3pPr rtl="0">
              <a:lnSpc>
                <a:spcPct val="150000"/>
              </a:lnSpc>
              <a:spcBef>
                <a:spcPts val="0"/>
              </a:spcBef>
              <a:spcAft>
                <a:spcPts val="0"/>
              </a:spcAft>
              <a:buClr>
                <a:schemeClr val="accent2"/>
              </a:buClr>
              <a:defRPr sz="1400"/>
            </a:lvl3pPr>
            <a:lvl4pPr rtl="0">
              <a:lnSpc>
                <a:spcPct val="150000"/>
              </a:lnSpc>
              <a:spcBef>
                <a:spcPts val="0"/>
              </a:spcBef>
              <a:spcAft>
                <a:spcPts val="0"/>
              </a:spcAft>
              <a:buClr>
                <a:schemeClr val="accent2"/>
              </a:buClr>
              <a:defRPr sz="1200"/>
            </a:lvl4pPr>
            <a:lvl5pPr rtl="0">
              <a:lnSpc>
                <a:spcPct val="150000"/>
              </a:lnSpc>
              <a:spcBef>
                <a:spcPts val="0"/>
              </a:spcBef>
              <a:spcAft>
                <a:spcPts val="0"/>
              </a:spcAft>
              <a:buClr>
                <a:schemeClr val="accent2"/>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505234F8-94D3-C165-62E6-663182F5CFCE}"/>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a:t>
            </a:fld>
            <a:endParaRPr lang="fr-FR"/>
          </a:p>
        </p:txBody>
      </p:sp>
    </p:spTree>
    <p:extLst>
      <p:ext uri="{BB962C8B-B14F-4D97-AF65-F5344CB8AC3E}">
        <p14:creationId xmlns:p14="http://schemas.microsoft.com/office/powerpoint/2010/main" val="278128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ommaire 3">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13692664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3"/>
              </a:buClr>
              <a:buFont typeface="+mj-lt"/>
              <a:buAutoNum type="arabicPeriod"/>
              <a:defRPr sz="1800" b="1"/>
            </a:lvl1pPr>
            <a:lvl2pPr rtl="0">
              <a:lnSpc>
                <a:spcPct val="150000"/>
              </a:lnSpc>
              <a:spcBef>
                <a:spcPts val="0"/>
              </a:spcBef>
              <a:spcAft>
                <a:spcPts val="0"/>
              </a:spcAft>
              <a:buClr>
                <a:schemeClr val="accent3"/>
              </a:buClr>
              <a:defRPr sz="1600"/>
            </a:lvl2pPr>
            <a:lvl3pPr rtl="0">
              <a:lnSpc>
                <a:spcPct val="150000"/>
              </a:lnSpc>
              <a:spcBef>
                <a:spcPts val="0"/>
              </a:spcBef>
              <a:spcAft>
                <a:spcPts val="0"/>
              </a:spcAft>
              <a:buClr>
                <a:schemeClr val="accent3"/>
              </a:buClr>
              <a:defRPr sz="1400"/>
            </a:lvl3pPr>
            <a:lvl4pPr rtl="0">
              <a:lnSpc>
                <a:spcPct val="150000"/>
              </a:lnSpc>
              <a:spcBef>
                <a:spcPts val="0"/>
              </a:spcBef>
              <a:spcAft>
                <a:spcPts val="0"/>
              </a:spcAft>
              <a:buClr>
                <a:schemeClr val="accent3"/>
              </a:buClr>
              <a:defRPr sz="1200"/>
            </a:lvl4pPr>
            <a:lvl5pPr rtl="0">
              <a:lnSpc>
                <a:spcPct val="150000"/>
              </a:lnSpc>
              <a:spcBef>
                <a:spcPts val="0"/>
              </a:spcBef>
              <a:spcAft>
                <a:spcPts val="0"/>
              </a:spcAft>
              <a:buClr>
                <a:schemeClr val="accent3"/>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967A15B-ADFE-E002-39C3-0831F895739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a:t>
            </a:fld>
            <a:endParaRPr lang="fr-FR"/>
          </a:p>
        </p:txBody>
      </p:sp>
    </p:spTree>
    <p:extLst>
      <p:ext uri="{BB962C8B-B14F-4D97-AF65-F5344CB8AC3E}">
        <p14:creationId xmlns:p14="http://schemas.microsoft.com/office/powerpoint/2010/main" val="4083773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ommaire 4">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275827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4"/>
              </a:buClr>
              <a:buFont typeface="+mj-lt"/>
              <a:buAutoNum type="arabicPeriod"/>
              <a:defRPr sz="1800" b="1"/>
            </a:lvl1pPr>
            <a:lvl2pPr rtl="0">
              <a:lnSpc>
                <a:spcPct val="150000"/>
              </a:lnSpc>
              <a:spcBef>
                <a:spcPts val="0"/>
              </a:spcBef>
              <a:spcAft>
                <a:spcPts val="0"/>
              </a:spcAft>
              <a:buClr>
                <a:schemeClr val="accent4"/>
              </a:buClr>
              <a:defRPr sz="1600"/>
            </a:lvl2pPr>
            <a:lvl3pPr rtl="0">
              <a:lnSpc>
                <a:spcPct val="150000"/>
              </a:lnSpc>
              <a:spcBef>
                <a:spcPts val="0"/>
              </a:spcBef>
              <a:spcAft>
                <a:spcPts val="0"/>
              </a:spcAft>
              <a:buClr>
                <a:schemeClr val="accent4"/>
              </a:buClr>
              <a:defRPr sz="1400"/>
            </a:lvl3pPr>
            <a:lvl4pPr rtl="0">
              <a:lnSpc>
                <a:spcPct val="150000"/>
              </a:lnSpc>
              <a:spcBef>
                <a:spcPts val="0"/>
              </a:spcBef>
              <a:spcAft>
                <a:spcPts val="0"/>
              </a:spcAft>
              <a:buClr>
                <a:schemeClr val="accent4"/>
              </a:buClr>
              <a:defRPr sz="1200"/>
            </a:lvl4pPr>
            <a:lvl5pPr rtl="0">
              <a:lnSpc>
                <a:spcPct val="150000"/>
              </a:lnSpc>
              <a:spcBef>
                <a:spcPts val="0"/>
              </a:spcBef>
              <a:spcAft>
                <a:spcPts val="0"/>
              </a:spcAft>
              <a:buClr>
                <a:schemeClr val="accent4"/>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D8198-8C95-89E2-D4DD-26835884EF4D}"/>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a:t>
            </a:fld>
            <a:endParaRPr lang="fr-FR"/>
          </a:p>
        </p:txBody>
      </p:sp>
    </p:spTree>
    <p:extLst>
      <p:ext uri="{BB962C8B-B14F-4D97-AF65-F5344CB8AC3E}">
        <p14:creationId xmlns:p14="http://schemas.microsoft.com/office/powerpoint/2010/main" val="4115160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ommaire 5">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3742267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tx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5"/>
              </a:buClr>
              <a:buFont typeface="+mj-lt"/>
              <a:buAutoNum type="arabicPeriod"/>
              <a:defRPr sz="1800" b="1"/>
            </a:lvl1pPr>
            <a:lvl2pPr rtl="0">
              <a:lnSpc>
                <a:spcPct val="150000"/>
              </a:lnSpc>
              <a:spcBef>
                <a:spcPts val="0"/>
              </a:spcBef>
              <a:spcAft>
                <a:spcPts val="0"/>
              </a:spcAft>
              <a:buClr>
                <a:schemeClr val="accent5"/>
              </a:buClr>
              <a:defRPr sz="1600"/>
            </a:lvl2pPr>
            <a:lvl3pPr rtl="0">
              <a:lnSpc>
                <a:spcPct val="150000"/>
              </a:lnSpc>
              <a:spcBef>
                <a:spcPts val="0"/>
              </a:spcBef>
              <a:spcAft>
                <a:spcPts val="0"/>
              </a:spcAft>
              <a:buClr>
                <a:schemeClr val="accent5"/>
              </a:buClr>
              <a:defRPr sz="1400"/>
            </a:lvl3pPr>
            <a:lvl4pPr rtl="0">
              <a:lnSpc>
                <a:spcPct val="150000"/>
              </a:lnSpc>
              <a:spcBef>
                <a:spcPts val="0"/>
              </a:spcBef>
              <a:spcAft>
                <a:spcPts val="0"/>
              </a:spcAft>
              <a:buClr>
                <a:schemeClr val="accent5"/>
              </a:buClr>
              <a:defRPr sz="1200"/>
            </a:lvl4pPr>
            <a:lvl5pPr rtl="0">
              <a:lnSpc>
                <a:spcPct val="150000"/>
              </a:lnSpc>
              <a:spcBef>
                <a:spcPts val="0"/>
              </a:spcBef>
              <a:spcAft>
                <a:spcPts val="0"/>
              </a:spcAft>
              <a:buClr>
                <a:schemeClr val="accent5"/>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2BD0B84-28D6-D743-1B40-DAC84CEB1E03}"/>
              </a:ext>
            </a:extLst>
          </p:cNvPr>
          <p:cNvSpPr>
            <a:spLocks noGrp="1"/>
          </p:cNvSpPr>
          <p:nvPr>
            <p:ph type="sldNum" sz="quarter" idx="13"/>
          </p:nvPr>
        </p:nvSpPr>
        <p:spPr>
          <a:xfrm>
            <a:off x="155574" y="6340475"/>
            <a:ext cx="362084" cy="365125"/>
          </a:xfrm>
        </p:spPr>
        <p:txBody>
          <a:bodyPr/>
          <a:lstStyle>
            <a:lvl1pPr rtl="0">
              <a:defRPr>
                <a:solidFill>
                  <a:schemeClr val="tx1">
                    <a:lumMod val="60000"/>
                    <a:lumOff val="40000"/>
                  </a:schemeClr>
                </a:solidFill>
              </a:defRPr>
            </a:lvl1pPr>
          </a:lstStyle>
          <a:p>
            <a:fld id="{BE9517EC-C298-4848-B090-11602D956FCE}" type="slidenum">
              <a:rPr lang="fr-FR" smtClean="0"/>
              <a:pPr/>
              <a:t>‹#›</a:t>
            </a:fld>
            <a:endParaRPr lang="fr-FR"/>
          </a:p>
        </p:txBody>
      </p:sp>
    </p:spTree>
    <p:extLst>
      <p:ext uri="{BB962C8B-B14F-4D97-AF65-F5344CB8AC3E}">
        <p14:creationId xmlns:p14="http://schemas.microsoft.com/office/powerpoint/2010/main" val="965925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ommaire 6">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4C55C73E-1F28-FCD2-3F36-BA93C1A8013C}"/>
              </a:ext>
            </a:extLst>
          </p:cNvPr>
          <p:cNvGraphicFramePr>
            <a:graphicFrameLocks noChangeAspect="1"/>
          </p:cNvGraphicFramePr>
          <p:nvPr>
            <p:custDataLst>
              <p:tags r:id="rId1"/>
            </p:custDataLst>
            <p:extLst>
              <p:ext uri="{D42A27DB-BD31-4B8C-83A1-F6EECF244321}">
                <p14:modId xmlns:p14="http://schemas.microsoft.com/office/powerpoint/2010/main" val="9840353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4C55C73E-1F28-FCD2-3F36-BA93C1A801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AAD0EBE0-0B87-812D-1291-1E909F85EFE3}"/>
              </a:ext>
            </a:extLst>
          </p:cNvPr>
          <p:cNvSpPr/>
          <p:nvPr/>
        </p:nvSpPr>
        <p:spPr>
          <a:xfrm>
            <a:off x="0" y="0"/>
            <a:ext cx="742453"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5" name="Rectangle 4">
            <a:extLst>
              <a:ext uri="{FF2B5EF4-FFF2-40B4-BE49-F238E27FC236}">
                <a16:creationId xmlns:a16="http://schemas.microsoft.com/office/drawing/2014/main" id="{5A1E45E4-ED9E-3103-5D51-2EACB99B9A04}"/>
              </a:ext>
            </a:extLst>
          </p:cNvPr>
          <p:cNvSpPr/>
          <p:nvPr/>
        </p:nvSpPr>
        <p:spPr>
          <a:xfrm>
            <a:off x="155574" y="152399"/>
            <a:ext cx="3240000" cy="65532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latin typeface="+mj-lt"/>
            </a:endParaRPr>
          </a:p>
        </p:txBody>
      </p:sp>
      <p:sp>
        <p:nvSpPr>
          <p:cNvPr id="2" name="Titre 1">
            <a:extLst>
              <a:ext uri="{FF2B5EF4-FFF2-40B4-BE49-F238E27FC236}">
                <a16:creationId xmlns:a16="http://schemas.microsoft.com/office/drawing/2014/main" id="{D34001D4-DA23-4BD4-5445-0413E39D08E0}"/>
              </a:ext>
            </a:extLst>
          </p:cNvPr>
          <p:cNvSpPr>
            <a:spLocks noGrp="1"/>
          </p:cNvSpPr>
          <p:nvPr>
            <p:ph type="title" hasCustomPrompt="1"/>
          </p:nvPr>
        </p:nvSpPr>
        <p:spPr>
          <a:xfrm>
            <a:off x="347794" y="1606555"/>
            <a:ext cx="2855561" cy="742451"/>
          </a:xfrm>
        </p:spPr>
        <p:txBody>
          <a:bodyPr vert="horz" lIns="91440" tIns="45720" rIns="91440" bIns="45720" rtlCol="0" anchor="t">
            <a:noAutofit/>
          </a:bodyPr>
          <a:lstStyle>
            <a:lvl1pPr rtl="0">
              <a:defRPr lang="fr-FR" sz="2400" b="1" dirty="0">
                <a:solidFill>
                  <a:schemeClr val="bg1"/>
                </a:solidFill>
              </a:defRPr>
            </a:lvl1pPr>
          </a:lstStyle>
          <a:p>
            <a:pPr lvl="0"/>
            <a:r>
              <a:rPr lang="fr-FR"/>
              <a:t>Titre</a:t>
            </a:r>
          </a:p>
        </p:txBody>
      </p:sp>
      <p:sp>
        <p:nvSpPr>
          <p:cNvPr id="3" name="Espace réservé du pied de page 2">
            <a:extLst>
              <a:ext uri="{FF2B5EF4-FFF2-40B4-BE49-F238E27FC236}">
                <a16:creationId xmlns:a16="http://schemas.microsoft.com/office/drawing/2014/main" id="{25F0B61A-F63C-180C-875F-BF2F8EE1C539}"/>
              </a:ext>
            </a:extLst>
          </p:cNvPr>
          <p:cNvSpPr>
            <a:spLocks noGrp="1"/>
          </p:cNvSpPr>
          <p:nvPr>
            <p:ph type="ftr" sz="quarter" idx="10"/>
          </p:nvPr>
        </p:nvSpPr>
        <p:spPr>
          <a:xfrm>
            <a:off x="3543300" y="6339417"/>
            <a:ext cx="5714999" cy="365125"/>
          </a:xfrm>
        </p:spPr>
        <p:txBody>
          <a:bodyPr/>
          <a:lstStyle>
            <a:lvl1pPr rtl="0">
              <a:defRPr/>
            </a:lvl1pPr>
          </a:lstStyle>
          <a:p>
            <a:r>
              <a:rPr lang="fr-FR"/>
              <a:t>AMITA CONSEIL</a:t>
            </a:r>
          </a:p>
        </p:txBody>
      </p:sp>
      <p:sp>
        <p:nvSpPr>
          <p:cNvPr id="10" name="Espace réservé du contenu 11">
            <a:extLst>
              <a:ext uri="{FF2B5EF4-FFF2-40B4-BE49-F238E27FC236}">
                <a16:creationId xmlns:a16="http://schemas.microsoft.com/office/drawing/2014/main" id="{4C4BA35F-4E6C-F444-2E60-7BFAA60BC237}"/>
              </a:ext>
            </a:extLst>
          </p:cNvPr>
          <p:cNvSpPr>
            <a:spLocks noGrp="1"/>
          </p:cNvSpPr>
          <p:nvPr>
            <p:ph sz="quarter" idx="12"/>
          </p:nvPr>
        </p:nvSpPr>
        <p:spPr>
          <a:xfrm>
            <a:off x="3960000" y="1606555"/>
            <a:ext cx="7851600" cy="4570406"/>
          </a:xfrm>
        </p:spPr>
        <p:txBody>
          <a:bodyPr/>
          <a:lstStyle>
            <a:lvl1pPr marL="342900" indent="-342900" rtl="0">
              <a:lnSpc>
                <a:spcPct val="150000"/>
              </a:lnSpc>
              <a:spcBef>
                <a:spcPts val="0"/>
              </a:spcBef>
              <a:spcAft>
                <a:spcPts val="0"/>
              </a:spcAft>
              <a:buClr>
                <a:schemeClr val="accent6"/>
              </a:buClr>
              <a:buFont typeface="+mj-lt"/>
              <a:buAutoNum type="arabicPeriod"/>
              <a:defRPr sz="1800" b="1"/>
            </a:lvl1pPr>
            <a:lvl2pPr rtl="0">
              <a:lnSpc>
                <a:spcPct val="150000"/>
              </a:lnSpc>
              <a:spcBef>
                <a:spcPts val="0"/>
              </a:spcBef>
              <a:spcAft>
                <a:spcPts val="0"/>
              </a:spcAft>
              <a:buClr>
                <a:schemeClr val="accent6"/>
              </a:buClr>
              <a:defRPr sz="1600"/>
            </a:lvl2pPr>
            <a:lvl3pPr rtl="0">
              <a:lnSpc>
                <a:spcPct val="150000"/>
              </a:lnSpc>
              <a:spcBef>
                <a:spcPts val="0"/>
              </a:spcBef>
              <a:spcAft>
                <a:spcPts val="0"/>
              </a:spcAft>
              <a:buClr>
                <a:schemeClr val="accent6"/>
              </a:buClr>
              <a:defRPr sz="1400"/>
            </a:lvl3pPr>
            <a:lvl4pPr rtl="0">
              <a:lnSpc>
                <a:spcPct val="150000"/>
              </a:lnSpc>
              <a:spcBef>
                <a:spcPts val="0"/>
              </a:spcBef>
              <a:spcAft>
                <a:spcPts val="0"/>
              </a:spcAft>
              <a:buClr>
                <a:schemeClr val="accent6"/>
              </a:buClr>
              <a:defRPr sz="1200"/>
            </a:lvl4pPr>
            <a:lvl5pPr rtl="0">
              <a:lnSpc>
                <a:spcPct val="150000"/>
              </a:lnSpc>
              <a:spcBef>
                <a:spcPts val="0"/>
              </a:spcBef>
              <a:spcAft>
                <a:spcPts val="0"/>
              </a:spcAft>
              <a:buClr>
                <a:schemeClr val="accent6"/>
              </a:buCl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1B631EDE-55F1-3AAA-3114-F0C522F81DF8}"/>
              </a:ext>
            </a:extLst>
          </p:cNvPr>
          <p:cNvSpPr>
            <a:spLocks noGrp="1"/>
          </p:cNvSpPr>
          <p:nvPr>
            <p:ph type="sldNum" sz="quarter" idx="13"/>
          </p:nvPr>
        </p:nvSpPr>
        <p:spPr>
          <a:xfrm>
            <a:off x="155574" y="6340475"/>
            <a:ext cx="362084" cy="365125"/>
          </a:xfrm>
        </p:spPr>
        <p:txBody>
          <a:bodyPr/>
          <a:lstStyle>
            <a:lvl1pPr rtl="0">
              <a:defRPr>
                <a:solidFill>
                  <a:schemeClr val="bg1"/>
                </a:solidFill>
              </a:defRPr>
            </a:lvl1pPr>
          </a:lstStyle>
          <a:p>
            <a:fld id="{BE9517EC-C298-4848-B090-11602D956FCE}" type="slidenum">
              <a:rPr lang="fr-FR" smtClean="0"/>
              <a:pPr/>
              <a:t>‹#›</a:t>
            </a:fld>
            <a:endParaRPr lang="fr-FR"/>
          </a:p>
        </p:txBody>
      </p:sp>
    </p:spTree>
    <p:extLst>
      <p:ext uri="{BB962C8B-B14F-4D97-AF65-F5344CB8AC3E}">
        <p14:creationId xmlns:p14="http://schemas.microsoft.com/office/powerpoint/2010/main" val="1305910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graphicFrame>
        <p:nvGraphicFramePr>
          <p:cNvPr id="10" name="Objet 9" hidden="1">
            <a:extLst>
              <a:ext uri="{FF2B5EF4-FFF2-40B4-BE49-F238E27FC236}">
                <a16:creationId xmlns:a16="http://schemas.microsoft.com/office/drawing/2014/main" id="{05A7B304-0FC6-A7CA-FA84-47B4F0706119}"/>
              </a:ext>
            </a:extLst>
          </p:cNvPr>
          <p:cNvGraphicFramePr>
            <a:graphicFrameLocks noChangeAspect="1"/>
          </p:cNvGraphicFramePr>
          <p:nvPr>
            <p:custDataLst>
              <p:tags r:id="rId1"/>
            </p:custDataLst>
            <p:extLst>
              <p:ext uri="{D42A27DB-BD31-4B8C-83A1-F6EECF244321}">
                <p14:modId xmlns:p14="http://schemas.microsoft.com/office/powerpoint/2010/main" val="20612103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10" name="Objet 9" hidden="1">
                        <a:extLst>
                          <a:ext uri="{FF2B5EF4-FFF2-40B4-BE49-F238E27FC236}">
                            <a16:creationId xmlns:a16="http://schemas.microsoft.com/office/drawing/2014/main" id="{05A7B304-0FC6-A7CA-FA84-47B4F07061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54BAF359-327C-B4E8-9F79-27F34771BBEA}"/>
              </a:ext>
            </a:extLst>
          </p:cNvPr>
          <p:cNvSpPr>
            <a:spLocks noGrp="1"/>
          </p:cNvSpPr>
          <p:nvPr>
            <p:ph type="title" hasCustomPrompt="1"/>
          </p:nvPr>
        </p:nvSpPr>
        <p:spPr>
          <a:xfrm>
            <a:off x="380998" y="485692"/>
            <a:ext cx="11430000" cy="695155"/>
          </a:xfrm>
        </p:spPr>
        <p:txBody>
          <a:bodyPr vert="horz" anchor="ctr"/>
          <a:lstStyle>
            <a:lvl1pPr rtl="0">
              <a:defRPr>
                <a:latin typeface="+mj-lt"/>
              </a:defRPr>
            </a:lvl1pPr>
          </a:lstStyle>
          <a:p>
            <a:r>
              <a:rPr lang="fr-FR"/>
              <a:t>TITRE</a:t>
            </a:r>
          </a:p>
        </p:txBody>
      </p:sp>
      <p:sp>
        <p:nvSpPr>
          <p:cNvPr id="3" name="Espace réservé du pied de page 2">
            <a:extLst>
              <a:ext uri="{FF2B5EF4-FFF2-40B4-BE49-F238E27FC236}">
                <a16:creationId xmlns:a16="http://schemas.microsoft.com/office/drawing/2014/main" id="{3E6FB74B-9577-0CA4-476E-AF81AA57CDBE}"/>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527C0B86-BB50-84CF-E7B5-FAD5FB9A6B50}"/>
              </a:ext>
            </a:extLst>
          </p:cNvPr>
          <p:cNvSpPr>
            <a:spLocks noGrp="1"/>
          </p:cNvSpPr>
          <p:nvPr>
            <p:ph type="sldNum" sz="quarter" idx="11"/>
          </p:nvPr>
        </p:nvSpPr>
        <p:spPr/>
        <p:txBody>
          <a:bodyPr/>
          <a:lstStyle>
            <a:lvl1pPr rtl="0">
              <a:defRPr/>
            </a:lvl1pPr>
          </a:lstStyle>
          <a:p>
            <a:fld id="{BD9892E7-E91F-405F-A6AB-FE5AB3285265}" type="slidenum">
              <a:rPr lang="fr-FR" smtClean="0"/>
              <a:pPr/>
              <a:t>‹#›</a:t>
            </a:fld>
            <a:endParaRPr lang="fr-FR"/>
          </a:p>
        </p:txBody>
      </p:sp>
      <p:sp>
        <p:nvSpPr>
          <p:cNvPr id="12" name="Espace réservé du contenu 11">
            <a:extLst>
              <a:ext uri="{FF2B5EF4-FFF2-40B4-BE49-F238E27FC236}">
                <a16:creationId xmlns:a16="http://schemas.microsoft.com/office/drawing/2014/main" id="{2541A85A-BD07-8F9E-3F4A-2FA68B1A9116}"/>
              </a:ext>
            </a:extLst>
          </p:cNvPr>
          <p:cNvSpPr>
            <a:spLocks noGrp="1"/>
          </p:cNvSpPr>
          <p:nvPr>
            <p:ph sz="quarter" idx="12"/>
          </p:nvPr>
        </p:nvSpPr>
        <p:spPr>
          <a:xfrm>
            <a:off x="380996" y="1984917"/>
            <a:ext cx="11430003" cy="4192044"/>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3">
            <a:extLst>
              <a:ext uri="{FF2B5EF4-FFF2-40B4-BE49-F238E27FC236}">
                <a16:creationId xmlns:a16="http://schemas.microsoft.com/office/drawing/2014/main" id="{73C495DC-BFBC-1250-EA79-F47766C421FF}"/>
              </a:ext>
            </a:extLst>
          </p:cNvPr>
          <p:cNvSpPr>
            <a:spLocks noGrp="1"/>
          </p:cNvSpPr>
          <p:nvPr>
            <p:ph type="body" sz="quarter" idx="13" hasCustomPrompt="1"/>
          </p:nvPr>
        </p:nvSpPr>
        <p:spPr>
          <a:xfrm>
            <a:off x="380995" y="1199154"/>
            <a:ext cx="11430003" cy="626469"/>
          </a:xfrm>
        </p:spPr>
        <p:txBody>
          <a:bodyPr vert="horz" lIns="91440" tIns="45720" rIns="91440" bIns="45720" rtlCol="0" anchor="ctr">
            <a:noAutofit/>
          </a:bodyPr>
          <a:lstStyle>
            <a:lvl1pPr marL="0" indent="0" rtl="0">
              <a:lnSpc>
                <a:spcPct val="100000"/>
              </a:lnSpc>
              <a:spcBef>
                <a:spcPts val="0"/>
              </a:spcBef>
              <a:spcAft>
                <a:spcPts val="0"/>
              </a:spcAft>
              <a:buNone/>
              <a:defRPr lang="fr-FR" sz="1800" b="1" cap="all" baseline="0" dirty="0">
                <a:solidFill>
                  <a:srgbClr val="43A2BF"/>
                </a:solidFill>
                <a:latin typeface="+mj-lt"/>
              </a:defRPr>
            </a:lvl1pPr>
          </a:lstStyle>
          <a:p>
            <a:pPr marL="171450" lvl="0" indent="-171450">
              <a:lnSpc>
                <a:spcPct val="90000"/>
              </a:lnSpc>
            </a:pPr>
            <a:r>
              <a:rPr lang="fr-FR"/>
              <a:t>Sous titre</a:t>
            </a:r>
          </a:p>
        </p:txBody>
      </p:sp>
      <p:sp>
        <p:nvSpPr>
          <p:cNvPr id="5" name="Espace réservé de la date 10">
            <a:extLst>
              <a:ext uri="{FF2B5EF4-FFF2-40B4-BE49-F238E27FC236}">
                <a16:creationId xmlns:a16="http://schemas.microsoft.com/office/drawing/2014/main" id="{22AE12D9-7C4B-4DE4-134B-9CC71CD320C7}"/>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8871C8A-9DB9-41A2-9AC6-C4B190C41F7B}" type="datetime1">
              <a:rPr lang="fr-FR" smtClean="0"/>
              <a:t>04/04/2025</a:t>
            </a:fld>
            <a:endParaRPr lang="fr-FR"/>
          </a:p>
        </p:txBody>
      </p:sp>
    </p:spTree>
    <p:extLst>
      <p:ext uri="{BB962C8B-B14F-4D97-AF65-F5344CB8AC3E}">
        <p14:creationId xmlns:p14="http://schemas.microsoft.com/office/powerpoint/2010/main" val="414804688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eux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9848463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6" name="Espace réservé du texte 11">
            <a:extLst>
              <a:ext uri="{FF2B5EF4-FFF2-40B4-BE49-F238E27FC236}">
                <a16:creationId xmlns:a16="http://schemas.microsoft.com/office/drawing/2014/main" id="{C09F6E40-0B05-4D05-F386-EB73033D29DB}"/>
              </a:ext>
            </a:extLst>
          </p:cNvPr>
          <p:cNvSpPr>
            <a:spLocks noGrp="1"/>
          </p:cNvSpPr>
          <p:nvPr>
            <p:ph type="body" sz="quarter" idx="15" hasCustomPrompt="1"/>
          </p:nvPr>
        </p:nvSpPr>
        <p:spPr>
          <a:xfrm>
            <a:off x="6231005" y="1198800"/>
            <a:ext cx="55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contenu 11">
            <a:extLst>
              <a:ext uri="{FF2B5EF4-FFF2-40B4-BE49-F238E27FC236}">
                <a16:creationId xmlns:a16="http://schemas.microsoft.com/office/drawing/2014/main" id="{922C5E9B-333D-AE2C-4982-73E30FAD37C9}"/>
              </a:ext>
            </a:extLst>
          </p:cNvPr>
          <p:cNvSpPr>
            <a:spLocks noGrp="1"/>
          </p:cNvSpPr>
          <p:nvPr>
            <p:ph sz="quarter" idx="16"/>
          </p:nvPr>
        </p:nvSpPr>
        <p:spPr>
          <a:xfrm>
            <a:off x="6231005" y="1983600"/>
            <a:ext cx="55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e la date 10">
            <a:extLst>
              <a:ext uri="{FF2B5EF4-FFF2-40B4-BE49-F238E27FC236}">
                <a16:creationId xmlns:a16="http://schemas.microsoft.com/office/drawing/2014/main" id="{7FD1B616-4341-3030-BFB9-20475C1703C8}"/>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65BCA2E0-0322-4472-BF8D-C1C07EBADC96}" type="datetime1">
              <a:rPr lang="fr-FR" smtClean="0"/>
              <a:t>04/04/2025</a:t>
            </a:fld>
            <a:endParaRPr lang="fr-FR"/>
          </a:p>
        </p:txBody>
      </p:sp>
    </p:spTree>
    <p:extLst>
      <p:ext uri="{BB962C8B-B14F-4D97-AF65-F5344CB8AC3E}">
        <p14:creationId xmlns:p14="http://schemas.microsoft.com/office/powerpoint/2010/main" val="3926022271"/>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ux contenus 1-2">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4920903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7"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4241999" y="1198800"/>
            <a:ext cx="7569001"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4241999" y="1983600"/>
            <a:ext cx="7569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DC7A2E00-9D9B-8C17-9A7A-C75861A07C5E}"/>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7BD07436-52DC-4409-8EE3-6E2A87171B43}" type="datetime1">
              <a:rPr lang="fr-FR" smtClean="0"/>
              <a:t>04/04/2025</a:t>
            </a:fld>
            <a:endParaRPr lang="fr-FR"/>
          </a:p>
        </p:txBody>
      </p:sp>
    </p:spTree>
    <p:extLst>
      <p:ext uri="{BB962C8B-B14F-4D97-AF65-F5344CB8AC3E}">
        <p14:creationId xmlns:p14="http://schemas.microsoft.com/office/powerpoint/2010/main" val="2944766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ux contenus 2-1">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2004663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7641002"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6" y="1983600"/>
            <a:ext cx="7641001"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103000" y="1198800"/>
            <a:ext cx="3708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103000" y="1983600"/>
            <a:ext cx="3708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C863AA0D-DCE2-4840-B50F-1FB5566C3D83}"/>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38DB7FC-3A29-4747-A142-8001527C812B}" type="datetime1">
              <a:rPr lang="fr-FR" smtClean="0"/>
              <a:t>04/04/2025</a:t>
            </a:fld>
            <a:endParaRPr lang="fr-FR"/>
          </a:p>
        </p:txBody>
      </p:sp>
    </p:spTree>
    <p:extLst>
      <p:ext uri="{BB962C8B-B14F-4D97-AF65-F5344CB8AC3E}">
        <p14:creationId xmlns:p14="http://schemas.microsoft.com/office/powerpoint/2010/main" val="29971857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ois contenus">
    <p:spTree>
      <p:nvGrpSpPr>
        <p:cNvPr id="1" name=""/>
        <p:cNvGrpSpPr/>
        <p:nvPr/>
      </p:nvGrpSpPr>
      <p:grpSpPr>
        <a:xfrm>
          <a:off x="0" y="0"/>
          <a:ext cx="0" cy="0"/>
          <a:chOff x="0" y="0"/>
          <a:chExt cx="0" cy="0"/>
        </a:xfrm>
      </p:grpSpPr>
      <p:graphicFrame>
        <p:nvGraphicFramePr>
          <p:cNvPr id="7" name="Objet 6" hidden="1">
            <a:extLst>
              <a:ext uri="{FF2B5EF4-FFF2-40B4-BE49-F238E27FC236}">
                <a16:creationId xmlns:a16="http://schemas.microsoft.com/office/drawing/2014/main" id="{E584D3DA-06A6-90D1-6DF7-2FEA8FFF468E}"/>
              </a:ext>
            </a:extLst>
          </p:cNvPr>
          <p:cNvGraphicFramePr>
            <a:graphicFrameLocks noChangeAspect="1"/>
          </p:cNvGraphicFramePr>
          <p:nvPr>
            <p:custDataLst>
              <p:tags r:id="rId1"/>
            </p:custDataLst>
            <p:extLst>
              <p:ext uri="{D42A27DB-BD31-4B8C-83A1-F6EECF244321}">
                <p14:modId xmlns:p14="http://schemas.microsoft.com/office/powerpoint/2010/main" val="38525827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7" name="Objet 6" hidden="1">
                        <a:extLst>
                          <a:ext uri="{FF2B5EF4-FFF2-40B4-BE49-F238E27FC236}">
                            <a16:creationId xmlns:a16="http://schemas.microsoft.com/office/drawing/2014/main" id="{E584D3DA-06A6-90D1-6DF7-2FEA8FFF46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D311293C-4E46-DE81-1031-5F6DB6582B31}"/>
              </a:ext>
            </a:extLst>
          </p:cNvPr>
          <p:cNvSpPr>
            <a:spLocks noGrp="1"/>
          </p:cNvSpPr>
          <p:nvPr>
            <p:ph type="title" hasCustomPrompt="1"/>
          </p:nvPr>
        </p:nvSpPr>
        <p:spPr>
          <a:xfrm>
            <a:off x="380996" y="485693"/>
            <a:ext cx="1143000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A2871FB5-AB60-3571-CD21-C2CCF30D22D3}"/>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F5BDFD3E-908E-E3D9-AB3A-B8B70C08788C}"/>
              </a:ext>
            </a:extLst>
          </p:cNvPr>
          <p:cNvSpPr>
            <a:spLocks noGrp="1"/>
          </p:cNvSpPr>
          <p:nvPr>
            <p:ph type="sldNum" sz="quarter" idx="11"/>
          </p:nvPr>
        </p:nvSpPr>
        <p:spPr/>
        <p:txBody>
          <a:bodyPr/>
          <a:lstStyle>
            <a:lvl1pPr rtl="0">
              <a:defRPr/>
            </a:lvl1pPr>
          </a:lstStyle>
          <a:p>
            <a:fld id="{BD9892E7-E91F-405F-A6AB-FE5AB3285265}" type="slidenum">
              <a:rPr lang="fr-FR" smtClean="0"/>
              <a:pPr/>
              <a:t>‹#›</a:t>
            </a:fld>
            <a:endParaRPr lang="fr-FR"/>
          </a:p>
        </p:txBody>
      </p:sp>
      <p:sp>
        <p:nvSpPr>
          <p:cNvPr id="5" name="Espace réservé du texte 11">
            <a:extLst>
              <a:ext uri="{FF2B5EF4-FFF2-40B4-BE49-F238E27FC236}">
                <a16:creationId xmlns:a16="http://schemas.microsoft.com/office/drawing/2014/main" id="{342B26D2-F03E-7490-0963-2AD80C3B6A8B}"/>
              </a:ext>
            </a:extLst>
          </p:cNvPr>
          <p:cNvSpPr>
            <a:spLocks noGrp="1"/>
          </p:cNvSpPr>
          <p:nvPr>
            <p:ph type="body" sz="quarter" idx="14" hasCustomPrompt="1"/>
          </p:nvPr>
        </p:nvSpPr>
        <p:spPr>
          <a:xfrm>
            <a:off x="380997" y="1198800"/>
            <a:ext cx="3780000" cy="626400"/>
          </a:xfrm>
        </p:spPr>
        <p:txBody>
          <a:bodyPr vert="horz" lIns="91440" tIns="45720" rIns="91440" bIns="45720" rtlCol="0" anchor="ctr">
            <a:noAutofit/>
          </a:bodyPr>
          <a:lstStyle>
            <a:lvl1pPr marL="0" indent="0" rtl="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2" name="Espace réservé du contenu 11">
            <a:extLst>
              <a:ext uri="{FF2B5EF4-FFF2-40B4-BE49-F238E27FC236}">
                <a16:creationId xmlns:a16="http://schemas.microsoft.com/office/drawing/2014/main" id="{BCE084AA-AC21-A352-45C9-B15AF5C04C30}"/>
              </a:ext>
            </a:extLst>
          </p:cNvPr>
          <p:cNvSpPr>
            <a:spLocks noGrp="1"/>
          </p:cNvSpPr>
          <p:nvPr>
            <p:ph sz="quarter" idx="12"/>
          </p:nvPr>
        </p:nvSpPr>
        <p:spPr>
          <a:xfrm>
            <a:off x="380997"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Espace réservé du texte 11">
            <a:extLst>
              <a:ext uri="{FF2B5EF4-FFF2-40B4-BE49-F238E27FC236}">
                <a16:creationId xmlns:a16="http://schemas.microsoft.com/office/drawing/2014/main" id="{061B42E4-1FCD-A654-7B40-D184085DD133}"/>
              </a:ext>
            </a:extLst>
          </p:cNvPr>
          <p:cNvSpPr>
            <a:spLocks noGrp="1"/>
          </p:cNvSpPr>
          <p:nvPr>
            <p:ph type="body" sz="quarter" idx="15" hasCustomPrompt="1"/>
          </p:nvPr>
        </p:nvSpPr>
        <p:spPr>
          <a:xfrm>
            <a:off x="4205998"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1" name="Espace réservé du contenu 11">
            <a:extLst>
              <a:ext uri="{FF2B5EF4-FFF2-40B4-BE49-F238E27FC236}">
                <a16:creationId xmlns:a16="http://schemas.microsoft.com/office/drawing/2014/main" id="{5C41A9E7-AEDF-C9A6-A6FC-31C65E7147D2}"/>
              </a:ext>
            </a:extLst>
          </p:cNvPr>
          <p:cNvSpPr>
            <a:spLocks noGrp="1"/>
          </p:cNvSpPr>
          <p:nvPr>
            <p:ph sz="quarter" idx="16"/>
          </p:nvPr>
        </p:nvSpPr>
        <p:spPr>
          <a:xfrm>
            <a:off x="4205998"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9DBA95B2-8684-CA04-5C78-DBBABC955808}"/>
              </a:ext>
            </a:extLst>
          </p:cNvPr>
          <p:cNvSpPr>
            <a:spLocks noGrp="1"/>
          </p:cNvSpPr>
          <p:nvPr>
            <p:ph type="body" sz="quarter" idx="17" hasCustomPrompt="1"/>
          </p:nvPr>
        </p:nvSpPr>
        <p:spPr>
          <a:xfrm>
            <a:off x="8031000" y="1198800"/>
            <a:ext cx="3780000" cy="626400"/>
          </a:xfrm>
        </p:spPr>
        <p:txBody>
          <a:bodyPr vert="horz" lIns="91440" tIns="45720" rIns="91440" bIns="45720" rtlCol="0" anchor="ctr">
            <a:noAutofit/>
          </a:bodyPr>
          <a:lstStyle>
            <a:lvl1pPr marL="0" indent="0" rtl="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15" name="Espace réservé du contenu 11">
            <a:extLst>
              <a:ext uri="{FF2B5EF4-FFF2-40B4-BE49-F238E27FC236}">
                <a16:creationId xmlns:a16="http://schemas.microsoft.com/office/drawing/2014/main" id="{C27C6CE7-CF8F-073D-79CA-F6870172FD5D}"/>
              </a:ext>
            </a:extLst>
          </p:cNvPr>
          <p:cNvSpPr>
            <a:spLocks noGrp="1"/>
          </p:cNvSpPr>
          <p:nvPr>
            <p:ph sz="quarter" idx="18"/>
          </p:nvPr>
        </p:nvSpPr>
        <p:spPr>
          <a:xfrm>
            <a:off x="8031000" y="1983600"/>
            <a:ext cx="3780000"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10">
            <a:extLst>
              <a:ext uri="{FF2B5EF4-FFF2-40B4-BE49-F238E27FC236}">
                <a16:creationId xmlns:a16="http://schemas.microsoft.com/office/drawing/2014/main" id="{B65B5D9E-220C-683A-78B0-95CF6CB26456}"/>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E5FB0A7-7F23-4E6A-9795-4773C0DDFEEE}" type="datetime1">
              <a:rPr lang="fr-FR" smtClean="0"/>
              <a:t>04/04/2025</a:t>
            </a:fld>
            <a:endParaRPr lang="fr-FR"/>
          </a:p>
        </p:txBody>
      </p:sp>
    </p:spTree>
    <p:extLst>
      <p:ext uri="{BB962C8B-B14F-4D97-AF65-F5344CB8AC3E}">
        <p14:creationId xmlns:p14="http://schemas.microsoft.com/office/powerpoint/2010/main" val="361740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re &amp; sous titr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821172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p:txBody>
          <a:bodyPr/>
          <a:lstStyle>
            <a:lvl1pPr rtl="0">
              <a:defRPr/>
            </a:lvl1pPr>
          </a:lstStyle>
          <a:p>
            <a:fld id="{BD9892E7-E91F-405F-A6AB-FE5AB3285265}" type="slidenum">
              <a:rPr lang="fr-FR" smtClean="0"/>
              <a:pPr/>
              <a:t>‹#›</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1143000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7" name="Espace réservé de la date 10">
            <a:extLst>
              <a:ext uri="{FF2B5EF4-FFF2-40B4-BE49-F238E27FC236}">
                <a16:creationId xmlns:a16="http://schemas.microsoft.com/office/drawing/2014/main" id="{B2FC24D8-9A98-BB5B-8D7A-C1EFA24C4D70}"/>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521D2C54-CCAC-40AD-839B-4B97D69A549F}" type="datetime1">
              <a:rPr lang="fr-FR" smtClean="0"/>
              <a:t>04/04/2025</a:t>
            </a:fld>
            <a:endParaRPr lang="fr-FR"/>
          </a:p>
        </p:txBody>
      </p:sp>
    </p:spTree>
    <p:extLst>
      <p:ext uri="{BB962C8B-B14F-4D97-AF65-F5344CB8AC3E}">
        <p14:creationId xmlns:p14="http://schemas.microsoft.com/office/powerpoint/2010/main" val="218226654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ande bleue à droite">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39531801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514BD427-C85E-7FF3-5ADB-6C9695765641}"/>
              </a:ext>
            </a:extLst>
          </p:cNvPr>
          <p:cNvSpPr/>
          <p:nvPr/>
        </p:nvSpPr>
        <p:spPr>
          <a:xfrm>
            <a:off x="9003891" y="6179574"/>
            <a:ext cx="3188110" cy="67842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7" name="Rectangle 6">
            <a:extLst>
              <a:ext uri="{FF2B5EF4-FFF2-40B4-BE49-F238E27FC236}">
                <a16:creationId xmlns:a16="http://schemas.microsoft.com/office/drawing/2014/main" id="{CF30EC56-780E-456D-F690-0606D4ED1B3A}"/>
              </a:ext>
            </a:extLst>
          </p:cNvPr>
          <p:cNvSpPr/>
          <p:nvPr/>
        </p:nvSpPr>
        <p:spPr>
          <a:xfrm>
            <a:off x="9504486" y="152401"/>
            <a:ext cx="2531939" cy="6548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a:latin typeface="Raleway" panose="020B0003030101060003" pitchFamily="34" charset="0"/>
                <a:cs typeface="Arial" panose="020B0604020202020204" pitchFamily="34" charset="0"/>
              </a:rPr>
              <a:t> </a:t>
            </a:r>
          </a:p>
        </p:txBody>
      </p:sp>
      <p:sp>
        <p:nvSpPr>
          <p:cNvPr id="2" name="Titre 1">
            <a:extLst>
              <a:ext uri="{FF2B5EF4-FFF2-40B4-BE49-F238E27FC236}">
                <a16:creationId xmlns:a16="http://schemas.microsoft.com/office/drawing/2014/main" id="{0934E31E-55AD-3016-4711-D984139036C6}"/>
              </a:ext>
            </a:extLst>
          </p:cNvPr>
          <p:cNvSpPr>
            <a:spLocks noGrp="1"/>
          </p:cNvSpPr>
          <p:nvPr>
            <p:ph type="title" hasCustomPrompt="1"/>
          </p:nvPr>
        </p:nvSpPr>
        <p:spPr>
          <a:xfrm>
            <a:off x="380997" y="485693"/>
            <a:ext cx="9041953" cy="694800"/>
          </a:xfrm>
        </p:spPr>
        <p:txBody>
          <a:bodyPr vert="horz"/>
          <a:lstStyle>
            <a:lvl1pPr rtl="0">
              <a:defRPr/>
            </a:lvl1pPr>
          </a:lstStyle>
          <a:p>
            <a:r>
              <a:rPr lang="fr-FR"/>
              <a:t>Titre</a:t>
            </a:r>
          </a:p>
        </p:txBody>
      </p:sp>
      <p:sp>
        <p:nvSpPr>
          <p:cNvPr id="3" name="Espace réservé du pied de page 2">
            <a:extLst>
              <a:ext uri="{FF2B5EF4-FFF2-40B4-BE49-F238E27FC236}">
                <a16:creationId xmlns:a16="http://schemas.microsoft.com/office/drawing/2014/main" id="{48959EE3-0C1B-69B4-97CA-86F4273E5DE0}"/>
              </a:ext>
            </a:extLst>
          </p:cNvPr>
          <p:cNvSpPr>
            <a:spLocks noGrp="1"/>
          </p:cNvSpPr>
          <p:nvPr>
            <p:ph type="ftr" sz="quarter" idx="10"/>
          </p:nvPr>
        </p:nvSpPr>
        <p:spPr>
          <a:xfrm>
            <a:off x="1570424" y="6340476"/>
            <a:ext cx="7852526" cy="360000"/>
          </a:xfrm>
        </p:spPr>
        <p:txBody>
          <a:bodyPr/>
          <a:lstStyle>
            <a:lvl1pP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72DF3A06-8A18-CB78-2E4B-836454BCF124}"/>
              </a:ext>
            </a:extLst>
          </p:cNvPr>
          <p:cNvSpPr>
            <a:spLocks noGrp="1"/>
          </p:cNvSpPr>
          <p:nvPr>
            <p:ph type="sldNum" sz="quarter" idx="11"/>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a:t>
            </a:fld>
            <a:endParaRPr lang="fr-FR"/>
          </a:p>
        </p:txBody>
      </p:sp>
      <p:sp>
        <p:nvSpPr>
          <p:cNvPr id="5" name="Espace réservé du texte 13">
            <a:extLst>
              <a:ext uri="{FF2B5EF4-FFF2-40B4-BE49-F238E27FC236}">
                <a16:creationId xmlns:a16="http://schemas.microsoft.com/office/drawing/2014/main" id="{317CE532-FD4B-B975-10B5-801C19408195}"/>
              </a:ext>
            </a:extLst>
          </p:cNvPr>
          <p:cNvSpPr>
            <a:spLocks noGrp="1"/>
          </p:cNvSpPr>
          <p:nvPr>
            <p:ph type="body" sz="quarter" idx="13" hasCustomPrompt="1"/>
          </p:nvPr>
        </p:nvSpPr>
        <p:spPr>
          <a:xfrm>
            <a:off x="380995" y="1198800"/>
            <a:ext cx="9041953" cy="626400"/>
          </a:xfrm>
        </p:spPr>
        <p:txBody>
          <a:bodyPr vert="horz" lIns="91440" tIns="45720" rIns="91440" bIns="45720" rtlCol="0" anchor="ctr">
            <a:noAutofit/>
          </a:bodyPr>
          <a:lstStyle>
            <a:lvl1pPr marL="0" indent="0" rtl="0">
              <a:buFont typeface="Arial" panose="020B0604020202020204" pitchFamily="34" charset="0"/>
              <a:buNone/>
              <a:defRPr lang="fr-FR" sz="1800" b="1" cap="all" baseline="0" dirty="0">
                <a:solidFill>
                  <a:srgbClr val="43A2BF"/>
                </a:solidFill>
                <a:latin typeface="+mj-lt"/>
              </a:defRPr>
            </a:lvl1pPr>
          </a:lstStyle>
          <a:p>
            <a:pPr lvl="0">
              <a:lnSpc>
                <a:spcPct val="90000"/>
              </a:lnSpc>
              <a:spcBef>
                <a:spcPts val="0"/>
              </a:spcBef>
              <a:spcAft>
                <a:spcPts val="0"/>
              </a:spcAft>
              <a:buFont typeface="+mj-lt"/>
            </a:pPr>
            <a:r>
              <a:rPr lang="fr-FR"/>
              <a:t>Sous titre</a:t>
            </a:r>
          </a:p>
        </p:txBody>
      </p:sp>
      <p:sp>
        <p:nvSpPr>
          <p:cNvPr id="9" name="Espace réservé du contenu 11">
            <a:extLst>
              <a:ext uri="{FF2B5EF4-FFF2-40B4-BE49-F238E27FC236}">
                <a16:creationId xmlns:a16="http://schemas.microsoft.com/office/drawing/2014/main" id="{B8E04866-5B0C-A17E-298A-637EC30BB1CD}"/>
              </a:ext>
            </a:extLst>
          </p:cNvPr>
          <p:cNvSpPr>
            <a:spLocks noGrp="1"/>
          </p:cNvSpPr>
          <p:nvPr>
            <p:ph sz="quarter" idx="12"/>
          </p:nvPr>
        </p:nvSpPr>
        <p:spPr>
          <a:xfrm>
            <a:off x="380997" y="1983600"/>
            <a:ext cx="9041952" cy="4194000"/>
          </a:xfrm>
        </p:spPr>
        <p:txBody>
          <a:bodyPr/>
          <a:lstStyle>
            <a:lvl1pPr rtl="0">
              <a:defRPr/>
            </a:lvl1pPr>
            <a:lvl2pPr rtl="0">
              <a:defRPr/>
            </a:lvl2pPr>
            <a:lvl3pPr rtl="0">
              <a:defRPr/>
            </a:lvl3pPr>
            <a:lvl4pPr rtl="0">
              <a:defRPr/>
            </a:lvl4pPr>
            <a:lvl5pPr rtl="0">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12" name="Graphique 11">
            <a:extLst>
              <a:ext uri="{FF2B5EF4-FFF2-40B4-BE49-F238E27FC236}">
                <a16:creationId xmlns:a16="http://schemas.microsoft.com/office/drawing/2014/main" id="{CC38F476-59DD-8511-7A29-8B342AED43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819772" y="286503"/>
            <a:ext cx="1901366" cy="855370"/>
          </a:xfrm>
          <a:prstGeom prst="rect">
            <a:avLst/>
          </a:prstGeom>
        </p:spPr>
      </p:pic>
      <p:sp>
        <p:nvSpPr>
          <p:cNvPr id="10" name="Espace réservé de la date 10">
            <a:extLst>
              <a:ext uri="{FF2B5EF4-FFF2-40B4-BE49-F238E27FC236}">
                <a16:creationId xmlns:a16="http://schemas.microsoft.com/office/drawing/2014/main" id="{33736BB2-04AE-E18A-6F46-42CC1E8CE229}"/>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C54E723-D22E-4F2F-BAD1-AC559C1EE34F}" type="datetime1">
              <a:rPr lang="fr-FR" smtClean="0"/>
              <a:t>04/04/2025</a:t>
            </a:fld>
            <a:endParaRPr lang="fr-FR"/>
          </a:p>
        </p:txBody>
      </p:sp>
    </p:spTree>
    <p:extLst>
      <p:ext uri="{BB962C8B-B14F-4D97-AF65-F5344CB8AC3E}">
        <p14:creationId xmlns:p14="http://schemas.microsoft.com/office/powerpoint/2010/main" val="704435284"/>
      </p:ext>
    </p:extLst>
  </p:cSld>
  <p:clrMapOvr>
    <a:masterClrMapping/>
  </p:clrMapOvr>
  <p:extLst>
    <p:ext uri="{DCECCB84-F9BA-43D5-87BE-67443E8EF086}">
      <p15:sldGuideLst xmlns:p15="http://schemas.microsoft.com/office/powerpoint/2012/main">
        <p15:guide id="2" orient="horz" pos="422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Vos contacts :">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2794016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95179120-2B8B-CC53-5EDD-380030E6935F}"/>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2" name="Graphique 1">
            <a:extLst>
              <a:ext uri="{FF2B5EF4-FFF2-40B4-BE49-F238E27FC236}">
                <a16:creationId xmlns:a16="http://schemas.microsoft.com/office/drawing/2014/main" id="{3CC61307-6F61-6888-EB92-0346D43A92D7}"/>
              </a:ext>
            </a:extLst>
          </p:cNvPr>
          <p:cNvPicPr>
            <a:picLocks noChangeAspect="1"/>
          </p:cNvPicPr>
          <p:nvPr/>
        </p:nvPicPr>
        <p:blipFill>
          <a:blip r:embed="rId5">
            <a:extLst>
              <a:ext uri="{96DAC541-7B7A-43D3-8B79-37D633B846F1}">
                <asvg:svgBlip xmlns:asvg="http://schemas.microsoft.com/office/drawing/2016/SVG/main" r:embed="rId6"/>
              </a:ext>
            </a:extLst>
          </a:blip>
          <a:srcRect r="45865"/>
          <a:stretch/>
        </p:blipFill>
        <p:spPr>
          <a:xfrm>
            <a:off x="8537849" y="0"/>
            <a:ext cx="3654151" cy="6858000"/>
          </a:xfrm>
          <a:prstGeom prst="rect">
            <a:avLst/>
          </a:prstGeom>
        </p:spPr>
      </p:pic>
      <p:sp>
        <p:nvSpPr>
          <p:cNvPr id="7" name="Titre 2">
            <a:extLst>
              <a:ext uri="{FF2B5EF4-FFF2-40B4-BE49-F238E27FC236}">
                <a16:creationId xmlns:a16="http://schemas.microsoft.com/office/drawing/2014/main" id="{A0F06A95-1F27-C760-E36A-1E7C78DB119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8" name="Text Placeholder 16">
            <a:extLst>
              <a:ext uri="{FF2B5EF4-FFF2-40B4-BE49-F238E27FC236}">
                <a16:creationId xmlns:a16="http://schemas.microsoft.com/office/drawing/2014/main" id="{4B611569-DFE4-D6E5-DB01-4C76E792C0A3}"/>
              </a:ext>
            </a:extLst>
          </p:cNvPr>
          <p:cNvSpPr txBox="1">
            <a:spLocks/>
          </p:cNvSpPr>
          <p:nvPr/>
        </p:nvSpPr>
        <p:spPr>
          <a:xfrm>
            <a:off x="1844085" y="5754279"/>
            <a:ext cx="1907299"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9" name="Text Placeholder 16">
            <a:extLst>
              <a:ext uri="{FF2B5EF4-FFF2-40B4-BE49-F238E27FC236}">
                <a16:creationId xmlns:a16="http://schemas.microsoft.com/office/drawing/2014/main" id="{01449EC0-C12F-909D-CCF8-4E3EC34AC0D1}"/>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pic>
        <p:nvPicPr>
          <p:cNvPr id="10" name="Graphique 9">
            <a:extLst>
              <a:ext uri="{FF2B5EF4-FFF2-40B4-BE49-F238E27FC236}">
                <a16:creationId xmlns:a16="http://schemas.microsoft.com/office/drawing/2014/main" id="{F78D9D22-B0BB-0150-4C7A-378FDD57CE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6194" y="4436165"/>
            <a:ext cx="3408898" cy="1533566"/>
          </a:xfrm>
          <a:prstGeom prst="rect">
            <a:avLst/>
          </a:prstGeom>
        </p:spPr>
      </p:pic>
      <p:sp>
        <p:nvSpPr>
          <p:cNvPr id="11" name="Espace réservé du pied de page 2">
            <a:extLst>
              <a:ext uri="{FF2B5EF4-FFF2-40B4-BE49-F238E27FC236}">
                <a16:creationId xmlns:a16="http://schemas.microsoft.com/office/drawing/2014/main" id="{C0E44361-FF10-EE71-96BF-F11A48AB21CC}"/>
              </a:ext>
            </a:extLst>
          </p:cNvPr>
          <p:cNvSpPr txBox="1">
            <a:spLocks/>
          </p:cNvSpPr>
          <p:nvPr/>
        </p:nvSpPr>
        <p:spPr>
          <a:xfrm>
            <a:off x="986193" y="483782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13" name="Titre 12">
            <a:extLst>
              <a:ext uri="{FF2B5EF4-FFF2-40B4-BE49-F238E27FC236}">
                <a16:creationId xmlns:a16="http://schemas.microsoft.com/office/drawing/2014/main" id="{8040899B-70BA-C98E-7243-581C3AFDFEE7}"/>
              </a:ext>
            </a:extLst>
          </p:cNvPr>
          <p:cNvSpPr>
            <a:spLocks noGrp="1"/>
          </p:cNvSpPr>
          <p:nvPr>
            <p:ph type="title" hasCustomPrompt="1"/>
          </p:nvPr>
        </p:nvSpPr>
        <p:spPr>
          <a:xfrm>
            <a:off x="452122" y="485693"/>
            <a:ext cx="11287754" cy="694800"/>
          </a:xfrm>
        </p:spPr>
        <p:txBody>
          <a:bodyPr vert="horz"/>
          <a:lstStyle>
            <a:lvl1pPr marL="0" algn="l" defTabSz="914400" rtl="0" eaLnBrk="1" latinLnBrk="0" hangingPunct="1">
              <a:lnSpc>
                <a:spcPct val="100000"/>
              </a:lnSpc>
              <a:spcBef>
                <a:spcPct val="0"/>
              </a:spcBef>
              <a:buNone/>
              <a:defRPr lang="fr-FR" sz="2000" b="1" kern="1200" cap="all" baseline="0" dirty="0">
                <a:solidFill>
                  <a:schemeClr val="tx1"/>
                </a:solidFill>
                <a:latin typeface="+mj-lt"/>
                <a:ea typeface="+mj-ea"/>
                <a:cs typeface="+mj-cs"/>
              </a:defRPr>
            </a:lvl1pPr>
          </a:lstStyle>
          <a:p>
            <a:r>
              <a:rPr lang="fr-FR"/>
              <a:t>Vos contacts :</a:t>
            </a:r>
          </a:p>
        </p:txBody>
      </p:sp>
      <p:sp>
        <p:nvSpPr>
          <p:cNvPr id="23" name="Espace réservé du texte 22">
            <a:extLst>
              <a:ext uri="{FF2B5EF4-FFF2-40B4-BE49-F238E27FC236}">
                <a16:creationId xmlns:a16="http://schemas.microsoft.com/office/drawing/2014/main" id="{E90ED69B-CFD3-33C1-D2C1-407CB94812A7}"/>
              </a:ext>
            </a:extLst>
          </p:cNvPr>
          <p:cNvSpPr>
            <a:spLocks noGrp="1"/>
          </p:cNvSpPr>
          <p:nvPr>
            <p:ph type="body" sz="quarter" idx="10" hasCustomPrompt="1"/>
          </p:nvPr>
        </p:nvSpPr>
        <p:spPr>
          <a:xfrm>
            <a:off x="160409"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24" name="Espace réservé du texte 22">
            <a:extLst>
              <a:ext uri="{FF2B5EF4-FFF2-40B4-BE49-F238E27FC236}">
                <a16:creationId xmlns:a16="http://schemas.microsoft.com/office/drawing/2014/main" id="{116FACC4-F6A3-FD48-56DA-A346E2EFB48F}"/>
              </a:ext>
            </a:extLst>
          </p:cNvPr>
          <p:cNvSpPr>
            <a:spLocks noGrp="1"/>
          </p:cNvSpPr>
          <p:nvPr>
            <p:ph type="body" sz="quarter" idx="11" hasCustomPrompt="1"/>
          </p:nvPr>
        </p:nvSpPr>
        <p:spPr>
          <a:xfrm>
            <a:off x="160409"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25" name="Espace réservé du texte 22">
            <a:extLst>
              <a:ext uri="{FF2B5EF4-FFF2-40B4-BE49-F238E27FC236}">
                <a16:creationId xmlns:a16="http://schemas.microsoft.com/office/drawing/2014/main" id="{84F2AACE-BBE0-973B-70C7-EB949A19C36F}"/>
              </a:ext>
            </a:extLst>
          </p:cNvPr>
          <p:cNvSpPr>
            <a:spLocks noGrp="1"/>
          </p:cNvSpPr>
          <p:nvPr>
            <p:ph type="body" sz="quarter" idx="12" hasCustomPrompt="1"/>
          </p:nvPr>
        </p:nvSpPr>
        <p:spPr>
          <a:xfrm>
            <a:off x="160409"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29" name="Espace réservé pour une image  27">
            <a:extLst>
              <a:ext uri="{FF2B5EF4-FFF2-40B4-BE49-F238E27FC236}">
                <a16:creationId xmlns:a16="http://schemas.microsoft.com/office/drawing/2014/main" id="{95AD02E2-678F-BA98-98BE-FDF0E1027D5B}"/>
              </a:ext>
            </a:extLst>
          </p:cNvPr>
          <p:cNvSpPr>
            <a:spLocks noGrp="1"/>
          </p:cNvSpPr>
          <p:nvPr>
            <p:ph type="pic" sz="quarter" idx="13"/>
          </p:nvPr>
        </p:nvSpPr>
        <p:spPr>
          <a:xfrm>
            <a:off x="538163" y="1203492"/>
            <a:ext cx="1560512" cy="1628109"/>
          </a:xfrm>
        </p:spPr>
        <p:txBody>
          <a:bodyPr/>
          <a:lstStyle>
            <a:lvl1pPr rtl="0">
              <a:defRPr/>
            </a:lvl1pPr>
          </a:lstStyle>
          <a:p>
            <a:r>
              <a:rPr lang="fr-FR"/>
              <a:t>Cliquez sur l'icône pour ajouter une image</a:t>
            </a:r>
          </a:p>
        </p:txBody>
      </p:sp>
      <p:sp>
        <p:nvSpPr>
          <p:cNvPr id="30" name="Espace réservé du texte 22">
            <a:extLst>
              <a:ext uri="{FF2B5EF4-FFF2-40B4-BE49-F238E27FC236}">
                <a16:creationId xmlns:a16="http://schemas.microsoft.com/office/drawing/2014/main" id="{2AB991A5-B28D-31D4-7C2A-ABCE44AF2DFA}"/>
              </a:ext>
            </a:extLst>
          </p:cNvPr>
          <p:cNvSpPr>
            <a:spLocks noGrp="1"/>
          </p:cNvSpPr>
          <p:nvPr>
            <p:ph type="body" sz="quarter" idx="14" hasCustomPrompt="1"/>
          </p:nvPr>
        </p:nvSpPr>
        <p:spPr>
          <a:xfrm>
            <a:off x="2551576"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1" name="Espace réservé du texte 22">
            <a:extLst>
              <a:ext uri="{FF2B5EF4-FFF2-40B4-BE49-F238E27FC236}">
                <a16:creationId xmlns:a16="http://schemas.microsoft.com/office/drawing/2014/main" id="{3D1E0C0A-2EDD-3661-A430-C375B328B397}"/>
              </a:ext>
            </a:extLst>
          </p:cNvPr>
          <p:cNvSpPr>
            <a:spLocks noGrp="1"/>
          </p:cNvSpPr>
          <p:nvPr>
            <p:ph type="body" sz="quarter" idx="15" hasCustomPrompt="1"/>
          </p:nvPr>
        </p:nvSpPr>
        <p:spPr>
          <a:xfrm>
            <a:off x="2551576"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2" name="Espace réservé du texte 22">
            <a:extLst>
              <a:ext uri="{FF2B5EF4-FFF2-40B4-BE49-F238E27FC236}">
                <a16:creationId xmlns:a16="http://schemas.microsoft.com/office/drawing/2014/main" id="{3848698C-2799-1BF7-AD01-97F06EB07DE3}"/>
              </a:ext>
            </a:extLst>
          </p:cNvPr>
          <p:cNvSpPr>
            <a:spLocks noGrp="1"/>
          </p:cNvSpPr>
          <p:nvPr>
            <p:ph type="body" sz="quarter" idx="16" hasCustomPrompt="1"/>
          </p:nvPr>
        </p:nvSpPr>
        <p:spPr>
          <a:xfrm>
            <a:off x="2551576"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3" name="Espace réservé pour une image  27">
            <a:extLst>
              <a:ext uri="{FF2B5EF4-FFF2-40B4-BE49-F238E27FC236}">
                <a16:creationId xmlns:a16="http://schemas.microsoft.com/office/drawing/2014/main" id="{16715DB2-ED35-33DC-09EB-AC0D37CEC9DA}"/>
              </a:ext>
            </a:extLst>
          </p:cNvPr>
          <p:cNvSpPr>
            <a:spLocks noGrp="1"/>
          </p:cNvSpPr>
          <p:nvPr>
            <p:ph type="pic" sz="quarter" idx="17"/>
          </p:nvPr>
        </p:nvSpPr>
        <p:spPr>
          <a:xfrm>
            <a:off x="2929330" y="1203492"/>
            <a:ext cx="1560512" cy="1628109"/>
          </a:xfrm>
        </p:spPr>
        <p:txBody>
          <a:bodyPr/>
          <a:lstStyle>
            <a:lvl1pPr rtl="0">
              <a:defRPr/>
            </a:lvl1pPr>
          </a:lstStyle>
          <a:p>
            <a:r>
              <a:rPr lang="fr-FR"/>
              <a:t>Cliquez sur l'icône pour ajouter une image</a:t>
            </a:r>
          </a:p>
        </p:txBody>
      </p:sp>
      <p:sp>
        <p:nvSpPr>
          <p:cNvPr id="34" name="Espace réservé du texte 22">
            <a:extLst>
              <a:ext uri="{FF2B5EF4-FFF2-40B4-BE49-F238E27FC236}">
                <a16:creationId xmlns:a16="http://schemas.microsoft.com/office/drawing/2014/main" id="{7FEC946C-C2D2-6CC0-77AD-1693A19C14CD}"/>
              </a:ext>
            </a:extLst>
          </p:cNvPr>
          <p:cNvSpPr>
            <a:spLocks noGrp="1"/>
          </p:cNvSpPr>
          <p:nvPr>
            <p:ph type="body" sz="quarter" idx="18" hasCustomPrompt="1"/>
          </p:nvPr>
        </p:nvSpPr>
        <p:spPr>
          <a:xfrm>
            <a:off x="4942744"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5" name="Espace réservé du texte 22">
            <a:extLst>
              <a:ext uri="{FF2B5EF4-FFF2-40B4-BE49-F238E27FC236}">
                <a16:creationId xmlns:a16="http://schemas.microsoft.com/office/drawing/2014/main" id="{FE760D77-8599-8105-839E-878F4499C694}"/>
              </a:ext>
            </a:extLst>
          </p:cNvPr>
          <p:cNvSpPr>
            <a:spLocks noGrp="1"/>
          </p:cNvSpPr>
          <p:nvPr>
            <p:ph type="body" sz="quarter" idx="19" hasCustomPrompt="1"/>
          </p:nvPr>
        </p:nvSpPr>
        <p:spPr>
          <a:xfrm>
            <a:off x="4942744"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36" name="Espace réservé du texte 22">
            <a:extLst>
              <a:ext uri="{FF2B5EF4-FFF2-40B4-BE49-F238E27FC236}">
                <a16:creationId xmlns:a16="http://schemas.microsoft.com/office/drawing/2014/main" id="{A6EAC7CD-F8DB-F29A-2F2D-FC53CE6A202D}"/>
              </a:ext>
            </a:extLst>
          </p:cNvPr>
          <p:cNvSpPr>
            <a:spLocks noGrp="1"/>
          </p:cNvSpPr>
          <p:nvPr>
            <p:ph type="body" sz="quarter" idx="20" hasCustomPrompt="1"/>
          </p:nvPr>
        </p:nvSpPr>
        <p:spPr>
          <a:xfrm>
            <a:off x="4942744"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37" name="Espace réservé pour une image  27">
            <a:extLst>
              <a:ext uri="{FF2B5EF4-FFF2-40B4-BE49-F238E27FC236}">
                <a16:creationId xmlns:a16="http://schemas.microsoft.com/office/drawing/2014/main" id="{54C671B2-E4BB-899F-47E7-0FD66FC415AB}"/>
              </a:ext>
            </a:extLst>
          </p:cNvPr>
          <p:cNvSpPr>
            <a:spLocks noGrp="1"/>
          </p:cNvSpPr>
          <p:nvPr>
            <p:ph type="pic" sz="quarter" idx="21"/>
          </p:nvPr>
        </p:nvSpPr>
        <p:spPr>
          <a:xfrm>
            <a:off x="5320498" y="1203492"/>
            <a:ext cx="1560512" cy="1628109"/>
          </a:xfrm>
        </p:spPr>
        <p:txBody>
          <a:bodyPr/>
          <a:lstStyle>
            <a:lvl1pPr rtl="0">
              <a:defRPr/>
            </a:lvl1pPr>
          </a:lstStyle>
          <a:p>
            <a:r>
              <a:rPr lang="fr-FR"/>
              <a:t>Cliquez sur l'icône pour ajouter une image</a:t>
            </a:r>
          </a:p>
        </p:txBody>
      </p:sp>
      <p:sp>
        <p:nvSpPr>
          <p:cNvPr id="38" name="Espace réservé du texte 22">
            <a:extLst>
              <a:ext uri="{FF2B5EF4-FFF2-40B4-BE49-F238E27FC236}">
                <a16:creationId xmlns:a16="http://schemas.microsoft.com/office/drawing/2014/main" id="{372B1A6C-DE96-53D9-9A8B-A3554B85A83F}"/>
              </a:ext>
            </a:extLst>
          </p:cNvPr>
          <p:cNvSpPr>
            <a:spLocks noGrp="1"/>
          </p:cNvSpPr>
          <p:nvPr>
            <p:ph type="body" sz="quarter" idx="22" hasCustomPrompt="1"/>
          </p:nvPr>
        </p:nvSpPr>
        <p:spPr>
          <a:xfrm>
            <a:off x="7333911"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39" name="Espace réservé du texte 22">
            <a:extLst>
              <a:ext uri="{FF2B5EF4-FFF2-40B4-BE49-F238E27FC236}">
                <a16:creationId xmlns:a16="http://schemas.microsoft.com/office/drawing/2014/main" id="{2C8BC5F1-B79C-A9E8-15B3-D563C87E537F}"/>
              </a:ext>
            </a:extLst>
          </p:cNvPr>
          <p:cNvSpPr>
            <a:spLocks noGrp="1"/>
          </p:cNvSpPr>
          <p:nvPr>
            <p:ph type="body" sz="quarter" idx="23" hasCustomPrompt="1"/>
          </p:nvPr>
        </p:nvSpPr>
        <p:spPr>
          <a:xfrm>
            <a:off x="7333911"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0" name="Espace réservé du texte 22">
            <a:extLst>
              <a:ext uri="{FF2B5EF4-FFF2-40B4-BE49-F238E27FC236}">
                <a16:creationId xmlns:a16="http://schemas.microsoft.com/office/drawing/2014/main" id="{E2EA75BB-74DC-4842-9BB2-48D0B73E0A4A}"/>
              </a:ext>
            </a:extLst>
          </p:cNvPr>
          <p:cNvSpPr>
            <a:spLocks noGrp="1"/>
          </p:cNvSpPr>
          <p:nvPr>
            <p:ph type="body" sz="quarter" idx="24" hasCustomPrompt="1"/>
          </p:nvPr>
        </p:nvSpPr>
        <p:spPr>
          <a:xfrm>
            <a:off x="7333911"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1" name="Espace réservé pour une image  27">
            <a:extLst>
              <a:ext uri="{FF2B5EF4-FFF2-40B4-BE49-F238E27FC236}">
                <a16:creationId xmlns:a16="http://schemas.microsoft.com/office/drawing/2014/main" id="{7C952499-A464-4FAB-658D-BD08D4B2E315}"/>
              </a:ext>
            </a:extLst>
          </p:cNvPr>
          <p:cNvSpPr>
            <a:spLocks noGrp="1"/>
          </p:cNvSpPr>
          <p:nvPr>
            <p:ph type="pic" sz="quarter" idx="25"/>
          </p:nvPr>
        </p:nvSpPr>
        <p:spPr>
          <a:xfrm>
            <a:off x="7711665" y="1203492"/>
            <a:ext cx="1560512" cy="1628109"/>
          </a:xfrm>
        </p:spPr>
        <p:txBody>
          <a:bodyPr/>
          <a:lstStyle>
            <a:lvl1pPr rtl="0">
              <a:defRPr/>
            </a:lvl1pPr>
          </a:lstStyle>
          <a:p>
            <a:r>
              <a:rPr lang="fr-FR"/>
              <a:t>Cliquez sur l'icône pour ajouter une image</a:t>
            </a:r>
          </a:p>
        </p:txBody>
      </p:sp>
      <p:sp>
        <p:nvSpPr>
          <p:cNvPr id="42" name="Espace réservé du texte 22">
            <a:extLst>
              <a:ext uri="{FF2B5EF4-FFF2-40B4-BE49-F238E27FC236}">
                <a16:creationId xmlns:a16="http://schemas.microsoft.com/office/drawing/2014/main" id="{05FB3A31-8B0E-76A4-B340-CE70CEF56B2B}"/>
              </a:ext>
            </a:extLst>
          </p:cNvPr>
          <p:cNvSpPr>
            <a:spLocks noGrp="1"/>
          </p:cNvSpPr>
          <p:nvPr>
            <p:ph type="body" sz="quarter" idx="26" hasCustomPrompt="1"/>
          </p:nvPr>
        </p:nvSpPr>
        <p:spPr>
          <a:xfrm>
            <a:off x="9724855" y="2854600"/>
            <a:ext cx="2306512" cy="631283"/>
          </a:xfrm>
        </p:spPr>
        <p:txBody>
          <a:bodyPr anchor="ctr"/>
          <a:lstStyle>
            <a:lvl1pPr marL="0" indent="0" algn="ctr" rtl="0">
              <a:spcBef>
                <a:spcPts val="0"/>
              </a:spcBef>
              <a:spcAft>
                <a:spcPts val="0"/>
              </a:spcAft>
              <a:buNone/>
              <a:defRPr sz="1600" b="1"/>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lvl="0"/>
            <a:r>
              <a:rPr lang="fr-FR"/>
              <a:t>NOM PRENOM</a:t>
            </a:r>
          </a:p>
        </p:txBody>
      </p:sp>
      <p:sp>
        <p:nvSpPr>
          <p:cNvPr id="43" name="Espace réservé du texte 22">
            <a:extLst>
              <a:ext uri="{FF2B5EF4-FFF2-40B4-BE49-F238E27FC236}">
                <a16:creationId xmlns:a16="http://schemas.microsoft.com/office/drawing/2014/main" id="{3A7CA541-6CC3-5B2B-5137-23CE7AC3383A}"/>
              </a:ext>
            </a:extLst>
          </p:cNvPr>
          <p:cNvSpPr>
            <a:spLocks noGrp="1"/>
          </p:cNvSpPr>
          <p:nvPr>
            <p:ph type="body" sz="quarter" idx="27" hasCustomPrompt="1"/>
          </p:nvPr>
        </p:nvSpPr>
        <p:spPr>
          <a:xfrm>
            <a:off x="9724855" y="3485883"/>
            <a:ext cx="2306512" cy="342167"/>
          </a:xfrm>
        </p:spPr>
        <p:txBody>
          <a:bodyPr/>
          <a:lstStyle>
            <a:lvl1pPr marL="0" indent="0" algn="ctr" rtl="0">
              <a:spcBef>
                <a:spcPts val="0"/>
              </a:spcBef>
              <a:spcAft>
                <a:spcPts val="0"/>
              </a:spcAft>
              <a:buNone/>
              <a:defRPr kumimoji="0" lang="fr-FR" sz="1400" b="1" i="0" u="none" strike="noStrike" kern="1200" cap="none" spc="0" normalizeH="0" baseline="0" dirty="0" smtClean="0">
                <a:ln>
                  <a:noFill/>
                </a:ln>
                <a:solidFill>
                  <a:srgbClr val="43A2BF"/>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GRADE</a:t>
            </a:r>
          </a:p>
        </p:txBody>
      </p:sp>
      <p:sp>
        <p:nvSpPr>
          <p:cNvPr id="44" name="Espace réservé du texte 22">
            <a:extLst>
              <a:ext uri="{FF2B5EF4-FFF2-40B4-BE49-F238E27FC236}">
                <a16:creationId xmlns:a16="http://schemas.microsoft.com/office/drawing/2014/main" id="{5BB26FB2-E7B0-9BF9-45BF-1AB5DD2A063C}"/>
              </a:ext>
            </a:extLst>
          </p:cNvPr>
          <p:cNvSpPr>
            <a:spLocks noGrp="1"/>
          </p:cNvSpPr>
          <p:nvPr>
            <p:ph type="body" sz="quarter" idx="28" hasCustomPrompt="1"/>
          </p:nvPr>
        </p:nvSpPr>
        <p:spPr>
          <a:xfrm>
            <a:off x="9724855" y="3828050"/>
            <a:ext cx="2306512" cy="627767"/>
          </a:xfrm>
        </p:spPr>
        <p:txBody>
          <a:bodyPr/>
          <a:lstStyle>
            <a:lvl1pPr marL="0" indent="0" algn="ctr" rtl="0">
              <a:spcBef>
                <a:spcPts val="0"/>
              </a:spcBef>
              <a:spcAft>
                <a:spcPts val="0"/>
              </a:spcAft>
              <a:buNone/>
              <a:defRPr kumimoji="0" lang="fr-FR" sz="1000" b="0" i="0" u="none" strike="noStrike" kern="1200" cap="none" spc="0" normalizeH="0" baseline="0" dirty="0">
                <a:ln>
                  <a:noFill/>
                </a:ln>
                <a:solidFill>
                  <a:srgbClr val="353637"/>
                </a:solidFill>
                <a:effectLst/>
                <a:uLnTx/>
                <a:uFillTx/>
                <a:latin typeface="Arial" panose="020B0604020202020204"/>
                <a:ea typeface="+mn-ea"/>
                <a:cs typeface="+mn-cs"/>
              </a:defRPr>
            </a:lvl1pPr>
            <a:lvl2pPr marL="0" indent="0" algn="ctr">
              <a:spcBef>
                <a:spcPts val="0"/>
              </a:spcBef>
              <a:spcAft>
                <a:spcPts val="0"/>
              </a:spcAft>
              <a:buNone/>
              <a:defRPr b="1">
                <a:solidFill>
                  <a:schemeClr val="tx2"/>
                </a:solidFill>
              </a:defRPr>
            </a:lvl2pPr>
            <a:lvl3pPr marL="0" indent="0" algn="ctr">
              <a:spcBef>
                <a:spcPts val="0"/>
              </a:spcBef>
              <a:spcAft>
                <a:spcPts val="0"/>
              </a:spcAft>
              <a:buNone/>
              <a:defRPr sz="1000"/>
            </a:lvl3pPr>
            <a:lvl4pPr algn="ctr">
              <a:defRPr/>
            </a:lvl4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a:t>Prénom.nom@amitaconseil.com</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a:t>+33 (0) 6 12 34 56 78</a:t>
            </a:r>
          </a:p>
        </p:txBody>
      </p:sp>
      <p:sp>
        <p:nvSpPr>
          <p:cNvPr id="45" name="Espace réservé pour une image  27">
            <a:extLst>
              <a:ext uri="{FF2B5EF4-FFF2-40B4-BE49-F238E27FC236}">
                <a16:creationId xmlns:a16="http://schemas.microsoft.com/office/drawing/2014/main" id="{E87B8E6C-BC45-A6D3-096D-B1798940D4D9}"/>
              </a:ext>
            </a:extLst>
          </p:cNvPr>
          <p:cNvSpPr>
            <a:spLocks noGrp="1"/>
          </p:cNvSpPr>
          <p:nvPr>
            <p:ph type="pic" sz="quarter" idx="29"/>
          </p:nvPr>
        </p:nvSpPr>
        <p:spPr>
          <a:xfrm>
            <a:off x="10102609" y="1203492"/>
            <a:ext cx="1560512" cy="1628109"/>
          </a:xfrm>
        </p:spPr>
        <p:txBody>
          <a:bodyPr/>
          <a:lstStyle>
            <a:lvl1pPr rtl="0">
              <a:defRPr/>
            </a:lvl1pPr>
          </a:lstStyle>
          <a:p>
            <a:r>
              <a:rPr lang="fr-FR"/>
              <a:t>Cliquez sur l'icône pour ajouter une image</a:t>
            </a:r>
          </a:p>
        </p:txBody>
      </p:sp>
      <p:sp>
        <p:nvSpPr>
          <p:cNvPr id="51" name="Espace réservé du pied de page 50">
            <a:extLst>
              <a:ext uri="{FF2B5EF4-FFF2-40B4-BE49-F238E27FC236}">
                <a16:creationId xmlns:a16="http://schemas.microsoft.com/office/drawing/2014/main" id="{2BB51DBB-F4DD-F2BF-774A-D3D25DA76D52}"/>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4" name="Espace réservé du numéro de diapositive 3">
            <a:extLst>
              <a:ext uri="{FF2B5EF4-FFF2-40B4-BE49-F238E27FC236}">
                <a16:creationId xmlns:a16="http://schemas.microsoft.com/office/drawing/2014/main" id="{E6A8C689-FE8E-03D2-D8C2-6C480215F59A}"/>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a:t>
            </a:fld>
            <a:endParaRPr lang="fr-FR"/>
          </a:p>
        </p:txBody>
      </p:sp>
      <p:sp>
        <p:nvSpPr>
          <p:cNvPr id="5" name="Text Placeholder 16">
            <a:extLst>
              <a:ext uri="{FF2B5EF4-FFF2-40B4-BE49-F238E27FC236}">
                <a16:creationId xmlns:a16="http://schemas.microsoft.com/office/drawing/2014/main" id="{725D12BC-F052-8411-1AF2-EA3837DBFB46}"/>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5" name="Text Placeholder 16">
            <a:extLst>
              <a:ext uri="{FF2B5EF4-FFF2-40B4-BE49-F238E27FC236}">
                <a16:creationId xmlns:a16="http://schemas.microsoft.com/office/drawing/2014/main" id="{2291CCAE-FFC5-414F-E449-E46E9E9C6E50}"/>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e la date 10">
            <a:extLst>
              <a:ext uri="{FF2B5EF4-FFF2-40B4-BE49-F238E27FC236}">
                <a16:creationId xmlns:a16="http://schemas.microsoft.com/office/drawing/2014/main" id="{C7F826E3-2192-51E8-5AB6-6F6EC9785ACB}"/>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80AF42E2-021C-4F41-8104-619F63EC6722}" type="datetime1">
              <a:rPr lang="fr-FR" smtClean="0"/>
              <a:t>04/04/2025</a:t>
            </a:fld>
            <a:endParaRPr lang="fr-FR"/>
          </a:p>
        </p:txBody>
      </p:sp>
    </p:spTree>
    <p:extLst>
      <p:ext uri="{BB962C8B-B14F-4D97-AF65-F5344CB8AC3E}">
        <p14:creationId xmlns:p14="http://schemas.microsoft.com/office/powerpoint/2010/main" val="172985967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Mot de la fin">
    <p:spTree>
      <p:nvGrpSpPr>
        <p:cNvPr id="1" name=""/>
        <p:cNvGrpSpPr/>
        <p:nvPr/>
      </p:nvGrpSpPr>
      <p:grpSpPr>
        <a:xfrm>
          <a:off x="0" y="0"/>
          <a:ext cx="0" cy="0"/>
          <a:chOff x="0" y="0"/>
          <a:chExt cx="0" cy="0"/>
        </a:xfrm>
      </p:grpSpPr>
      <p:graphicFrame>
        <p:nvGraphicFramePr>
          <p:cNvPr id="6" name="Objet 5" hidden="1">
            <a:extLst>
              <a:ext uri="{FF2B5EF4-FFF2-40B4-BE49-F238E27FC236}">
                <a16:creationId xmlns:a16="http://schemas.microsoft.com/office/drawing/2014/main" id="{96B5FBC2-58AC-2FAF-7D78-BF6E106ED017}"/>
              </a:ext>
            </a:extLst>
          </p:cNvPr>
          <p:cNvGraphicFramePr>
            <a:graphicFrameLocks noChangeAspect="1"/>
          </p:cNvGraphicFramePr>
          <p:nvPr>
            <p:custDataLst>
              <p:tags r:id="rId1"/>
            </p:custDataLst>
            <p:extLst>
              <p:ext uri="{D42A27DB-BD31-4B8C-83A1-F6EECF244321}">
                <p14:modId xmlns:p14="http://schemas.microsoft.com/office/powerpoint/2010/main" val="42006854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359" imgH="360" progId="TCLayout.ActiveDocument.1">
                  <p:embed/>
                </p:oleObj>
              </mc:Choice>
              <mc:Fallback>
                <p:oleObj name="Diapositive think-cell" r:id="rId3" imgW="359" imgH="360" progId="TCLayout.ActiveDocument.1">
                  <p:embed/>
                  <p:pic>
                    <p:nvPicPr>
                      <p:cNvPr id="6" name="Objet 5" hidden="1">
                        <a:extLst>
                          <a:ext uri="{FF2B5EF4-FFF2-40B4-BE49-F238E27FC236}">
                            <a16:creationId xmlns:a16="http://schemas.microsoft.com/office/drawing/2014/main" id="{96B5FBC2-58AC-2FAF-7D78-BF6E106ED0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8B4917B4-5954-0D76-BAA0-1A3698D526F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a:p>
        </p:txBody>
      </p:sp>
      <p:pic>
        <p:nvPicPr>
          <p:cNvPr id="11" name="Graphique 10">
            <a:extLst>
              <a:ext uri="{FF2B5EF4-FFF2-40B4-BE49-F238E27FC236}">
                <a16:creationId xmlns:a16="http://schemas.microsoft.com/office/drawing/2014/main" id="{0DF46767-FF2E-A311-5FC8-FC3CCA8535E7}"/>
              </a:ext>
            </a:extLst>
          </p:cNvPr>
          <p:cNvPicPr>
            <a:picLocks noChangeAspect="1"/>
          </p:cNvPicPr>
          <p:nvPr/>
        </p:nvPicPr>
        <p:blipFill>
          <a:blip r:embed="rId5">
            <a:extLst>
              <a:ext uri="{96DAC541-7B7A-43D3-8B79-37D633B846F1}">
                <asvg:svgBlip xmlns:asvg="http://schemas.microsoft.com/office/drawing/2016/SVG/main" r:embed="rId6"/>
              </a:ext>
            </a:extLst>
          </a:blip>
          <a:srcRect r="3370"/>
          <a:stretch/>
        </p:blipFill>
        <p:spPr>
          <a:xfrm>
            <a:off x="0" y="846925"/>
            <a:ext cx="12192000" cy="5676112"/>
          </a:xfrm>
          <a:prstGeom prst="rect">
            <a:avLst/>
          </a:prstGeom>
        </p:spPr>
      </p:pic>
      <p:sp>
        <p:nvSpPr>
          <p:cNvPr id="3" name="Espace réservé du pied de page 2">
            <a:extLst>
              <a:ext uri="{FF2B5EF4-FFF2-40B4-BE49-F238E27FC236}">
                <a16:creationId xmlns:a16="http://schemas.microsoft.com/office/drawing/2014/main" id="{66D93F71-C400-BDD2-7DE6-C958FFFC38C7}"/>
              </a:ext>
            </a:extLst>
          </p:cNvPr>
          <p:cNvSpPr txBox="1">
            <a:spLocks/>
          </p:cNvSpPr>
          <p:nvPr/>
        </p:nvSpPr>
        <p:spPr>
          <a:xfrm>
            <a:off x="986193" y="5253383"/>
            <a:ext cx="3408898" cy="365125"/>
          </a:xfrm>
          <a:prstGeom prst="rect">
            <a:avLst/>
          </a:prstGeom>
          <a:noFill/>
        </p:spPr>
        <p:txBody>
          <a:bodyPr vert="horz" lIns="91440" tIns="45720" rIns="91440" bIns="45720" rtlCol="0" anchor="ctr"/>
          <a:lstStyle>
            <a:defPPr>
              <a:defRPr lang="fr-FR"/>
            </a:defPPr>
            <a:lvl1pPr marL="0" algn="ctr" defTabSz="914400" rtl="0" eaLnBrk="1" latinLnBrk="0" hangingPunct="1">
              <a:defRPr kumimoji="0" lang="fr-FR" sz="900" b="0" i="0" u="none" strike="noStrike" kern="1200" cap="none" spc="0" normalizeH="0" baseline="0" dirty="0" smtClean="0">
                <a:ln>
                  <a:noFill/>
                </a:ln>
                <a:solidFill>
                  <a:schemeClr val="tx2"/>
                </a:solidFill>
                <a:effectLst/>
                <a:uLnTx/>
                <a:uFillTx/>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r>
              <a:rPr lang="fr-FR" sz="850" b="1">
                <a:solidFill>
                  <a:srgbClr val="353637"/>
                </a:solidFill>
                <a:latin typeface="Now" panose="00000800000000000000" pitchFamily="50" charset="0"/>
              </a:rPr>
              <a:t>CABINET DE CONSEIL EN TRANSFORMATION</a:t>
            </a:r>
          </a:p>
          <a:p>
            <a:pPr rtl="0"/>
            <a:r>
              <a:rPr lang="fr-FR" sz="700" b="1">
                <a:solidFill>
                  <a:srgbClr val="43A2BF"/>
                </a:solidFill>
                <a:latin typeface="Now" panose="00000800000000000000" pitchFamily="50" charset="0"/>
              </a:rPr>
              <a:t>PARIS – NANTES - NIORT</a:t>
            </a:r>
          </a:p>
        </p:txBody>
      </p:sp>
      <p:sp>
        <p:nvSpPr>
          <p:cNvPr id="4" name="Titre 2">
            <a:extLst>
              <a:ext uri="{FF2B5EF4-FFF2-40B4-BE49-F238E27FC236}">
                <a16:creationId xmlns:a16="http://schemas.microsoft.com/office/drawing/2014/main" id="{1DFA8C9F-5730-AE6C-7035-33A8BDB25715}"/>
              </a:ext>
            </a:extLst>
          </p:cNvPr>
          <p:cNvSpPr txBox="1">
            <a:spLocks/>
          </p:cNvSpPr>
          <p:nvPr/>
        </p:nvSpPr>
        <p:spPr bwMode="auto">
          <a:xfrm>
            <a:off x="452123" y="5754279"/>
            <a:ext cx="1391963" cy="267863"/>
          </a:xfrm>
          <a:prstGeom prst="rect">
            <a:avLst/>
          </a:prstGeom>
          <a:noFill/>
          <a:ln w="9525">
            <a:noFill/>
            <a:miter lim="800000"/>
            <a:headEnd/>
            <a:tailEnd/>
          </a:ln>
        </p:spPr>
        <p:txBody>
          <a:bodyPr vert="horz" wrap="square" lIns="90000" tIns="46800" rIns="90000" bIns="46800" numCol="1" anchor="t" anchorCtr="0" compatLnSpc="1">
            <a:prstTxWarp prst="textNoShape">
              <a:avLst/>
            </a:prstTxWarp>
          </a:bodyPr>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lnSpc>
                <a:spcPct val="90000"/>
              </a:lnSpc>
            </a:pPr>
            <a:r>
              <a:rPr lang="fr-FR" sz="900">
                <a:solidFill>
                  <a:schemeClr val="tx2"/>
                </a:solidFill>
                <a:latin typeface="+mn-lt"/>
                <a:ea typeface="+mj-ea"/>
                <a:cs typeface="+mj-cs"/>
              </a:rPr>
              <a:t>Mentions légales</a:t>
            </a:r>
          </a:p>
        </p:txBody>
      </p:sp>
      <p:sp>
        <p:nvSpPr>
          <p:cNvPr id="5" name="Text Placeholder 16">
            <a:extLst>
              <a:ext uri="{FF2B5EF4-FFF2-40B4-BE49-F238E27FC236}">
                <a16:creationId xmlns:a16="http://schemas.microsoft.com/office/drawing/2014/main" id="{296D9A24-28BA-F170-CE5D-7A98005351F0}"/>
              </a:ext>
            </a:extLst>
          </p:cNvPr>
          <p:cNvSpPr txBox="1">
            <a:spLocks/>
          </p:cNvSpPr>
          <p:nvPr/>
        </p:nvSpPr>
        <p:spPr>
          <a:xfrm>
            <a:off x="1844086" y="5754279"/>
            <a:ext cx="1847062"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a:solidFill>
                  <a:schemeClr val="bg1">
                    <a:lumMod val="50000"/>
                  </a:schemeClr>
                </a:solidFill>
                <a:latin typeface="+mn-lt"/>
              </a:rPr>
              <a:t>RCS Paris 844 224 881</a:t>
            </a:r>
          </a:p>
          <a:p>
            <a:pPr rtl="0"/>
            <a:r>
              <a:rPr lang="fr-FR" sz="900">
                <a:solidFill>
                  <a:schemeClr val="bg1">
                    <a:lumMod val="50000"/>
                  </a:schemeClr>
                </a:solidFill>
                <a:latin typeface="+mn-lt"/>
              </a:rPr>
              <a:t>APE 7022 Z</a:t>
            </a:r>
          </a:p>
          <a:p>
            <a:pPr rtl="0"/>
            <a:r>
              <a:rPr lang="fr-FR" sz="900">
                <a:solidFill>
                  <a:schemeClr val="bg1">
                    <a:lumMod val="50000"/>
                  </a:schemeClr>
                </a:solidFill>
                <a:latin typeface="+mn-lt"/>
              </a:rPr>
              <a:t>SAS au capital de 100 000 €</a:t>
            </a:r>
          </a:p>
        </p:txBody>
      </p:sp>
      <p:sp>
        <p:nvSpPr>
          <p:cNvPr id="8" name="Titre 7">
            <a:extLst>
              <a:ext uri="{FF2B5EF4-FFF2-40B4-BE49-F238E27FC236}">
                <a16:creationId xmlns:a16="http://schemas.microsoft.com/office/drawing/2014/main" id="{4F19F6FB-6C20-D474-9918-2BEDD82DC9C2}"/>
              </a:ext>
            </a:extLst>
          </p:cNvPr>
          <p:cNvSpPr>
            <a:spLocks noGrp="1"/>
          </p:cNvSpPr>
          <p:nvPr>
            <p:ph type="title"/>
          </p:nvPr>
        </p:nvSpPr>
        <p:spPr>
          <a:xfrm>
            <a:off x="380998" y="2473965"/>
            <a:ext cx="11430002" cy="694800"/>
          </a:xfrm>
        </p:spPr>
        <p:txBody>
          <a:bodyPr vert="horz"/>
          <a:lstStyle>
            <a:lvl1pPr marL="0" algn="ctr" defTabSz="914400" rtl="0" eaLnBrk="1" latinLnBrk="0" hangingPunct="1">
              <a:defRPr lang="fr-FR" sz="2000" b="1" kern="1200" dirty="0">
                <a:solidFill>
                  <a:schemeClr val="tx1"/>
                </a:solidFill>
                <a:latin typeface="+mn-lt"/>
                <a:ea typeface="+mn-ea"/>
                <a:cs typeface="+mn-cs"/>
              </a:defRPr>
            </a:lvl1pPr>
          </a:lstStyle>
          <a:p>
            <a:r>
              <a:rPr lang="fr-FR"/>
              <a:t>Modifiez le style du titre</a:t>
            </a:r>
          </a:p>
        </p:txBody>
      </p:sp>
      <p:sp>
        <p:nvSpPr>
          <p:cNvPr id="9" name="Espace réservé du pied de page 50">
            <a:extLst>
              <a:ext uri="{FF2B5EF4-FFF2-40B4-BE49-F238E27FC236}">
                <a16:creationId xmlns:a16="http://schemas.microsoft.com/office/drawing/2014/main" id="{733E0ACB-D5D5-59BF-42BE-573460770651}"/>
              </a:ext>
            </a:extLst>
          </p:cNvPr>
          <p:cNvSpPr>
            <a:spLocks noGrp="1"/>
          </p:cNvSpPr>
          <p:nvPr>
            <p:ph type="ftr" sz="quarter" idx="31"/>
          </p:nvPr>
        </p:nvSpPr>
        <p:spPr>
          <a:xfrm>
            <a:off x="1920021" y="6340475"/>
            <a:ext cx="8351958" cy="365125"/>
          </a:xfrm>
        </p:spPr>
        <p:txBody>
          <a:bodyPr/>
          <a:lstStyle>
            <a:lvl1pPr algn="ctr" rtl="0">
              <a:defRPr/>
            </a:lvl1pPr>
          </a:lstStyle>
          <a:p>
            <a:r>
              <a:rPr lang="fr-FR"/>
              <a:t>AMITA CONSEIL</a:t>
            </a:r>
          </a:p>
        </p:txBody>
      </p:sp>
      <p:sp>
        <p:nvSpPr>
          <p:cNvPr id="14" name="Text Placeholder 16">
            <a:extLst>
              <a:ext uri="{FF2B5EF4-FFF2-40B4-BE49-F238E27FC236}">
                <a16:creationId xmlns:a16="http://schemas.microsoft.com/office/drawing/2014/main" id="{4015D164-67AF-110B-1EB8-478D066B7517}"/>
              </a:ext>
            </a:extLst>
          </p:cNvPr>
          <p:cNvSpPr txBox="1">
            <a:spLocks/>
          </p:cNvSpPr>
          <p:nvPr/>
        </p:nvSpPr>
        <p:spPr>
          <a:xfrm>
            <a:off x="3758507"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PARIS</a:t>
            </a:r>
          </a:p>
          <a:p>
            <a:pPr rtl="0"/>
            <a:r>
              <a:rPr lang="fr-FR" sz="900">
                <a:solidFill>
                  <a:schemeClr val="bg1">
                    <a:lumMod val="50000"/>
                  </a:schemeClr>
                </a:solidFill>
                <a:latin typeface="+mn-lt"/>
              </a:rPr>
              <a:t>16 Rue Auber</a:t>
            </a:r>
          </a:p>
          <a:p>
            <a:pPr rtl="0"/>
            <a:r>
              <a:rPr lang="fr-FR" sz="900">
                <a:solidFill>
                  <a:schemeClr val="bg1">
                    <a:lumMod val="50000"/>
                  </a:schemeClr>
                </a:solidFill>
                <a:latin typeface="+mn-lt"/>
              </a:rPr>
              <a:t>75009 Paris</a:t>
            </a:r>
          </a:p>
        </p:txBody>
      </p:sp>
      <p:sp>
        <p:nvSpPr>
          <p:cNvPr id="15" name="Text Placeholder 16">
            <a:extLst>
              <a:ext uri="{FF2B5EF4-FFF2-40B4-BE49-F238E27FC236}">
                <a16:creationId xmlns:a16="http://schemas.microsoft.com/office/drawing/2014/main" id="{B8ADC259-7B80-9FBE-FD57-958EB94EE659}"/>
              </a:ext>
            </a:extLst>
          </p:cNvPr>
          <p:cNvSpPr txBox="1">
            <a:spLocks/>
          </p:cNvSpPr>
          <p:nvPr/>
        </p:nvSpPr>
        <p:spPr>
          <a:xfrm>
            <a:off x="5334375"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NIORT</a:t>
            </a:r>
          </a:p>
          <a:p>
            <a:pPr rtl="0"/>
            <a:r>
              <a:rPr lang="fr-FR" sz="900">
                <a:solidFill>
                  <a:schemeClr val="bg1">
                    <a:lumMod val="50000"/>
                  </a:schemeClr>
                </a:solidFill>
                <a:latin typeface="+mn-lt"/>
              </a:rPr>
              <a:t>103 Avenue de Paris</a:t>
            </a:r>
          </a:p>
          <a:p>
            <a:pPr rtl="0"/>
            <a:r>
              <a:rPr lang="fr-FR" sz="900">
                <a:solidFill>
                  <a:schemeClr val="bg1">
                    <a:lumMod val="50000"/>
                  </a:schemeClr>
                </a:solidFill>
                <a:latin typeface="+mn-lt"/>
              </a:rPr>
              <a:t>79000 Niort</a:t>
            </a:r>
          </a:p>
        </p:txBody>
      </p:sp>
      <p:sp>
        <p:nvSpPr>
          <p:cNvPr id="16" name="Text Placeholder 16">
            <a:extLst>
              <a:ext uri="{FF2B5EF4-FFF2-40B4-BE49-F238E27FC236}">
                <a16:creationId xmlns:a16="http://schemas.microsoft.com/office/drawing/2014/main" id="{E0C088F5-249F-102E-09F8-5FB90B2D71BA}"/>
              </a:ext>
            </a:extLst>
          </p:cNvPr>
          <p:cNvSpPr txBox="1">
            <a:spLocks/>
          </p:cNvSpPr>
          <p:nvPr/>
        </p:nvSpPr>
        <p:spPr>
          <a:xfrm>
            <a:off x="6910244" y="5754279"/>
            <a:ext cx="1568745" cy="555626"/>
          </a:xfrm>
          <a:prstGeom prst="rect">
            <a:avLst/>
          </a:prstGeom>
          <a:ln>
            <a:noFill/>
          </a:ln>
        </p:spPr>
        <p:txBody>
          <a:bodyPr lIns="90000" tIns="46800" rIns="90000" bIns="46800" anchor="t"/>
          <a:lstStyle>
            <a:defPPr>
              <a:defRPr lang="en-US"/>
            </a:defPPr>
            <a:lvl1pPr algn="l" rtl="0" fontAlgn="base">
              <a:spcBef>
                <a:spcPct val="0"/>
              </a:spcBef>
              <a:spcAft>
                <a:spcPct val="0"/>
              </a:spcAft>
              <a:defRPr sz="2939" kern="1200">
                <a:solidFill>
                  <a:schemeClr val="tx1"/>
                </a:solidFill>
                <a:latin typeface="Arial" charset="0"/>
                <a:ea typeface="+mn-ea"/>
                <a:cs typeface="+mn-cs"/>
              </a:defRPr>
            </a:lvl1pPr>
            <a:lvl2pPr marL="478940" algn="l" rtl="0" fontAlgn="base">
              <a:spcBef>
                <a:spcPct val="0"/>
              </a:spcBef>
              <a:spcAft>
                <a:spcPct val="0"/>
              </a:spcAft>
              <a:defRPr sz="2939" kern="1200">
                <a:solidFill>
                  <a:schemeClr val="tx1"/>
                </a:solidFill>
                <a:latin typeface="Arial" charset="0"/>
                <a:ea typeface="+mn-ea"/>
                <a:cs typeface="+mn-cs"/>
              </a:defRPr>
            </a:lvl2pPr>
            <a:lvl3pPr marL="957879" algn="l" rtl="0" fontAlgn="base">
              <a:spcBef>
                <a:spcPct val="0"/>
              </a:spcBef>
              <a:spcAft>
                <a:spcPct val="0"/>
              </a:spcAft>
              <a:defRPr sz="2939" kern="1200">
                <a:solidFill>
                  <a:schemeClr val="tx1"/>
                </a:solidFill>
                <a:latin typeface="Arial" charset="0"/>
                <a:ea typeface="+mn-ea"/>
                <a:cs typeface="+mn-cs"/>
              </a:defRPr>
            </a:lvl3pPr>
            <a:lvl4pPr marL="1436819" algn="l" rtl="0" fontAlgn="base">
              <a:spcBef>
                <a:spcPct val="0"/>
              </a:spcBef>
              <a:spcAft>
                <a:spcPct val="0"/>
              </a:spcAft>
              <a:defRPr sz="2939" kern="1200">
                <a:solidFill>
                  <a:schemeClr val="tx1"/>
                </a:solidFill>
                <a:latin typeface="Arial" charset="0"/>
                <a:ea typeface="+mn-ea"/>
                <a:cs typeface="+mn-cs"/>
              </a:defRPr>
            </a:lvl4pPr>
            <a:lvl5pPr marL="1915758" algn="l" rtl="0" fontAlgn="base">
              <a:spcBef>
                <a:spcPct val="0"/>
              </a:spcBef>
              <a:spcAft>
                <a:spcPct val="0"/>
              </a:spcAft>
              <a:defRPr sz="2939" kern="1200">
                <a:solidFill>
                  <a:schemeClr val="tx1"/>
                </a:solidFill>
                <a:latin typeface="Arial" charset="0"/>
                <a:ea typeface="+mn-ea"/>
                <a:cs typeface="+mn-cs"/>
              </a:defRPr>
            </a:lvl5pPr>
            <a:lvl6pPr marL="2394698" algn="l" defTabSz="957879" rtl="0" eaLnBrk="1" latinLnBrk="0" hangingPunct="1">
              <a:defRPr sz="2939" kern="1200">
                <a:solidFill>
                  <a:schemeClr val="tx1"/>
                </a:solidFill>
                <a:latin typeface="Arial" charset="0"/>
                <a:ea typeface="+mn-ea"/>
                <a:cs typeface="+mn-cs"/>
              </a:defRPr>
            </a:lvl6pPr>
            <a:lvl7pPr marL="2873637" algn="l" defTabSz="957879" rtl="0" eaLnBrk="1" latinLnBrk="0" hangingPunct="1">
              <a:defRPr sz="2939" kern="1200">
                <a:solidFill>
                  <a:schemeClr val="tx1"/>
                </a:solidFill>
                <a:latin typeface="Arial" charset="0"/>
                <a:ea typeface="+mn-ea"/>
                <a:cs typeface="+mn-cs"/>
              </a:defRPr>
            </a:lvl7pPr>
            <a:lvl8pPr marL="3352576" algn="l" defTabSz="957879" rtl="0" eaLnBrk="1" latinLnBrk="0" hangingPunct="1">
              <a:defRPr sz="2939" kern="1200">
                <a:solidFill>
                  <a:schemeClr val="tx1"/>
                </a:solidFill>
                <a:latin typeface="Arial" charset="0"/>
                <a:ea typeface="+mn-ea"/>
                <a:cs typeface="+mn-cs"/>
              </a:defRPr>
            </a:lvl8pPr>
            <a:lvl9pPr marL="3831516" algn="l" defTabSz="957879" rtl="0" eaLnBrk="1" latinLnBrk="0" hangingPunct="1">
              <a:defRPr sz="2939" kern="1200">
                <a:solidFill>
                  <a:schemeClr val="tx1"/>
                </a:solidFill>
                <a:latin typeface="Arial" charset="0"/>
                <a:ea typeface="+mn-ea"/>
                <a:cs typeface="+mn-cs"/>
              </a:defRPr>
            </a:lvl9pPr>
          </a:lstStyle>
          <a:p>
            <a:pPr rtl="0"/>
            <a:r>
              <a:rPr lang="fr-FR" sz="900" b="1">
                <a:solidFill>
                  <a:schemeClr val="bg1">
                    <a:lumMod val="50000"/>
                  </a:schemeClr>
                </a:solidFill>
                <a:latin typeface="+mn-lt"/>
              </a:rPr>
              <a:t>NANTES</a:t>
            </a:r>
          </a:p>
          <a:p>
            <a:pPr rtl="0"/>
            <a:r>
              <a:rPr lang="fr-FR" sz="900">
                <a:solidFill>
                  <a:schemeClr val="bg1">
                    <a:lumMod val="50000"/>
                  </a:schemeClr>
                </a:solidFill>
                <a:latin typeface="+mn-lt"/>
              </a:rPr>
              <a:t>17 Boulevard de Berlin</a:t>
            </a:r>
          </a:p>
          <a:p>
            <a:pPr rtl="0"/>
            <a:r>
              <a:rPr lang="fr-FR" sz="900">
                <a:solidFill>
                  <a:schemeClr val="bg1">
                    <a:lumMod val="50000"/>
                  </a:schemeClr>
                </a:solidFill>
                <a:latin typeface="+mn-lt"/>
              </a:rPr>
              <a:t>44000 Nantes</a:t>
            </a:r>
          </a:p>
        </p:txBody>
      </p:sp>
      <p:sp>
        <p:nvSpPr>
          <p:cNvPr id="17" name="Espace réservé du numéro de diapositive 3">
            <a:extLst>
              <a:ext uri="{FF2B5EF4-FFF2-40B4-BE49-F238E27FC236}">
                <a16:creationId xmlns:a16="http://schemas.microsoft.com/office/drawing/2014/main" id="{9E4CC770-9A02-5703-AA66-43EAB8B3510C}"/>
              </a:ext>
            </a:extLst>
          </p:cNvPr>
          <p:cNvSpPr>
            <a:spLocks noGrp="1"/>
          </p:cNvSpPr>
          <p:nvPr>
            <p:ph type="sldNum" sz="quarter" idx="32"/>
          </p:nvPr>
        </p:nvSpPr>
        <p:spPr>
          <a:xfrm>
            <a:off x="380995" y="6340475"/>
            <a:ext cx="362086" cy="360001"/>
          </a:xfrm>
        </p:spPr>
        <p:txBody>
          <a:bodyPr vert="horz" lIns="91440" tIns="45720" rIns="91440" bIns="45720" rtlCol="0" anchor="ctr"/>
          <a:lstStyle>
            <a:lvl1pPr rtl="0">
              <a:defRPr lang="fr-FR" smtClean="0"/>
            </a:lvl1pPr>
          </a:lstStyle>
          <a:p>
            <a:fld id="{BD9892E7-E91F-405F-A6AB-FE5AB3285265}" type="slidenum">
              <a:rPr lang="fr-FR" smtClean="0"/>
              <a:pPr/>
              <a:t>‹#›</a:t>
            </a:fld>
            <a:endParaRPr lang="fr-FR"/>
          </a:p>
        </p:txBody>
      </p:sp>
      <p:sp>
        <p:nvSpPr>
          <p:cNvPr id="19" name="Espace réservé de la date 10">
            <a:extLst>
              <a:ext uri="{FF2B5EF4-FFF2-40B4-BE49-F238E27FC236}">
                <a16:creationId xmlns:a16="http://schemas.microsoft.com/office/drawing/2014/main" id="{1F098B08-9DB9-0E9F-0651-539F4FE4C7E0}"/>
              </a:ext>
            </a:extLst>
          </p:cNvPr>
          <p:cNvSpPr>
            <a:spLocks noGrp="1"/>
          </p:cNvSpPr>
          <p:nvPr>
            <p:ph type="dt" sz="half" idx="2"/>
          </p:nvPr>
        </p:nvSpPr>
        <p:spPr>
          <a:xfrm>
            <a:off x="743081" y="6340475"/>
            <a:ext cx="1176940"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C3A00B2B-991D-40B7-9911-432FF4699D27}" type="datetime1">
              <a:rPr lang="fr-FR" smtClean="0"/>
              <a:t>04/04/2025</a:t>
            </a:fld>
            <a:endParaRPr lang="fr-FR"/>
          </a:p>
        </p:txBody>
      </p:sp>
    </p:spTree>
    <p:extLst>
      <p:ext uri="{BB962C8B-B14F-4D97-AF65-F5344CB8AC3E}">
        <p14:creationId xmlns:p14="http://schemas.microsoft.com/office/powerpoint/2010/main" val="4028927458"/>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t 8" hidden="1">
            <a:extLst>
              <a:ext uri="{FF2B5EF4-FFF2-40B4-BE49-F238E27FC236}">
                <a16:creationId xmlns:a16="http://schemas.microsoft.com/office/drawing/2014/main" id="{B068B94B-670C-F133-CB86-3E259DD20AD6}"/>
              </a:ext>
            </a:extLst>
          </p:cNvPr>
          <p:cNvGraphicFramePr>
            <a:graphicFrameLocks noChangeAspect="1"/>
          </p:cNvGraphicFramePr>
          <p:nvPr>
            <p:custDataLst>
              <p:tags r:id="rId20"/>
            </p:custDataLst>
            <p:extLst>
              <p:ext uri="{D42A27DB-BD31-4B8C-83A1-F6EECF244321}">
                <p14:modId xmlns:p14="http://schemas.microsoft.com/office/powerpoint/2010/main" val="3499218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21" imgW="359" imgH="360" progId="TCLayout.ActiveDocument.1">
                  <p:embed/>
                </p:oleObj>
              </mc:Choice>
              <mc:Fallback>
                <p:oleObj name="Diapositive think-cell" r:id="rId21" imgW="359" imgH="360" progId="TCLayout.ActiveDocument.1">
                  <p:embed/>
                  <p:pic>
                    <p:nvPicPr>
                      <p:cNvPr id="9" name="Objet 8" hidden="1">
                        <a:extLst>
                          <a:ext uri="{FF2B5EF4-FFF2-40B4-BE49-F238E27FC236}">
                            <a16:creationId xmlns:a16="http://schemas.microsoft.com/office/drawing/2014/main" id="{B068B94B-670C-F133-CB86-3E259DD20AD6}"/>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Espace réservé du titre 1">
            <a:extLst>
              <a:ext uri="{FF2B5EF4-FFF2-40B4-BE49-F238E27FC236}">
                <a16:creationId xmlns:a16="http://schemas.microsoft.com/office/drawing/2014/main" id="{D2AD48E1-B2D6-0FB1-1BBC-D92CA4BA4FD6}"/>
              </a:ext>
            </a:extLst>
          </p:cNvPr>
          <p:cNvSpPr>
            <a:spLocks noGrp="1"/>
          </p:cNvSpPr>
          <p:nvPr>
            <p:ph type="title"/>
          </p:nvPr>
        </p:nvSpPr>
        <p:spPr>
          <a:xfrm>
            <a:off x="380998" y="485693"/>
            <a:ext cx="11430002" cy="694800"/>
          </a:xfrm>
          <a:prstGeom prst="rect">
            <a:avLst/>
          </a:prstGeom>
        </p:spPr>
        <p:txBody>
          <a:bodyPr vert="horz" lIns="91440" tIns="45720" rIns="91440" bIns="45720" rtlCol="0" anchor="ctr">
            <a:noAutofit/>
          </a:bodyPr>
          <a:lstStyle/>
          <a:p>
            <a:r>
              <a:rPr lang="fr-FR"/>
              <a:t>TITRE</a:t>
            </a:r>
          </a:p>
        </p:txBody>
      </p:sp>
      <p:sp>
        <p:nvSpPr>
          <p:cNvPr id="3" name="Espace réservé du texte 2">
            <a:extLst>
              <a:ext uri="{FF2B5EF4-FFF2-40B4-BE49-F238E27FC236}">
                <a16:creationId xmlns:a16="http://schemas.microsoft.com/office/drawing/2014/main" id="{80ECA95B-165B-9DA2-D8F5-BC9BCA12C9BB}"/>
              </a:ext>
            </a:extLst>
          </p:cNvPr>
          <p:cNvSpPr>
            <a:spLocks noGrp="1"/>
          </p:cNvSpPr>
          <p:nvPr>
            <p:ph type="body" idx="1"/>
          </p:nvPr>
        </p:nvSpPr>
        <p:spPr>
          <a:xfrm>
            <a:off x="380997" y="1983600"/>
            <a:ext cx="11430003" cy="4194000"/>
          </a:xfrm>
          <a:prstGeom prst="rect">
            <a:avLst/>
          </a:prstGeom>
        </p:spPr>
        <p:txBody>
          <a:bodyPr vert="horz" lIns="91440" tIns="45720" rIns="91440" bIns="4572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a:p>
            <a:pPr lvl="5"/>
            <a:r>
              <a:rPr lang="fr-FR"/>
              <a:t>Sixième niveau</a:t>
            </a:r>
          </a:p>
        </p:txBody>
      </p:sp>
      <p:sp>
        <p:nvSpPr>
          <p:cNvPr id="5" name="Espace réservé du pied de page 4">
            <a:extLst>
              <a:ext uri="{FF2B5EF4-FFF2-40B4-BE49-F238E27FC236}">
                <a16:creationId xmlns:a16="http://schemas.microsoft.com/office/drawing/2014/main" id="{FDA6FC88-E0F2-E7D8-A6EE-622B5540EFF6}"/>
              </a:ext>
            </a:extLst>
          </p:cNvPr>
          <p:cNvSpPr>
            <a:spLocks noGrp="1"/>
          </p:cNvSpPr>
          <p:nvPr>
            <p:ph type="ftr" sz="quarter" idx="3"/>
          </p:nvPr>
        </p:nvSpPr>
        <p:spPr>
          <a:xfrm>
            <a:off x="1570426" y="6340475"/>
            <a:ext cx="7669039" cy="365125"/>
          </a:xfrm>
          <a:prstGeom prst="rect">
            <a:avLst/>
          </a:prstGeom>
        </p:spPr>
        <p:txBody>
          <a:bodyPr vert="horz" lIns="91440" tIns="45720" rIns="91440" bIns="45720" rtlCol="0" anchor="ctr"/>
          <a:lstStyle>
            <a:lvl1pPr marL="0" algn="l" defTabSz="914400" rtl="0" eaLnBrk="1" latinLnBrk="0" hangingPunct="1">
              <a:defRPr lang="fr-FR" sz="700" kern="1200" cap="all" baseline="0">
                <a:solidFill>
                  <a:schemeClr val="bg1">
                    <a:lumMod val="50000"/>
                  </a:schemeClr>
                </a:solidFill>
                <a:latin typeface="+mn-lt"/>
                <a:ea typeface="+mn-ea"/>
                <a:cs typeface="+mn-cs"/>
              </a:defRPr>
            </a:lvl1pPr>
          </a:lstStyle>
          <a:p>
            <a:r>
              <a:rPr lang="fr-FR"/>
              <a:t>AMITA CONSEIL</a:t>
            </a:r>
          </a:p>
        </p:txBody>
      </p:sp>
      <p:sp>
        <p:nvSpPr>
          <p:cNvPr id="6" name="Espace réservé du numéro de diapositive 5">
            <a:extLst>
              <a:ext uri="{FF2B5EF4-FFF2-40B4-BE49-F238E27FC236}">
                <a16:creationId xmlns:a16="http://schemas.microsoft.com/office/drawing/2014/main" id="{8165DD3F-8A0A-C37D-6F0C-0CD7DA21FABB}"/>
              </a:ext>
            </a:extLst>
          </p:cNvPr>
          <p:cNvSpPr>
            <a:spLocks noGrp="1"/>
          </p:cNvSpPr>
          <p:nvPr>
            <p:ph type="sldNum" sz="quarter" idx="4"/>
          </p:nvPr>
        </p:nvSpPr>
        <p:spPr>
          <a:xfrm>
            <a:off x="380997" y="6340475"/>
            <a:ext cx="362084" cy="365125"/>
          </a:xfrm>
          <a:prstGeom prst="rect">
            <a:avLst/>
          </a:prstGeom>
        </p:spPr>
        <p:txBody>
          <a:bodyPr vert="horz" lIns="91440" tIns="45720" rIns="91440" bIns="45720" rtlCol="0" anchor="ctr"/>
          <a:lstStyle>
            <a:lvl1pPr marL="0" algn="r" defTabSz="914400" rtl="0" eaLnBrk="1" latinLnBrk="0" hangingPunct="1">
              <a:defRPr kumimoji="0" lang="fr-FR" sz="700" b="0" i="0" u="none" strike="noStrike" kern="1200" cap="none" spc="0" normalizeH="0" baseline="0" smtClean="0">
                <a:ln>
                  <a:noFill/>
                </a:ln>
                <a:solidFill>
                  <a:schemeClr val="bg1">
                    <a:lumMod val="50000"/>
                  </a:schemeClr>
                </a:solidFill>
                <a:effectLst/>
                <a:uLnTx/>
                <a:uFillTx/>
                <a:latin typeface="+mn-lt"/>
                <a:ea typeface="+mn-ea"/>
                <a:cs typeface="+mn-cs"/>
              </a:defRPr>
            </a:lvl1pPr>
          </a:lstStyle>
          <a:p>
            <a:fld id="{BD9892E7-E91F-405F-A6AB-FE5AB3285265}" type="slidenum">
              <a:rPr lang="fr-FR" smtClean="0"/>
              <a:pPr/>
              <a:t>‹#›</a:t>
            </a:fld>
            <a:endParaRPr lang="fr-FR"/>
          </a:p>
        </p:txBody>
      </p:sp>
      <p:sp>
        <p:nvSpPr>
          <p:cNvPr id="8" name="ZoneTexte 7">
            <a:extLst>
              <a:ext uri="{FF2B5EF4-FFF2-40B4-BE49-F238E27FC236}">
                <a16:creationId xmlns:a16="http://schemas.microsoft.com/office/drawing/2014/main" id="{61775F55-D649-105E-BB88-44CDE1F10776}"/>
              </a:ext>
            </a:extLst>
          </p:cNvPr>
          <p:cNvSpPr txBox="1"/>
          <p:nvPr/>
        </p:nvSpPr>
        <p:spPr>
          <a:xfrm>
            <a:off x="9239464" y="6340476"/>
            <a:ext cx="1382110" cy="365124"/>
          </a:xfrm>
          <a:prstGeom prst="rect">
            <a:avLst/>
          </a:prstGeom>
          <a:noFill/>
        </p:spPr>
        <p:txBody>
          <a:bodyPr wrap="none" rtlCol="0" anchor="ctr">
            <a:noAutofit/>
          </a:bodyPr>
          <a:lstStyle/>
          <a:p>
            <a:pPr algn="ctr" rtl="0"/>
            <a:r>
              <a:rPr lang="fr-FR" sz="700">
                <a:solidFill>
                  <a:schemeClr val="bg1">
                    <a:lumMod val="50000"/>
                  </a:schemeClr>
                </a:solidFill>
                <a:latin typeface="+mn-lt"/>
              </a:rPr>
              <a:t>DOCUMENT CONFIDENTIEL</a:t>
            </a:r>
          </a:p>
        </p:txBody>
      </p:sp>
      <p:pic>
        <p:nvPicPr>
          <p:cNvPr id="10" name="Espace réservé du contenu 19">
            <a:extLst>
              <a:ext uri="{FF2B5EF4-FFF2-40B4-BE49-F238E27FC236}">
                <a16:creationId xmlns:a16="http://schemas.microsoft.com/office/drawing/2014/main" id="{21E15E84-437F-13B1-07E8-D06B251E45C1}"/>
              </a:ext>
            </a:extLst>
          </p:cNvPr>
          <p:cNvPicPr>
            <a:picLocks noChangeAspect="1"/>
          </p:cNvPicPr>
          <p:nvPr/>
        </p:nvPicPr>
        <p:blipFill>
          <a:blip r:embed="rId23">
            <a:extLst>
              <a:ext uri="{96DAC541-7B7A-43D3-8B79-37D633B846F1}">
                <asvg:svgBlip xmlns:asvg="http://schemas.microsoft.com/office/drawing/2016/SVG/main" r:embed="rId24"/>
              </a:ext>
            </a:extLst>
          </a:blip>
          <a:srcRect/>
          <a:stretch/>
        </p:blipFill>
        <p:spPr>
          <a:xfrm>
            <a:off x="10570881" y="6251120"/>
            <a:ext cx="1346895" cy="605929"/>
          </a:xfrm>
          <a:prstGeom prst="rect">
            <a:avLst/>
          </a:prstGeom>
        </p:spPr>
      </p:pic>
      <p:sp>
        <p:nvSpPr>
          <p:cNvPr id="7" name="Triangle isocèle 6">
            <a:extLst>
              <a:ext uri="{FF2B5EF4-FFF2-40B4-BE49-F238E27FC236}">
                <a16:creationId xmlns:a16="http://schemas.microsoft.com/office/drawing/2014/main" id="{89A10469-81FC-EB5E-ED6E-7AE4FBED36E8}"/>
              </a:ext>
            </a:extLst>
          </p:cNvPr>
          <p:cNvSpPr/>
          <p:nvPr/>
        </p:nvSpPr>
        <p:spPr>
          <a:xfrm rot="15131171">
            <a:off x="75423" y="142623"/>
            <a:ext cx="378055" cy="325910"/>
          </a:xfrm>
          <a:prstGeom prst="triangle">
            <a:avLst/>
          </a:prstGeom>
          <a:solidFill>
            <a:srgbClr val="1AC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sz="1400">
              <a:solidFill>
                <a:schemeClr val="tx1"/>
              </a:solidFill>
            </a:endParaRPr>
          </a:p>
        </p:txBody>
      </p:sp>
      <p:sp>
        <p:nvSpPr>
          <p:cNvPr id="11" name="Espace réservé de la date 10">
            <a:extLst>
              <a:ext uri="{FF2B5EF4-FFF2-40B4-BE49-F238E27FC236}">
                <a16:creationId xmlns:a16="http://schemas.microsoft.com/office/drawing/2014/main" id="{0C7D9D68-6C57-3DD6-C000-3F9EEBEA0355}"/>
              </a:ext>
            </a:extLst>
          </p:cNvPr>
          <p:cNvSpPr>
            <a:spLocks noGrp="1"/>
          </p:cNvSpPr>
          <p:nvPr>
            <p:ph type="dt" sz="half" idx="2"/>
          </p:nvPr>
        </p:nvSpPr>
        <p:spPr>
          <a:xfrm>
            <a:off x="743081" y="6340475"/>
            <a:ext cx="827345" cy="365124"/>
          </a:xfrm>
          <a:prstGeom prst="rect">
            <a:avLst/>
          </a:prstGeom>
        </p:spPr>
        <p:txBody>
          <a:bodyPr vert="horz" lIns="91440" tIns="45720" rIns="91440" bIns="45720" rtlCol="0" anchor="ctr"/>
          <a:lstStyle>
            <a:lvl1pPr marL="0" algn="l" defTabSz="914400" rtl="0" eaLnBrk="1" latinLnBrk="0" hangingPunct="1">
              <a:defRPr lang="fr-FR" sz="700" kern="1200" cap="all" baseline="0" smtClean="0">
                <a:solidFill>
                  <a:schemeClr val="bg1">
                    <a:lumMod val="50000"/>
                  </a:schemeClr>
                </a:solidFill>
                <a:latin typeface="+mn-lt"/>
                <a:ea typeface="+mn-ea"/>
                <a:cs typeface="+mn-cs"/>
              </a:defRPr>
            </a:lvl1pPr>
          </a:lstStyle>
          <a:p>
            <a:fld id="{99CA19EF-D4BE-4F92-9509-E047DF919FAE}" type="datetime1">
              <a:rPr lang="fr-FR" smtClean="0"/>
              <a:t>04/04/2025</a:t>
            </a:fld>
            <a:endParaRPr lang="fr-FR"/>
          </a:p>
        </p:txBody>
      </p:sp>
    </p:spTree>
    <p:extLst>
      <p:ext uri="{BB962C8B-B14F-4D97-AF65-F5344CB8AC3E}">
        <p14:creationId xmlns:p14="http://schemas.microsoft.com/office/powerpoint/2010/main" val="2700797077"/>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 id="2147483776" r:id="rId18"/>
  </p:sldLayoutIdLst>
  <p:hf hdr="0"/>
  <p:txStyles>
    <p:titleStyle>
      <a:lvl1pPr algn="l" defTabSz="914400" rtl="0" eaLnBrk="1" latinLnBrk="0" hangingPunct="1">
        <a:lnSpc>
          <a:spcPct val="100000"/>
        </a:lnSpc>
        <a:spcBef>
          <a:spcPct val="0"/>
        </a:spcBef>
        <a:buNone/>
        <a:defRPr lang="fr-FR" sz="2400" kern="1200" cap="all" baseline="0" dirty="0">
          <a:solidFill>
            <a:schemeClr val="tx1"/>
          </a:solidFill>
          <a:latin typeface="+mj-lt"/>
          <a:ea typeface="+mj-ea"/>
          <a:cs typeface="+mj-cs"/>
        </a:defRPr>
      </a:lvl1pPr>
    </p:titleStyle>
    <p:bodyStyle>
      <a:lvl1pPr marL="171450" indent="-17145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200" kern="1200">
          <a:solidFill>
            <a:schemeClr val="tx1"/>
          </a:solidFill>
          <a:latin typeface="+mn-lt"/>
          <a:ea typeface="+mn-ea"/>
          <a:cs typeface="+mn-cs"/>
        </a:defRPr>
      </a:lvl1pPr>
      <a:lvl2pPr marL="541338" indent="-228600" algn="l" defTabSz="914400" rtl="0" eaLnBrk="1" latinLnBrk="0" hangingPunct="1">
        <a:lnSpc>
          <a:spcPct val="100000"/>
        </a:lnSpc>
        <a:spcBef>
          <a:spcPts val="600"/>
        </a:spcBef>
        <a:spcAft>
          <a:spcPts val="400"/>
        </a:spcAft>
        <a:buClr>
          <a:schemeClr val="tx2"/>
        </a:buClr>
        <a:buSzPct val="110000"/>
        <a:buFont typeface="Arial" panose="020B0604020202020204" pitchFamily="34" charset="0"/>
        <a:buChar char="•"/>
        <a:defRPr lang="fr-FR" sz="1100" b="0" kern="1200" dirty="0">
          <a:solidFill>
            <a:schemeClr val="tx1"/>
          </a:solidFill>
          <a:latin typeface="+mn-lt"/>
          <a:ea typeface="+mn-ea"/>
          <a:cs typeface="+mn-cs"/>
        </a:defRPr>
      </a:lvl2pPr>
      <a:lvl3pPr marL="8969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50" kern="1200">
          <a:solidFill>
            <a:schemeClr val="tx1"/>
          </a:solidFill>
          <a:latin typeface="+mn-lt"/>
          <a:ea typeface="+mn-ea"/>
          <a:cs typeface="+mn-cs"/>
        </a:defRPr>
      </a:lvl3pPr>
      <a:lvl4pPr marL="1162050"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1000" kern="1200">
          <a:solidFill>
            <a:schemeClr val="tx1"/>
          </a:solidFill>
          <a:latin typeface="+mn-lt"/>
          <a:ea typeface="+mn-ea"/>
          <a:cs typeface="+mn-cs"/>
        </a:defRPr>
      </a:lvl4pPr>
      <a:lvl5pPr marL="1616075"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5pPr>
      <a:lvl6pPr marL="2065338" indent="-228600" algn="l" defTabSz="914400" rtl="0" eaLnBrk="1" latinLnBrk="0" hangingPunct="1">
        <a:lnSpc>
          <a:spcPct val="100000"/>
        </a:lnSpc>
        <a:spcBef>
          <a:spcPts val="600"/>
        </a:spcBef>
        <a:spcAft>
          <a:spcPts val="400"/>
        </a:spcAft>
        <a:buClr>
          <a:schemeClr val="tx2"/>
        </a:buClr>
        <a:buFont typeface="Arial" panose="020B0604020202020204" pitchFamily="34" charset="0"/>
        <a:buChar char="•"/>
        <a:defRPr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98">
          <p15:clr>
            <a:srgbClr val="F26B43"/>
          </p15:clr>
        </p15:guide>
        <p15:guide id="2" pos="7582">
          <p15:clr>
            <a:srgbClr val="F26B43"/>
          </p15:clr>
        </p15:guide>
        <p15:guide id="3" orient="horz" pos="96">
          <p15:clr>
            <a:srgbClr val="F26B43"/>
          </p15:clr>
        </p15:guide>
        <p15:guide id="4" orient="horz" pos="4224">
          <p15:clr>
            <a:srgbClr val="F26B43"/>
          </p15:clr>
        </p15:guide>
        <p15:guide id="5" pos="234">
          <p15:clr>
            <a:srgbClr val="F26B43"/>
          </p15:clr>
        </p15:guide>
        <p15:guide id="6" pos="7446">
          <p15:clr>
            <a:srgbClr val="F26B43"/>
          </p15:clr>
        </p15:guide>
        <p15:guide id="7" orient="horz" pos="1253">
          <p15:clr>
            <a:srgbClr val="F26B43"/>
          </p15:clr>
        </p15:guide>
        <p15:guide id="8" orient="horz" pos="754">
          <p15:clr>
            <a:srgbClr val="F26B43"/>
          </p15:clr>
        </p15:guide>
        <p15:guide id="9" orient="horz" pos="38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20.bin"/><Relationship Id="rId7" Type="http://schemas.openxmlformats.org/officeDocument/2006/relationships/image" Target="../media/image17.jpeg"/><Relationship Id="rId2" Type="http://schemas.openxmlformats.org/officeDocument/2006/relationships/slideLayout" Target="../slideLayouts/slideLayout15.xml"/><Relationship Id="rId1" Type="http://schemas.openxmlformats.org/officeDocument/2006/relationships/tags" Target="../tags/tag20.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5.xml"/><Relationship Id="rId1" Type="http://schemas.openxmlformats.org/officeDocument/2006/relationships/tags" Target="../tags/tag21.xml"/><Relationship Id="rId5" Type="http://schemas.openxmlformats.org/officeDocument/2006/relationships/image" Target="../media/image18.emf"/><Relationship Id="rId4" Type="http://schemas.openxmlformats.org/officeDocument/2006/relationships/oleObject" Target="../embeddings/oleObject21.bin"/></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5.xml"/><Relationship Id="rId1" Type="http://schemas.openxmlformats.org/officeDocument/2006/relationships/tags" Target="../tags/tag2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5.xml"/><Relationship Id="rId1" Type="http://schemas.openxmlformats.org/officeDocument/2006/relationships/tags" Target="../tags/tag23.xml"/><Relationship Id="rId5" Type="http://schemas.openxmlformats.org/officeDocument/2006/relationships/image" Target="../media/image18.emf"/><Relationship Id="rId4" Type="http://schemas.openxmlformats.org/officeDocument/2006/relationships/oleObject" Target="../embeddings/oleObject21.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E516-6B7A-5752-0AEC-0378A617E9B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4401277-41B0-E171-2C86-3D0217B774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F4401277-41B0-E171-2C86-3D0217B774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FCB08978-F8BB-5DFA-35F2-E62FA5CE133B}"/>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420076D4-B819-417A-BFE5-4D16BA421578}"/>
              </a:ext>
            </a:extLst>
          </p:cNvPr>
          <p:cNvSpPr txBox="1"/>
          <p:nvPr/>
        </p:nvSpPr>
        <p:spPr>
          <a:xfrm>
            <a:off x="1363319" y="705962"/>
            <a:ext cx="2689966" cy="1215717"/>
          </a:xfrm>
          <a:prstGeom prst="rect">
            <a:avLst/>
          </a:prstGeom>
          <a:noFill/>
        </p:spPr>
        <p:txBody>
          <a:bodyPr wrap="square" lIns="91440" tIns="45720" rIns="91440" bIns="45720" rtlCol="0" anchor="t">
            <a:spAutoFit/>
          </a:bodyPr>
          <a:lstStyle/>
          <a:p>
            <a:r>
              <a:rPr lang="fr-FR" sz="2400" cap="all" err="1">
                <a:solidFill>
                  <a:schemeClr val="bg1"/>
                </a:solidFill>
                <a:latin typeface="+mj-lt"/>
                <a:ea typeface="+mj-ea"/>
                <a:cs typeface="+mj-cs"/>
              </a:rPr>
              <a:t>grégoire</a:t>
            </a:r>
            <a:r>
              <a:rPr lang="fr-FR" sz="2400" cap="all">
                <a:solidFill>
                  <a:schemeClr val="bg1"/>
                </a:solidFill>
                <a:latin typeface="+mj-lt"/>
                <a:ea typeface="+mj-ea"/>
                <a:cs typeface="+mj-cs"/>
              </a:rPr>
              <a:t> SOURDEL</a:t>
            </a:r>
          </a:p>
          <a:p>
            <a:r>
              <a:rPr lang="fr-FR" sz="1600" b="1">
                <a:solidFill>
                  <a:schemeClr val="tx2"/>
                </a:solidFill>
                <a:latin typeface="+mj-lt"/>
              </a:rPr>
              <a:t>CONSULTANT SENIOR</a:t>
            </a:r>
            <a:endParaRPr lang="fr-FR" sz="900" b="1">
              <a:solidFill>
                <a:schemeClr val="tx2"/>
              </a:solidFill>
              <a:latin typeface="+mj-lt"/>
            </a:endParaRPr>
          </a:p>
          <a:p>
            <a:r>
              <a:rPr lang="fr-FR" sz="900" b="1">
                <a:solidFill>
                  <a:schemeClr val="tx2"/>
                </a:solidFill>
                <a:latin typeface="+mj-lt"/>
              </a:rPr>
              <a:t>9 ANS D’EXPÉRIENCE</a:t>
            </a:r>
          </a:p>
        </p:txBody>
      </p:sp>
      <p:sp>
        <p:nvSpPr>
          <p:cNvPr id="17" name="ZoneTexte 16">
            <a:extLst>
              <a:ext uri="{FF2B5EF4-FFF2-40B4-BE49-F238E27FC236}">
                <a16:creationId xmlns:a16="http://schemas.microsoft.com/office/drawing/2014/main" id="{4C348E1F-4DDB-78C8-F542-3EB2401B4404}"/>
              </a:ext>
            </a:extLst>
          </p:cNvPr>
          <p:cNvSpPr txBox="1"/>
          <p:nvPr/>
        </p:nvSpPr>
        <p:spPr>
          <a:xfrm>
            <a:off x="4239096" y="705962"/>
            <a:ext cx="7571902" cy="110799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Grégoire dispose de 9 années d’expérience dans le secteur bancaire en banque de détail et CIB. Il est intervenu sur des missions de pilotage de projets de transformation, sur la mise en place de SI, en tant qu’opérationnel en production de </a:t>
            </a:r>
            <a:r>
              <a:rPr kumimoji="0" lang="fr-FR" sz="1100" b="0" i="0" u="none" strike="noStrike" kern="1200" cap="none" spc="0" normalizeH="0" baseline="0" noProof="0" err="1">
                <a:ln>
                  <a:noFill/>
                </a:ln>
                <a:solidFill>
                  <a:srgbClr val="000000"/>
                </a:solidFill>
                <a:effectLst/>
                <a:uLnTx/>
                <a:uFillTx/>
                <a:latin typeface="Arial" panose="020B0604020202020204" pitchFamily="34" charset="0"/>
                <a:cs typeface="Arial" panose="020B0604020202020204" pitchFamily="34" charset="0"/>
              </a:rPr>
              <a:t>reporting</a:t>
            </a:r>
            <a:r>
              <a:rPr kumimoji="0" lang="fr-FR"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 réglementaires et comme analyste risques pour le financement entreprise. Il a développé lors de ces expériences une expertise en gestion des risques.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Au cours de ses missions, il a démontré une forte capacité d’analyse, d’adaptation, de travail en équipe ainsi qu’une grande autonomie dans son travail.</a:t>
            </a:r>
          </a:p>
        </p:txBody>
      </p:sp>
      <p:sp>
        <p:nvSpPr>
          <p:cNvPr id="19" name="Rectangle 18">
            <a:extLst>
              <a:ext uri="{FF2B5EF4-FFF2-40B4-BE49-F238E27FC236}">
                <a16:creationId xmlns:a16="http://schemas.microsoft.com/office/drawing/2014/main" id="{106FA32E-C5A3-B19F-C571-95B23C95E72A}"/>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a:solidFill>
                <a:schemeClr val="bg1"/>
              </a:solidFill>
            </a:endParaRPr>
          </a:p>
        </p:txBody>
      </p:sp>
      <p:sp>
        <p:nvSpPr>
          <p:cNvPr id="20" name="Forme libre : forme 19">
            <a:extLst>
              <a:ext uri="{FF2B5EF4-FFF2-40B4-BE49-F238E27FC236}">
                <a16:creationId xmlns:a16="http://schemas.microsoft.com/office/drawing/2014/main" id="{147DF1DD-5EA8-9D5D-5FF5-BF836C5928B4}"/>
              </a:ext>
            </a:extLst>
          </p:cNvPr>
          <p:cNvSpPr/>
          <p:nvPr/>
        </p:nvSpPr>
        <p:spPr>
          <a:xfrm>
            <a:off x="152673" y="3044322"/>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8A19E5D6-F0C9-EC32-8538-B362197DD5BE}"/>
              </a:ext>
            </a:extLst>
          </p:cNvPr>
          <p:cNvSpPr/>
          <p:nvPr/>
        </p:nvSpPr>
        <p:spPr>
          <a:xfrm>
            <a:off x="152673" y="495099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CD85422A-72EF-8255-566D-9A13957F2B94}"/>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FORMATIONS</a:t>
            </a:r>
            <a:endParaRPr lang="fr-FR" sz="1600" b="1" kern="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7761FC5B-F15E-D548-7B04-4D512A40AAF3}"/>
              </a:ext>
            </a:extLst>
          </p:cNvPr>
          <p:cNvSpPr/>
          <p:nvPr/>
        </p:nvSpPr>
        <p:spPr>
          <a:xfrm>
            <a:off x="371475" y="2350755"/>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a:solidFill>
                  <a:schemeClr val="bg1"/>
                </a:solidFill>
              </a:rPr>
              <a:t>Master 2 en Management de </a:t>
            </a:r>
            <a:r>
              <a:rPr lang="fr-FR" sz="1000" err="1">
                <a:solidFill>
                  <a:schemeClr val="bg1"/>
                </a:solidFill>
              </a:rPr>
              <a:t>KedgeBS</a:t>
            </a:r>
            <a:r>
              <a:rPr lang="fr-FR" sz="1000">
                <a:solidFill>
                  <a:schemeClr val="bg1"/>
                </a:solidFill>
              </a:rPr>
              <a:t> (ex-BEM Bordeaux Ecole de Management)</a:t>
            </a:r>
          </a:p>
          <a:p>
            <a:pPr marL="171450" indent="-171450">
              <a:buClr>
                <a:schemeClr val="tx2"/>
              </a:buClr>
              <a:buFont typeface="Arial" panose="020B0604020202020204" pitchFamily="34" charset="0"/>
              <a:buChar char="•"/>
            </a:pPr>
            <a:r>
              <a:rPr lang="fr-FR" sz="1000">
                <a:solidFill>
                  <a:schemeClr val="bg1"/>
                </a:solidFill>
              </a:rPr>
              <a:t>Licence 3 Droit immobilier au CNAM-ICH – en cours </a:t>
            </a:r>
          </a:p>
          <a:p>
            <a:pPr>
              <a:buClr>
                <a:schemeClr val="tx2"/>
              </a:buClr>
            </a:pPr>
            <a:endParaRPr lang="fr-FR" sz="1000">
              <a:solidFill>
                <a:schemeClr val="bg1"/>
              </a:solidFill>
            </a:endParaRPr>
          </a:p>
        </p:txBody>
      </p:sp>
      <p:sp>
        <p:nvSpPr>
          <p:cNvPr id="41" name="Forme libre : forme 40">
            <a:extLst>
              <a:ext uri="{FF2B5EF4-FFF2-40B4-BE49-F238E27FC236}">
                <a16:creationId xmlns:a16="http://schemas.microsoft.com/office/drawing/2014/main" id="{5968A43C-85F7-8947-A6AC-F0FB7939257E}"/>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9374B764-4A1F-3B82-6EFD-6F08A0BA92C7}"/>
              </a:ext>
            </a:extLst>
          </p:cNvPr>
          <p:cNvSpPr txBox="1"/>
          <p:nvPr/>
        </p:nvSpPr>
        <p:spPr>
          <a:xfrm>
            <a:off x="4862670" y="2414547"/>
            <a:ext cx="6957855" cy="3080010"/>
          </a:xfrm>
          <a:prstGeom prst="rect">
            <a:avLst/>
          </a:prstGeom>
          <a:noFill/>
        </p:spPr>
        <p:txBody>
          <a:bodyPr wrap="square" rtlCol="0">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1" i="0" u="none" strike="noStrike" kern="1200" cap="none" spc="0" baseline="0">
                <a:solidFill>
                  <a:srgbClr val="43A2BF"/>
                </a:solidFill>
                <a:uFillTx/>
                <a:latin typeface="Arial"/>
              </a:rPr>
              <a:t>CACIB – Equipe FPM</a:t>
            </a:r>
            <a:r>
              <a:rPr lang="en-GB" sz="1000" b="1" i="0" u="none" strike="noStrike" kern="1200" cap="none" spc="0" baseline="0">
                <a:solidFill>
                  <a:srgbClr val="43A2BF"/>
                </a:solidFill>
                <a:uFillTx/>
                <a:latin typeface="Arial"/>
              </a:rPr>
              <a:t> – </a:t>
            </a:r>
            <a:r>
              <a:rPr lang="fr-FR" sz="1000" b="1" i="0" u="none" strike="noStrike" kern="1200" cap="none" spc="0" baseline="0">
                <a:solidFill>
                  <a:srgbClr val="43A2BF"/>
                </a:solidFill>
                <a:uFillTx/>
                <a:latin typeface="Arial"/>
              </a:rPr>
              <a:t>Rapprochement LCR (24</a:t>
            </a:r>
            <a:r>
              <a:rPr lang="fr-FR" sz="1000" b="1">
                <a:solidFill>
                  <a:srgbClr val="43A2BF"/>
                </a:solidFill>
                <a:latin typeface="Arial"/>
              </a:rPr>
              <a:t> mois</a:t>
            </a:r>
            <a:r>
              <a:rPr lang="fr-FR" sz="1000" b="1" i="0" u="none" strike="noStrike" kern="1200" cap="none" spc="0" baseline="0">
                <a:solidFill>
                  <a:srgbClr val="43A2BF"/>
                </a:solidFill>
                <a:uFillTx/>
                <a:latin typeface="Arial"/>
              </a:rPr>
              <a:t>)</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Rapprochement mensuel des données issues de 2 outils de calcul du LCR</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Préparation et animation de comités</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Animation d’ateliers et suivi des actions </a:t>
            </a:r>
          </a:p>
          <a:p>
            <a:pPr marL="171450" indent="-171450">
              <a:lnSpc>
                <a:spcPct val="110000"/>
              </a:lnSpc>
              <a:buClr>
                <a:schemeClr val="accent1"/>
              </a:buClr>
              <a:buSzPts val="1000"/>
              <a:buFont typeface="Arial" panose="020B0604020202020204" pitchFamily="34" charset="0"/>
              <a:buChar char="•"/>
            </a:pPr>
            <a:endParaRPr lang="fr-FR" sz="1000">
              <a:solidFill>
                <a:srgbClr val="0D0D0D"/>
              </a:solidFill>
            </a:endParaRPr>
          </a:p>
          <a:p>
            <a:pPr lvl="0">
              <a:defRPr sz="1800" b="0" i="0" u="none" strike="noStrike" kern="0" cap="none" spc="0" baseline="0">
                <a:solidFill>
                  <a:srgbClr val="000000"/>
                </a:solidFill>
                <a:uFillTx/>
              </a:defRPr>
            </a:pPr>
            <a:r>
              <a:rPr lang="fr-FR" sz="1000" b="1">
                <a:solidFill>
                  <a:srgbClr val="43A2BF"/>
                </a:solidFill>
              </a:rPr>
              <a:t>BMW Finance – </a:t>
            </a:r>
            <a:r>
              <a:rPr lang="fr-FR" sz="1000" b="1" err="1">
                <a:solidFill>
                  <a:srgbClr val="43A2BF"/>
                </a:solidFill>
              </a:rPr>
              <a:t>Reporting</a:t>
            </a:r>
            <a:r>
              <a:rPr lang="fr-FR" sz="1000" b="1">
                <a:solidFill>
                  <a:srgbClr val="43A2BF"/>
                </a:solidFill>
              </a:rPr>
              <a:t> réglementaires (18 mois)</a:t>
            </a:r>
          </a:p>
          <a:p>
            <a:pPr>
              <a:lnSpc>
                <a:spcPct val="110000"/>
              </a:lnSpc>
              <a:buClr>
                <a:schemeClr val="accent1"/>
              </a:buClr>
              <a:buSzPts val="1000"/>
            </a:pPr>
            <a:r>
              <a:rPr lang="fr-FR" sz="1000">
                <a:cs typeface="Arial"/>
                <a:sym typeface="Arial"/>
              </a:rPr>
              <a:t>Renforcement du dispositif de production et suivi des </a:t>
            </a:r>
            <a:r>
              <a:rPr lang="fr-FR" sz="1000" err="1">
                <a:cs typeface="Arial"/>
                <a:sym typeface="Arial"/>
              </a:rPr>
              <a:t>reporting</a:t>
            </a:r>
            <a:r>
              <a:rPr lang="fr-FR" sz="1000">
                <a:cs typeface="Arial"/>
                <a:sym typeface="Arial"/>
              </a:rPr>
              <a:t> règlementaires /</a:t>
            </a: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Production des </a:t>
            </a:r>
            <a:r>
              <a:rPr lang="fr-FR" sz="1000" err="1">
                <a:cs typeface="Arial"/>
                <a:sym typeface="Arial"/>
              </a:rPr>
              <a:t>reporting</a:t>
            </a:r>
            <a:r>
              <a:rPr lang="fr-FR" sz="1000">
                <a:cs typeface="Arial"/>
                <a:sym typeface="Arial"/>
              </a:rPr>
              <a:t> COREP, Grands Risques, Ratio de Levier, ratios de liquidité et de financement (LCR, ALMM) et Asset </a:t>
            </a:r>
            <a:r>
              <a:rPr lang="fr-FR" sz="1000" err="1">
                <a:cs typeface="Arial"/>
                <a:sym typeface="Arial"/>
              </a:rPr>
              <a:t>Encumbrance</a:t>
            </a:r>
            <a:endParaRPr lang="fr-FR" sz="1000">
              <a:cs typeface="Arial"/>
              <a:sym typeface="Arial"/>
            </a:endParaRP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Mise en place du NSFR</a:t>
            </a: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Veille réglementaire/conformité</a:t>
            </a: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Revue de documentation et d’expression de besoin SI relatif au CRR2</a:t>
            </a:r>
          </a:p>
          <a:p>
            <a:pPr>
              <a:lnSpc>
                <a:spcPct val="110000"/>
              </a:lnSpc>
              <a:buClr>
                <a:schemeClr val="accent1"/>
              </a:buClr>
              <a:buSzPts val="1000"/>
            </a:pPr>
            <a:endParaRPr lang="fr-FR" sz="1000" b="0" i="0" u="none" strike="noStrike" kern="1200" cap="none" spc="0" baseline="0">
              <a:solidFill>
                <a:srgbClr val="353637"/>
              </a:solidFill>
              <a:uFillTx/>
              <a:latin typeface="Arial"/>
            </a:endParaRPr>
          </a:p>
          <a:p>
            <a:pPr lvl="0">
              <a:defRPr sz="1800" b="0" i="0" u="none" strike="noStrike" kern="0" cap="none" spc="0" baseline="0">
                <a:solidFill>
                  <a:srgbClr val="000000"/>
                </a:solidFill>
                <a:uFillTx/>
              </a:defRPr>
            </a:pPr>
            <a:r>
              <a:rPr lang="fr-FR" sz="1000" b="1">
                <a:solidFill>
                  <a:srgbClr val="43A2BF"/>
                </a:solidFill>
              </a:rPr>
              <a:t>CACIB </a:t>
            </a:r>
            <a:r>
              <a:rPr lang="en-GB" sz="1000" b="1" i="0" u="none" strike="noStrike" kern="1200" cap="none" spc="0" baseline="0">
                <a:solidFill>
                  <a:srgbClr val="43A2BF"/>
                </a:solidFill>
                <a:uFillTx/>
                <a:latin typeface="Arial"/>
              </a:rPr>
              <a:t>–</a:t>
            </a:r>
            <a:r>
              <a:rPr lang="fr-FR" sz="1000" b="1">
                <a:solidFill>
                  <a:srgbClr val="43A2BF"/>
                </a:solidFill>
              </a:rPr>
              <a:t> Equipe CCC </a:t>
            </a:r>
            <a:r>
              <a:rPr lang="en-GB" sz="1000" b="1" i="0" u="none" strike="noStrike" kern="1200" cap="none" spc="0" baseline="0">
                <a:solidFill>
                  <a:srgbClr val="43A2BF"/>
                </a:solidFill>
                <a:uFillTx/>
                <a:latin typeface="Arial"/>
              </a:rPr>
              <a:t>–</a:t>
            </a:r>
            <a:r>
              <a:rPr lang="fr-FR" sz="1000" b="1">
                <a:solidFill>
                  <a:srgbClr val="43A2BF"/>
                </a:solidFill>
              </a:rPr>
              <a:t> Gestion de projets IT (18 mois)</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Gestion de projets internes en méthode Agile sur l’outil de calcul du risque de contrepartie sur opérations de marché</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Rédaction des expressions de besoin et gestion de l’homologation bancaire: recette, UAT</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Validation des développements, mise en production, conduite du changement et déploiement </a:t>
            </a:r>
          </a:p>
          <a:p>
            <a:pPr marL="171450" indent="-171450">
              <a:lnSpc>
                <a:spcPct val="110000"/>
              </a:lnSpc>
              <a:buClr>
                <a:schemeClr val="accent1"/>
              </a:buClr>
              <a:buSzPts val="1000"/>
              <a:buFont typeface="Arial" panose="020B0604020202020204" pitchFamily="34" charset="0"/>
              <a:buChar char="•"/>
            </a:pPr>
            <a:endParaRPr lang="fr-FR" sz="1000">
              <a:solidFill>
                <a:srgbClr val="0D0D0D"/>
              </a:solidFill>
            </a:endParaRPr>
          </a:p>
        </p:txBody>
      </p:sp>
      <p:sp>
        <p:nvSpPr>
          <p:cNvPr id="2" name="Espace réservé de la date 1">
            <a:extLst>
              <a:ext uri="{FF2B5EF4-FFF2-40B4-BE49-F238E27FC236}">
                <a16:creationId xmlns:a16="http://schemas.microsoft.com/office/drawing/2014/main" id="{263BFF34-2FDE-0F16-0FA0-99D7DCAAD6B3}"/>
              </a:ext>
            </a:extLst>
          </p:cNvPr>
          <p:cNvSpPr>
            <a:spLocks noGrp="1"/>
          </p:cNvSpPr>
          <p:nvPr>
            <p:ph type="dt" sz="half" idx="2"/>
          </p:nvPr>
        </p:nvSpPr>
        <p:spPr/>
        <p:txBody>
          <a:bodyPr/>
          <a:lstStyle/>
          <a:p>
            <a:fld id="{A234AAA3-D3BD-4DCA-8674-DDCEC63B7531}" type="datetime1">
              <a:rPr lang="fr-FR" smtClean="0"/>
              <a:t>04/04/2025</a:t>
            </a:fld>
            <a:endParaRPr lang="fr-FR"/>
          </a:p>
        </p:txBody>
      </p:sp>
      <p:sp>
        <p:nvSpPr>
          <p:cNvPr id="4" name="Espace réservé du pied de page 3">
            <a:extLst>
              <a:ext uri="{FF2B5EF4-FFF2-40B4-BE49-F238E27FC236}">
                <a16:creationId xmlns:a16="http://schemas.microsoft.com/office/drawing/2014/main" id="{F18E6C44-B8B2-DFBE-F6FF-27BC0098D528}"/>
              </a:ext>
            </a:extLst>
          </p:cNvPr>
          <p:cNvSpPr>
            <a:spLocks noGrp="1"/>
          </p:cNvSpPr>
          <p:nvPr>
            <p:ph type="ftr" sz="quarter" idx="10"/>
          </p:nvPr>
        </p:nvSpPr>
        <p:spPr/>
        <p:txBody>
          <a:bodyPr/>
          <a:lstStyle/>
          <a:p>
            <a:r>
              <a:rPr lang="fr-FR"/>
              <a:t>AMITA CONSEIL</a:t>
            </a:r>
          </a:p>
        </p:txBody>
      </p:sp>
      <p:sp>
        <p:nvSpPr>
          <p:cNvPr id="7" name="Espace réservé du numéro de diapositive 6">
            <a:extLst>
              <a:ext uri="{FF2B5EF4-FFF2-40B4-BE49-F238E27FC236}">
                <a16:creationId xmlns:a16="http://schemas.microsoft.com/office/drawing/2014/main" id="{A6EC5BE4-9D85-8589-7F81-D639F76A05CF}"/>
              </a:ext>
            </a:extLst>
          </p:cNvPr>
          <p:cNvSpPr>
            <a:spLocks noGrp="1"/>
          </p:cNvSpPr>
          <p:nvPr>
            <p:ph type="sldNum" sz="quarter" idx="11"/>
          </p:nvPr>
        </p:nvSpPr>
        <p:spPr/>
        <p:txBody>
          <a:bodyPr/>
          <a:lstStyle/>
          <a:p>
            <a:fld id="{BD9892E7-E91F-405F-A6AB-FE5AB3285265}" type="slidenum">
              <a:rPr lang="fr-FR" smtClean="0"/>
              <a:pPr/>
              <a:t>1</a:t>
            </a:fld>
            <a:endParaRPr lang="fr-FR"/>
          </a:p>
        </p:txBody>
      </p:sp>
      <p:sp>
        <p:nvSpPr>
          <p:cNvPr id="18" name="Rectangle 17">
            <a:extLst>
              <a:ext uri="{FF2B5EF4-FFF2-40B4-BE49-F238E27FC236}">
                <a16:creationId xmlns:a16="http://schemas.microsoft.com/office/drawing/2014/main" id="{E10ED7D2-0817-34E4-AA65-28CAB2ADE35A}"/>
              </a:ext>
            </a:extLst>
          </p:cNvPr>
          <p:cNvSpPr/>
          <p:nvPr/>
        </p:nvSpPr>
        <p:spPr>
          <a:xfrm>
            <a:off x="380995" y="3407610"/>
            <a:ext cx="3579429"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a:solidFill>
                  <a:schemeClr val="bg1"/>
                </a:solidFill>
              </a:rPr>
              <a:t>Gestion de projets &amp; transformation: Cadrage et pilotage de projets (budget, planning, gouvernance); Accompagnement méthodologique et opérationnel</a:t>
            </a:r>
          </a:p>
          <a:p>
            <a:pPr marL="171450" indent="-171450">
              <a:buClr>
                <a:schemeClr val="tx2"/>
              </a:buClr>
              <a:buFont typeface="Arial" panose="020B0604020202020204" pitchFamily="34" charset="0"/>
              <a:buChar char="•"/>
            </a:pPr>
            <a:r>
              <a:rPr lang="fr-FR" sz="1000">
                <a:solidFill>
                  <a:schemeClr val="bg1"/>
                </a:solidFill>
              </a:rPr>
              <a:t>Business </a:t>
            </a:r>
            <a:r>
              <a:rPr lang="fr-FR" sz="1000" err="1">
                <a:solidFill>
                  <a:schemeClr val="bg1"/>
                </a:solidFill>
              </a:rPr>
              <a:t>analyst</a:t>
            </a:r>
            <a:r>
              <a:rPr lang="fr-FR" sz="1000">
                <a:solidFill>
                  <a:schemeClr val="bg1"/>
                </a:solidFill>
              </a:rPr>
              <a:t>: Conception et homologation de SI; Conduite du changement et assistance au déploiement; rapprochement de données</a:t>
            </a:r>
          </a:p>
          <a:p>
            <a:pPr marL="171450" indent="-171450">
              <a:buClr>
                <a:schemeClr val="tx2"/>
              </a:buClr>
              <a:buFont typeface="Arial" panose="020B0604020202020204" pitchFamily="34" charset="0"/>
              <a:buChar char="•"/>
            </a:pPr>
            <a:r>
              <a:rPr lang="fr-FR" sz="1000">
                <a:solidFill>
                  <a:schemeClr val="bg1"/>
                </a:solidFill>
              </a:rPr>
              <a:t>Domaines d’intervention: </a:t>
            </a:r>
            <a:r>
              <a:rPr lang="fr-FR" sz="1000" err="1">
                <a:solidFill>
                  <a:schemeClr val="bg1"/>
                </a:solidFill>
              </a:rPr>
              <a:t>Reporting</a:t>
            </a:r>
            <a:r>
              <a:rPr lang="fr-FR" sz="1000">
                <a:solidFill>
                  <a:schemeClr val="bg1"/>
                </a:solidFill>
              </a:rPr>
              <a:t> règlementaire COREP; Risque de crédit et de contrepartie; conformité LAB/FT; paiement; audit interne et externe</a:t>
            </a:r>
          </a:p>
        </p:txBody>
      </p:sp>
      <p:sp>
        <p:nvSpPr>
          <p:cNvPr id="10" name="Ellipse 9">
            <a:extLst>
              <a:ext uri="{FF2B5EF4-FFF2-40B4-BE49-F238E27FC236}">
                <a16:creationId xmlns:a16="http://schemas.microsoft.com/office/drawing/2014/main" id="{3C016A55-C40C-4303-7391-582EC3D279B8}"/>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3" name="Rectangle 32">
            <a:extLst>
              <a:ext uri="{FF2B5EF4-FFF2-40B4-BE49-F238E27FC236}">
                <a16:creationId xmlns:a16="http://schemas.microsoft.com/office/drawing/2014/main" id="{0DA58CDB-0089-2305-03DB-BCBFAB23D67A}"/>
              </a:ext>
            </a:extLst>
          </p:cNvPr>
          <p:cNvSpPr/>
          <p:nvPr/>
        </p:nvSpPr>
        <p:spPr>
          <a:xfrm>
            <a:off x="368572" y="5317572"/>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a:solidFill>
                  <a:schemeClr val="bg1"/>
                </a:solidFill>
              </a:rPr>
              <a:t>Pilotage de projets</a:t>
            </a:r>
          </a:p>
          <a:p>
            <a:pPr marL="171450" indent="-171450">
              <a:buClr>
                <a:schemeClr val="tx2"/>
              </a:buClr>
              <a:buFont typeface="Arial" panose="020B0604020202020204" pitchFamily="34" charset="0"/>
              <a:buChar char="•"/>
            </a:pPr>
            <a:r>
              <a:rPr lang="fr-FR" sz="1000">
                <a:solidFill>
                  <a:schemeClr val="bg1"/>
                </a:solidFill>
              </a:rPr>
              <a:t>Animation de comités</a:t>
            </a:r>
          </a:p>
          <a:p>
            <a:pPr marL="171450" indent="-171450">
              <a:buClr>
                <a:schemeClr val="tx2"/>
              </a:buClr>
              <a:buFont typeface="Arial" panose="020B0604020202020204" pitchFamily="34" charset="0"/>
              <a:buChar char="•"/>
            </a:pPr>
            <a:r>
              <a:rPr lang="fr-FR" sz="1000" err="1">
                <a:solidFill>
                  <a:schemeClr val="bg1"/>
                </a:solidFill>
              </a:rPr>
              <a:t>Reporting</a:t>
            </a:r>
            <a:r>
              <a:rPr lang="fr-FR" sz="1000">
                <a:solidFill>
                  <a:schemeClr val="bg1"/>
                </a:solidFill>
              </a:rPr>
              <a:t> &amp; rapprochement</a:t>
            </a:r>
          </a:p>
          <a:p>
            <a:pPr marL="171450" indent="-171450">
              <a:buClr>
                <a:schemeClr val="tx2"/>
              </a:buClr>
              <a:buFont typeface="Arial" panose="020B0604020202020204" pitchFamily="34" charset="0"/>
              <a:buChar char="•"/>
            </a:pPr>
            <a:r>
              <a:rPr lang="fr-FR" sz="1000">
                <a:solidFill>
                  <a:schemeClr val="bg1"/>
                </a:solidFill>
              </a:rPr>
              <a:t>AMOA</a:t>
            </a:r>
          </a:p>
          <a:p>
            <a:pPr marL="171450" indent="-171450">
              <a:buClr>
                <a:schemeClr val="tx2"/>
              </a:buClr>
              <a:buFont typeface="Arial" panose="020B0604020202020204" pitchFamily="34" charset="0"/>
              <a:buChar char="•"/>
            </a:pPr>
            <a:r>
              <a:rPr lang="fr-FR" sz="1000">
                <a:solidFill>
                  <a:schemeClr val="bg1"/>
                </a:solidFill>
              </a:rPr>
              <a:t>Audit interne et externe</a:t>
            </a:r>
          </a:p>
          <a:p>
            <a:pPr marL="171450" indent="-171450">
              <a:buClr>
                <a:schemeClr val="tx2"/>
              </a:buClr>
              <a:buFont typeface="Arial" panose="020B0604020202020204" pitchFamily="34" charset="0"/>
              <a:buChar char="•"/>
            </a:pPr>
            <a:r>
              <a:rPr lang="fr-FR" sz="1000">
                <a:solidFill>
                  <a:schemeClr val="bg1"/>
                </a:solidFill>
              </a:rPr>
              <a:t>Reengineering de processus</a:t>
            </a:r>
          </a:p>
        </p:txBody>
      </p:sp>
      <p:pic>
        <p:nvPicPr>
          <p:cNvPr id="49" name="Picture 2" descr="Profile for Crédit Agricole Corporate &amp; Investment Bank (Crédit Agricole  CIB)">
            <a:extLst>
              <a:ext uri="{FF2B5EF4-FFF2-40B4-BE49-F238E27FC236}">
                <a16:creationId xmlns:a16="http://schemas.microsoft.com/office/drawing/2014/main" id="{A5F3F60B-6441-3E33-7E86-7A2E1E6A832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76779" y="2411602"/>
            <a:ext cx="591033" cy="59103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Profile for Crédit Agricole Corporate &amp; Investment Bank (Crédit Agricole  CIB)">
            <a:extLst>
              <a:ext uri="{FF2B5EF4-FFF2-40B4-BE49-F238E27FC236}">
                <a16:creationId xmlns:a16="http://schemas.microsoft.com/office/drawing/2014/main" id="{F6F864D7-12DF-3BF5-9342-C6DCBDC761E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71637" y="4361682"/>
            <a:ext cx="591033" cy="59103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MW Services Financiers (Suisse) SA - Top-bank.ch - Leasing">
            <a:extLst>
              <a:ext uri="{FF2B5EF4-FFF2-40B4-BE49-F238E27FC236}">
                <a16:creationId xmlns:a16="http://schemas.microsoft.com/office/drawing/2014/main" id="{23A05B89-F49C-3DDE-A674-D9478F735E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1813" y="3237976"/>
            <a:ext cx="966562" cy="483281"/>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 5" descr="Une image contenant habits, personne, Visage humain, mur&#10;&#10;Le contenu généré par l’IA peut être incorrect.">
            <a:extLst>
              <a:ext uri="{FF2B5EF4-FFF2-40B4-BE49-F238E27FC236}">
                <a16:creationId xmlns:a16="http://schemas.microsoft.com/office/drawing/2014/main" id="{C9CD66B4-5904-9567-D64F-3D2622327BA3}"/>
              </a:ext>
            </a:extLst>
          </p:cNvPr>
          <p:cNvPicPr>
            <a:picLocks noChangeAspect="1"/>
          </p:cNvPicPr>
          <p:nvPr/>
        </p:nvPicPr>
        <p:blipFill>
          <a:blip r:embed="rId7">
            <a:extLst>
              <a:ext uri="{28A0092B-C50C-407E-A947-70E740481C1C}">
                <a14:useLocalDpi xmlns:a14="http://schemas.microsoft.com/office/drawing/2010/main" val="0"/>
              </a:ext>
            </a:extLst>
          </a:blip>
          <a:srcRect l="8101" r="5324" b="36498"/>
          <a:stretch/>
        </p:blipFill>
        <p:spPr>
          <a:xfrm>
            <a:off x="366649" y="755327"/>
            <a:ext cx="994723" cy="1077245"/>
          </a:xfrm>
          <a:prstGeom prst="rect">
            <a:avLst/>
          </a:prstGeom>
        </p:spPr>
      </p:pic>
    </p:spTree>
    <p:extLst>
      <p:ext uri="{BB962C8B-B14F-4D97-AF65-F5344CB8AC3E}">
        <p14:creationId xmlns:p14="http://schemas.microsoft.com/office/powerpoint/2010/main" val="402188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B56EC-8377-DD3B-7366-E6774F805487}"/>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466083A-4698-69D3-71D1-586ACEB72BB1}"/>
              </a:ext>
            </a:extLst>
          </p:cNvPr>
          <p:cNvGraphicFramePr>
            <a:graphicFrameLocks noChangeAspect="1"/>
          </p:cNvGraphicFramePr>
          <p:nvPr>
            <p:custDataLst>
              <p:tags r:id="rId1"/>
            </p:custDataLst>
            <p:extLst>
              <p:ext uri="{D42A27DB-BD31-4B8C-83A1-F6EECF244321}">
                <p14:modId xmlns:p14="http://schemas.microsoft.com/office/powerpoint/2010/main" val="9314947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3466083A-4698-69D3-71D1-586ACEB72B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A3A19647-FD7D-E123-3162-76D42B52E86D}"/>
              </a:ext>
            </a:extLst>
          </p:cNvPr>
          <p:cNvGraphicFramePr>
            <a:graphicFrameLocks/>
          </p:cNvGraphicFramePr>
          <p:nvPr>
            <p:extLst>
              <p:ext uri="{D42A27DB-BD31-4B8C-83A1-F6EECF244321}">
                <p14:modId xmlns:p14="http://schemas.microsoft.com/office/powerpoint/2010/main" val="165641367"/>
              </p:ext>
            </p:extLst>
          </p:nvPr>
        </p:nvGraphicFramePr>
        <p:xfrm>
          <a:off x="370870" y="1984675"/>
          <a:ext cx="11430002" cy="400558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err="1">
                          <a:solidFill>
                            <a:schemeClr val="tx2"/>
                          </a:solidFill>
                          <a:latin typeface="Arial" panose="020B0604020202020204" pitchFamily="34" charset="0"/>
                          <a:ea typeface="+mn-lt"/>
                          <a:cs typeface="Arial" panose="020B0604020202020204" pitchFamily="34" charset="0"/>
                          <a:sym typeface="Arial"/>
                        </a:rPr>
                        <a:t>Newedge</a:t>
                      </a:r>
                      <a:r>
                        <a:rPr lang="fr-FR" sz="1050" b="1">
                          <a:solidFill>
                            <a:schemeClr val="tx2"/>
                          </a:solidFill>
                          <a:latin typeface="Arial" panose="020B0604020202020204" pitchFamily="34" charset="0"/>
                          <a:cs typeface="Arial" panose="020B0604020202020204" pitchFamily="34" charset="0"/>
                          <a:sym typeface="Arial"/>
                        </a:rPr>
                        <a:t>/Société Générale</a:t>
                      </a:r>
                    </a:p>
                    <a:p>
                      <a:pPr marL="0" algn="l" defTabSz="557240" rtl="0" eaLnBrk="1" latinLnBrk="0" hangingPunct="1"/>
                      <a:r>
                        <a:rPr lang="fr-FR" sz="1000" b="0" i="1" kern="1200">
                          <a:solidFill>
                            <a:schemeClr val="tx1"/>
                          </a:solidFill>
                          <a:latin typeface="+mn-lt"/>
                          <a:ea typeface="+mn-ea"/>
                          <a:cs typeface="+mn-cs"/>
                          <a:sym typeface="Arial"/>
                        </a:rPr>
                        <a:t>Bale III ratios réglementaire </a:t>
                      </a:r>
                      <a:endParaRPr lang="fr-FR" sz="1000" b="0" i="1" kern="1200" noProof="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a:solidFill>
                            <a:schemeClr val="tx1"/>
                          </a:solidFill>
                          <a:latin typeface="+mn-lt"/>
                        </a:rPr>
                        <a:t>Cette mission a été réalisée dans le contexte de la fusion </a:t>
                      </a:r>
                      <a:r>
                        <a:rPr lang="fr-FR" sz="1000" b="0" err="1">
                          <a:solidFill>
                            <a:schemeClr val="tx1"/>
                          </a:solidFill>
                          <a:latin typeface="+mn-lt"/>
                        </a:rPr>
                        <a:t>Newedge</a:t>
                      </a:r>
                      <a:r>
                        <a:rPr lang="fr-FR" sz="1000" b="0">
                          <a:solidFill>
                            <a:schemeClr val="tx1"/>
                          </a:solidFill>
                          <a:latin typeface="+mn-lt"/>
                        </a:rPr>
                        <a:t>-Société Générale et d’une réorganisation globale des méthodes de calcul et des équipes de production des </a:t>
                      </a:r>
                      <a:r>
                        <a:rPr lang="fr-FR" sz="1000" b="0" err="1">
                          <a:solidFill>
                            <a:schemeClr val="tx1"/>
                          </a:solidFill>
                          <a:latin typeface="+mn-lt"/>
                        </a:rPr>
                        <a:t>reporting</a:t>
                      </a:r>
                      <a:r>
                        <a:rPr lang="fr-FR" sz="1000" b="0">
                          <a:solidFill>
                            <a:schemeClr val="tx1"/>
                          </a:solidFill>
                          <a:latin typeface="+mn-lt"/>
                        </a:rPr>
                        <a:t> réglementaires de </a:t>
                      </a:r>
                      <a:r>
                        <a:rPr lang="fr-FR" sz="1000" b="0" err="1">
                          <a:solidFill>
                            <a:schemeClr val="tx1"/>
                          </a:solidFill>
                          <a:latin typeface="+mn-lt"/>
                        </a:rPr>
                        <a:t>Newedge</a:t>
                      </a:r>
                      <a:endParaRPr lang="fr-FR" sz="1000" b="0">
                        <a:solidFill>
                          <a:schemeClr val="tx1"/>
                        </a:solidFill>
                        <a:latin typeface="+mn-lt"/>
                      </a:endParaRPr>
                    </a:p>
                    <a:p>
                      <a:endParaRPr lang="fr-FR" sz="1000" b="0" spc="-1" noProof="1">
                        <a:solidFill>
                          <a:schemeClr val="tx1"/>
                        </a:solidFill>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a:solidFill>
                            <a:schemeClr val="tx2"/>
                          </a:solidFill>
                          <a:latin typeface="Arial" panose="020B0604020202020204" pitchFamily="34" charset="0"/>
                          <a:ea typeface="+mn-ea"/>
                          <a:cs typeface="Arial" panose="020B0604020202020204" pitchFamily="34" charset="0"/>
                        </a:rPr>
                        <a:t>Analyste </a:t>
                      </a:r>
                      <a:r>
                        <a:rPr lang="fr-FR" sz="1000" b="1" kern="1200" err="1">
                          <a:solidFill>
                            <a:schemeClr val="tx2"/>
                          </a:solidFill>
                          <a:latin typeface="Arial" panose="020B0604020202020204" pitchFamily="34" charset="0"/>
                          <a:ea typeface="+mn-ea"/>
                          <a:cs typeface="Arial" panose="020B0604020202020204" pitchFamily="34" charset="0"/>
                        </a:rPr>
                        <a:t>reporting</a:t>
                      </a:r>
                      <a:r>
                        <a:rPr lang="fr-FR" sz="1000" b="1" kern="1200">
                          <a:solidFill>
                            <a:schemeClr val="tx2"/>
                          </a:solidFill>
                          <a:latin typeface="Arial" panose="020B0604020202020204" pitchFamily="34" charset="0"/>
                          <a:ea typeface="+mn-ea"/>
                          <a:cs typeface="Arial" panose="020B0604020202020204" pitchFamily="34" charset="0"/>
                        </a:rPr>
                        <a:t> réglementaires (24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a:solidFill>
                            <a:schemeClr val="dk1"/>
                          </a:solidFill>
                          <a:latin typeface="Arial" panose="020B0604020202020204" pitchFamily="34" charset="0"/>
                          <a:cs typeface="Arial" panose="020B0604020202020204" pitchFamily="34" charset="0"/>
                          <a:sym typeface="Arial"/>
                        </a:rPr>
                        <a:t>Production et analyse des ratios réglementaires (EAD/RWA, ratio de levier, grands risques) en méthode standard</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a:solidFill>
                            <a:schemeClr val="dk1"/>
                          </a:solidFill>
                          <a:latin typeface="Arial" panose="020B0604020202020204" pitchFamily="34" charset="0"/>
                          <a:cs typeface="Arial" panose="020B0604020202020204" pitchFamily="34" charset="0"/>
                          <a:sym typeface="Arial"/>
                        </a:rPr>
                        <a:t>Contribution à l’automatisation des processus dans le cadre de l’intégration au groupe SG</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a:solidFill>
                            <a:schemeClr val="dk1"/>
                          </a:solidFill>
                          <a:latin typeface="Arial" panose="020B0604020202020204" pitchFamily="34" charset="0"/>
                          <a:cs typeface="Arial" panose="020B0604020202020204" pitchFamily="34" charset="0"/>
                          <a:sym typeface="Arial"/>
                        </a:rPr>
                        <a:t>Formation et coordination des équipes </a:t>
                      </a:r>
                      <a:r>
                        <a:rPr lang="fr-FR" sz="1000" err="1">
                          <a:solidFill>
                            <a:schemeClr val="dk1"/>
                          </a:solidFill>
                          <a:latin typeface="Arial" panose="020B0604020202020204" pitchFamily="34" charset="0"/>
                          <a:cs typeface="Arial" panose="020B0604020202020204" pitchFamily="34" charset="0"/>
                          <a:sym typeface="Arial"/>
                        </a:rPr>
                        <a:t>Newedge</a:t>
                      </a:r>
                      <a:r>
                        <a:rPr lang="fr-FR" sz="1000">
                          <a:solidFill>
                            <a:schemeClr val="dk1"/>
                          </a:solidFill>
                          <a:latin typeface="Arial" panose="020B0604020202020204" pitchFamily="34" charset="0"/>
                          <a:cs typeface="Arial" panose="020B0604020202020204" pitchFamily="34" charset="0"/>
                          <a:sym typeface="Arial"/>
                        </a:rPr>
                        <a:t> pour l’internalisation de la compétence</a:t>
                      </a:r>
                      <a:endParaRPr lang="fr-FR" sz="1000" kern="120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kern="120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r>
                        <a:rPr lang="fr-FR" sz="1000" b="1">
                          <a:solidFill>
                            <a:schemeClr val="tx2"/>
                          </a:solidFill>
                          <a:latin typeface="Arial" panose="020B0604020202020204" pitchFamily="34" charset="0"/>
                          <a:cs typeface="Arial" panose="020B0604020202020204" pitchFamily="34" charset="0"/>
                          <a:sym typeface="Arial"/>
                        </a:rPr>
                        <a:t>Groupama</a:t>
                      </a:r>
                    </a:p>
                    <a:p>
                      <a:pPr marL="0" algn="l" defTabSz="557240" rtl="0" eaLnBrk="1" latinLnBrk="0" hangingPunct="1"/>
                      <a:r>
                        <a:rPr lang="fr-FR" sz="1000" b="0" i="1" kern="1200" noProof="0">
                          <a:solidFill>
                            <a:schemeClr val="tx1"/>
                          </a:solidFill>
                          <a:latin typeface="+mn-lt"/>
                          <a:ea typeface="+mn-ea"/>
                          <a:cs typeface="+mn-cs"/>
                          <a:sym typeface="Arial"/>
                        </a:rPr>
                        <a:t>Projet ATLAS</a:t>
                      </a:r>
                      <a:endParaRPr lang="fr-FR" sz="1000" b="0" i="1" kern="1200" noProof="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b="0" spc="-1" noProof="1">
                          <a:solidFill>
                            <a:schemeClr val="tx1"/>
                          </a:solidFill>
                          <a:uFill>
                            <a:solidFill>
                              <a:srgbClr val="FFFFFF"/>
                            </a:solidFill>
                          </a:uFill>
                        </a:rPr>
                        <a:t>Cette mission avait pour objectif d’accompagner les dfferentes entités Groupama dans le changement de leurs outils de traitement des flux de paiement avec leurs clients, à la suite d’un changement de banque au niveau groupe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100"/>
                        </a:spcAft>
                        <a:buClrTx/>
                        <a:buSzPct val="100000"/>
                        <a:buFontTx/>
                        <a:buNone/>
                        <a:tabLst/>
                        <a:defRPr/>
                      </a:pPr>
                      <a:r>
                        <a:rPr lang="fr-FR" sz="1000" b="1" kern="1200">
                          <a:solidFill>
                            <a:schemeClr val="tx2"/>
                          </a:solidFill>
                          <a:latin typeface="Arial" panose="020B0604020202020204" pitchFamily="34" charset="0"/>
                          <a:ea typeface="+mn-ea"/>
                          <a:cs typeface="Arial" panose="020B0604020202020204" pitchFamily="34" charset="0"/>
                          <a:sym typeface="Arial"/>
                        </a:rPr>
                        <a:t>PMO (6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En charge de piloter le projet d'implémentation d'un nouveau dispositif d’échanges avec BNPP pour traiter les flux de paiement, de trésorerie et de comptabilité depuis les applications au sein de chacune des entités (caisses régionales et filiales)</a:t>
                      </a:r>
                    </a:p>
                    <a:p>
                      <a:pPr marL="0" marR="0" lvl="0" indent="0" algn="just" defTabSz="914400" rtl="0" eaLnBrk="1" fontAlgn="auto" latinLnBrk="0" hangingPunct="1">
                        <a:lnSpc>
                          <a:spcPct val="100000"/>
                        </a:lnSpc>
                        <a:spcBef>
                          <a:spcPts val="0"/>
                        </a:spcBef>
                        <a:spcAft>
                          <a:spcPts val="100"/>
                        </a:spcAft>
                        <a:buClrTx/>
                        <a:buSzPct val="100000"/>
                        <a:buFontTx/>
                        <a:buNone/>
                        <a:tabLst/>
                        <a:defRPr/>
                      </a:pPr>
                      <a:endParaRPr lang="fr-FR" sz="1000" b="1" kern="1200" noProof="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3511582527"/>
                  </a:ext>
                </a:extLst>
              </a:tr>
              <a:tr h="369054">
                <a:tc>
                  <a:txBody>
                    <a:bodyPr/>
                    <a:lstStyle/>
                    <a:p>
                      <a:pPr marL="0" algn="l" defTabSz="557240" rtl="0" eaLnBrk="1" latinLnBrk="0" hangingPunct="1"/>
                      <a:r>
                        <a:rPr lang="fr-FR" sz="1000" b="1">
                          <a:solidFill>
                            <a:schemeClr val="tx2"/>
                          </a:solidFill>
                          <a:latin typeface="Arial" panose="020B0604020202020204" pitchFamily="34" charset="0"/>
                          <a:cs typeface="Arial" panose="020B0604020202020204" pitchFamily="34" charset="0"/>
                          <a:sym typeface="Arial"/>
                        </a:rPr>
                        <a:t>BNPP BDDF</a:t>
                      </a:r>
                    </a:p>
                    <a:p>
                      <a:pPr marL="0" algn="l" defTabSz="557240" rtl="0" eaLnBrk="1" latinLnBrk="0" hangingPunct="1"/>
                      <a:r>
                        <a:rPr lang="fr-FR" sz="1000" b="0" i="1" kern="1200">
                          <a:solidFill>
                            <a:schemeClr val="tx1"/>
                          </a:solidFill>
                          <a:latin typeface="+mn-lt"/>
                          <a:ea typeface="+mn-ea"/>
                          <a:cs typeface="+mn-cs"/>
                          <a:sym typeface="Arial"/>
                        </a:rPr>
                        <a:t>Conformité LABFT </a:t>
                      </a:r>
                      <a:endParaRPr lang="fr-FR" sz="1000" b="0" i="1" kern="1200" noProof="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b="0" spc="-1" noProof="1">
                          <a:solidFill>
                            <a:schemeClr val="tx1"/>
                          </a:solidFill>
                          <a:uFill>
                            <a:solidFill>
                              <a:srgbClr val="FFFFFF"/>
                            </a:solidFill>
                          </a:uFill>
                        </a:rPr>
                        <a:t>La mission a été menée à la suite d'une condamnation de la banque pour absence de traitement des dossiers de soupçons de blanchiment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r>
                        <a:rPr lang="fr-FR" sz="1000" b="1" kern="1200">
                          <a:solidFill>
                            <a:schemeClr val="tx2"/>
                          </a:solidFill>
                          <a:latin typeface="Arial" panose="020B0604020202020204" pitchFamily="34" charset="0"/>
                          <a:ea typeface="+mn-ea"/>
                          <a:cs typeface="Arial" panose="020B0604020202020204" pitchFamily="34" charset="0"/>
                          <a:sym typeface="Arial"/>
                        </a:rPr>
                        <a:t>Analyste LABFT (12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Mise en place et transformation du processus opérationnel de traitement des dossiers de déclaration de soupçon de fraude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Coordination d’équipe (5 personnes)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Optimisation des processus d’analyse et de déclaration</a:t>
                      </a:r>
                      <a:endParaRPr lang="fr-FR" sz="1000" kern="120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2815008799"/>
                  </a:ext>
                </a:extLst>
              </a:tr>
              <a:tr h="369054">
                <a:tc>
                  <a:txBody>
                    <a:bodyPr/>
                    <a:lstStyle/>
                    <a:p>
                      <a:pPr marL="0" algn="l" defTabSz="557240" rtl="0" eaLnBrk="1" latinLnBrk="0" hangingPunct="1"/>
                      <a:r>
                        <a:rPr lang="fr-FR" sz="1000" b="1" kern="1200" noProof="0">
                          <a:solidFill>
                            <a:schemeClr val="tx2"/>
                          </a:solidFill>
                          <a:latin typeface="Arial" panose="020B0604020202020204" pitchFamily="34" charset="0"/>
                          <a:ea typeface="+mn-ea"/>
                          <a:cs typeface="Arial" panose="020B0604020202020204" pitchFamily="34" charset="0"/>
                        </a:rPr>
                        <a:t>BNPP CIB</a:t>
                      </a:r>
                    </a:p>
                    <a:p>
                      <a:pPr marL="0" algn="l" defTabSz="557240" rtl="0" eaLnBrk="1" latinLnBrk="0" hangingPunct="1"/>
                      <a:r>
                        <a:rPr lang="fr-FR" sz="1000" b="0" i="1" kern="1200" noProof="0">
                          <a:solidFill>
                            <a:schemeClr val="tx1"/>
                          </a:solidFill>
                          <a:latin typeface="+mn-lt"/>
                          <a:ea typeface="+mn-ea"/>
                          <a:cs typeface="+mn-cs"/>
                        </a:rPr>
                        <a:t>Audit interne</a:t>
                      </a: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55724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r>
                        <a:rPr lang="fr-FR" sz="1000" kern="1200" spc="-1" noProof="0">
                          <a:solidFill>
                            <a:schemeClr val="tx1"/>
                          </a:solidFill>
                          <a:uFill>
                            <a:solidFill>
                              <a:srgbClr val="FFFFFF"/>
                            </a:solidFill>
                          </a:uFill>
                          <a:latin typeface="+mn-lt"/>
                          <a:ea typeface="+mn-ea"/>
                          <a:cs typeface="+mn-cs"/>
                        </a:rPr>
                        <a:t>Cette mission a été décidée à la suite de deux validations de virements dont les montants importants étaient erronés, indiquant une inefficacité des process de contrôle des risques pourtant en place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r>
                        <a:rPr lang="fr-FR" sz="1000" b="1" kern="1200">
                          <a:solidFill>
                            <a:schemeClr val="tx2"/>
                          </a:solidFill>
                          <a:latin typeface="Arial" panose="020B0604020202020204" pitchFamily="34" charset="0"/>
                          <a:ea typeface="+mn-ea"/>
                          <a:cs typeface="Arial" panose="020B0604020202020204" pitchFamily="34" charset="0"/>
                        </a:rPr>
                        <a:t>Audit interne de SI de paiement (6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rPr>
                        <a:t>Réalisation de la cartographie des risques et le </a:t>
                      </a:r>
                      <a:r>
                        <a:rPr lang="fr-FR" sz="1000" kern="1200" err="1">
                          <a:solidFill>
                            <a:schemeClr val="dk1"/>
                          </a:solidFill>
                          <a:latin typeface="Arial" panose="020B0604020202020204" pitchFamily="34" charset="0"/>
                          <a:ea typeface="+mn-ea"/>
                          <a:cs typeface="Arial" panose="020B0604020202020204" pitchFamily="34" charset="0"/>
                        </a:rPr>
                        <a:t>risk</a:t>
                      </a:r>
                      <a:r>
                        <a:rPr lang="fr-FR" sz="1000" kern="1200">
                          <a:solidFill>
                            <a:schemeClr val="dk1"/>
                          </a:solidFill>
                          <a:latin typeface="Arial" panose="020B0604020202020204" pitchFamily="34" charset="0"/>
                          <a:ea typeface="+mn-ea"/>
                          <a:cs typeface="Arial" panose="020B0604020202020204" pitchFamily="34" charset="0"/>
                        </a:rPr>
                        <a:t> </a:t>
                      </a:r>
                      <a:r>
                        <a:rPr lang="fr-FR" sz="1000" kern="1200" err="1">
                          <a:solidFill>
                            <a:schemeClr val="dk1"/>
                          </a:solidFill>
                          <a:latin typeface="Arial" panose="020B0604020202020204" pitchFamily="34" charset="0"/>
                          <a:ea typeface="+mn-ea"/>
                          <a:cs typeface="Arial" panose="020B0604020202020204" pitchFamily="34" charset="0"/>
                        </a:rPr>
                        <a:t>assessment</a:t>
                      </a:r>
                      <a:r>
                        <a:rPr lang="fr-FR" sz="1000" kern="1200">
                          <a:solidFill>
                            <a:schemeClr val="dk1"/>
                          </a:solidFill>
                          <a:latin typeface="Arial" panose="020B0604020202020204" pitchFamily="34" charset="0"/>
                          <a:ea typeface="+mn-ea"/>
                          <a:cs typeface="Arial" panose="020B0604020202020204" pitchFamily="34" charset="0"/>
                        </a:rPr>
                        <a:t> des systèmes et équipes réalisant des paiements au sein de BNPP CIB Global </a:t>
                      </a:r>
                      <a:r>
                        <a:rPr lang="fr-FR" sz="1000" kern="1200" err="1">
                          <a:solidFill>
                            <a:schemeClr val="dk1"/>
                          </a:solidFill>
                          <a:latin typeface="Arial" panose="020B0604020202020204" pitchFamily="34" charset="0"/>
                          <a:ea typeface="+mn-ea"/>
                          <a:cs typeface="Arial" panose="020B0604020202020204" pitchFamily="34" charset="0"/>
                        </a:rPr>
                        <a:t>Market</a:t>
                      </a:r>
                      <a:r>
                        <a:rPr lang="fr-FR" sz="1000" kern="1200">
                          <a:solidFill>
                            <a:schemeClr val="dk1"/>
                          </a:solidFill>
                          <a:latin typeface="Arial" panose="020B0604020202020204" pitchFamily="34" charset="0"/>
                          <a:ea typeface="+mn-ea"/>
                          <a:cs typeface="Arial" panose="020B0604020202020204" pitchFamily="34" charset="0"/>
                        </a:rPr>
                        <a:t> Worldwide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rPr>
                        <a:t>Réaliser de « </a:t>
                      </a:r>
                      <a:r>
                        <a:rPr lang="fr-FR" sz="1000" kern="1200" err="1">
                          <a:solidFill>
                            <a:schemeClr val="dk1"/>
                          </a:solidFill>
                          <a:latin typeface="Arial" panose="020B0604020202020204" pitchFamily="34" charset="0"/>
                          <a:ea typeface="+mn-ea"/>
                          <a:cs typeface="Arial" panose="020B0604020202020204" pitchFamily="34" charset="0"/>
                        </a:rPr>
                        <a:t>deep</a:t>
                      </a:r>
                      <a:r>
                        <a:rPr lang="fr-FR" sz="1000" kern="1200">
                          <a:solidFill>
                            <a:schemeClr val="dk1"/>
                          </a:solidFill>
                          <a:latin typeface="Arial" panose="020B0604020202020204" pitchFamily="34" charset="0"/>
                          <a:ea typeface="+mn-ea"/>
                          <a:cs typeface="Arial" panose="020B0604020202020204" pitchFamily="34" charset="0"/>
                        </a:rPr>
                        <a:t> dives » auprès du Back Office Centrale Europe à Bruxelles et de l’équipe de Prime </a:t>
                      </a:r>
                      <a:r>
                        <a:rPr lang="fr-FR" sz="1000" kern="1200" err="1">
                          <a:solidFill>
                            <a:schemeClr val="dk1"/>
                          </a:solidFill>
                          <a:latin typeface="Arial" panose="020B0604020202020204" pitchFamily="34" charset="0"/>
                          <a:ea typeface="+mn-ea"/>
                          <a:cs typeface="Arial" panose="020B0604020202020204" pitchFamily="34" charset="0"/>
                        </a:rPr>
                        <a:t>Brokerage</a:t>
                      </a:r>
                      <a:r>
                        <a:rPr lang="fr-FR" sz="1000" kern="1200">
                          <a:solidFill>
                            <a:schemeClr val="dk1"/>
                          </a:solidFill>
                          <a:latin typeface="Arial" panose="020B0604020202020204" pitchFamily="34" charset="0"/>
                          <a:ea typeface="+mn-ea"/>
                          <a:cs typeface="Arial" panose="020B0604020202020204" pitchFamily="34" charset="0"/>
                        </a:rPr>
                        <a:t> à Hong Kong</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rPr>
                        <a:t>Suivi d’avancement du projet et </a:t>
                      </a:r>
                      <a:r>
                        <a:rPr lang="fr-FR" sz="1000" kern="1200" err="1">
                          <a:solidFill>
                            <a:schemeClr val="dk1"/>
                          </a:solidFill>
                          <a:latin typeface="Arial" panose="020B0604020202020204" pitchFamily="34" charset="0"/>
                          <a:ea typeface="+mn-ea"/>
                          <a:cs typeface="Arial" panose="020B0604020202020204" pitchFamily="34" charset="0"/>
                        </a:rPr>
                        <a:t>reporting</a:t>
                      </a:r>
                      <a:endParaRPr lang="fr-FR" sz="1000" kern="120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74134674"/>
                  </a:ext>
                </a:extLst>
              </a:tr>
            </a:tbl>
          </a:graphicData>
        </a:graphic>
      </p:graphicFrame>
      <p:sp>
        <p:nvSpPr>
          <p:cNvPr id="2" name="Titre 1">
            <a:extLst>
              <a:ext uri="{FF2B5EF4-FFF2-40B4-BE49-F238E27FC236}">
                <a16:creationId xmlns:a16="http://schemas.microsoft.com/office/drawing/2014/main" id="{B6399308-A61A-08DD-CE08-E7F6C1E3ABF5}"/>
              </a:ext>
            </a:extLst>
          </p:cNvPr>
          <p:cNvSpPr>
            <a:spLocks noGrp="1"/>
          </p:cNvSpPr>
          <p:nvPr>
            <p:ph type="title"/>
          </p:nvPr>
        </p:nvSpPr>
        <p:spPr/>
        <p:txBody>
          <a:bodyPr vert="horz"/>
          <a:lstStyle/>
          <a:p>
            <a:r>
              <a:rPr lang="fr-FR" noProof="0"/>
              <a:t>GRéGOIRE SOURDEL</a:t>
            </a:r>
          </a:p>
        </p:txBody>
      </p:sp>
      <p:sp>
        <p:nvSpPr>
          <p:cNvPr id="3" name="Espace réservé du numéro de diapositive 2">
            <a:extLst>
              <a:ext uri="{FF2B5EF4-FFF2-40B4-BE49-F238E27FC236}">
                <a16:creationId xmlns:a16="http://schemas.microsoft.com/office/drawing/2014/main" id="{0A296820-E9A1-5D9A-A12E-A64B0EF80F42}"/>
              </a:ext>
            </a:extLst>
          </p:cNvPr>
          <p:cNvSpPr>
            <a:spLocks noGrp="1"/>
          </p:cNvSpPr>
          <p:nvPr>
            <p:ph type="sldNum" sz="quarter" idx="11"/>
          </p:nvPr>
        </p:nvSpPr>
        <p:spPr/>
        <p:txBody>
          <a:bodyPr/>
          <a:lstStyle/>
          <a:p>
            <a:fld id="{BE9517EC-C298-4848-B090-11602D956FCE}" type="slidenum">
              <a:rPr lang="fr-FR" noProof="0" smtClean="0"/>
              <a:pPr/>
              <a:t>2</a:t>
            </a:fld>
            <a:endParaRPr lang="fr-FR" noProof="0"/>
          </a:p>
        </p:txBody>
      </p:sp>
      <p:sp>
        <p:nvSpPr>
          <p:cNvPr id="5" name="Espace réservé de la date 4">
            <a:extLst>
              <a:ext uri="{FF2B5EF4-FFF2-40B4-BE49-F238E27FC236}">
                <a16:creationId xmlns:a16="http://schemas.microsoft.com/office/drawing/2014/main" id="{F5384F8A-E0B2-68D9-E963-C05500981BDA}"/>
              </a:ext>
            </a:extLst>
          </p:cNvPr>
          <p:cNvSpPr>
            <a:spLocks noGrp="1"/>
          </p:cNvSpPr>
          <p:nvPr>
            <p:ph type="dt" sz="half" idx="2"/>
          </p:nvPr>
        </p:nvSpPr>
        <p:spPr/>
        <p:txBody>
          <a:bodyPr/>
          <a:lstStyle/>
          <a:p>
            <a:fld id="{05EECF77-BC25-41C0-A0EF-6A4B97F069C1}" type="datetime1">
              <a:rPr lang="fr-FR" noProof="0" smtClean="0"/>
              <a:t>04/04/2025</a:t>
            </a:fld>
            <a:endParaRPr lang="fr-FR" noProof="0"/>
          </a:p>
        </p:txBody>
      </p:sp>
      <p:sp>
        <p:nvSpPr>
          <p:cNvPr id="15" name="Forme libre : forme 14">
            <a:extLst>
              <a:ext uri="{FF2B5EF4-FFF2-40B4-BE49-F238E27FC236}">
                <a16:creationId xmlns:a16="http://schemas.microsoft.com/office/drawing/2014/main" id="{7011D353-CB76-5330-72E0-1640B4E140BF}"/>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7FAD709F-5F89-99E7-FF88-A8501EB5827E}"/>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C7C75D43-1D3B-B588-BA43-FE74C18EAF1C}"/>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CV détaillé</a:t>
            </a:r>
          </a:p>
        </p:txBody>
      </p:sp>
      <p:sp>
        <p:nvSpPr>
          <p:cNvPr id="9" name="Espace réservé du pied de page 8">
            <a:extLst>
              <a:ext uri="{FF2B5EF4-FFF2-40B4-BE49-F238E27FC236}">
                <a16:creationId xmlns:a16="http://schemas.microsoft.com/office/drawing/2014/main" id="{A90C2F6B-CD06-D986-FF18-237658CD360A}"/>
              </a:ext>
            </a:extLst>
          </p:cNvPr>
          <p:cNvSpPr>
            <a:spLocks noGrp="1"/>
          </p:cNvSpPr>
          <p:nvPr>
            <p:ph type="ftr" sz="quarter" idx="10"/>
          </p:nvPr>
        </p:nvSpPr>
        <p:spPr/>
        <p:txBody>
          <a:bodyPr/>
          <a:lstStyle/>
          <a:p>
            <a:r>
              <a:rPr lang="fr-FR"/>
              <a:t>AMITA CONSEIL</a:t>
            </a:r>
          </a:p>
        </p:txBody>
      </p:sp>
    </p:spTree>
    <p:extLst>
      <p:ext uri="{BB962C8B-B14F-4D97-AF65-F5344CB8AC3E}">
        <p14:creationId xmlns:p14="http://schemas.microsoft.com/office/powerpoint/2010/main" val="2876425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163DC-5527-3914-C58E-EB5C688508E2}"/>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6AAD059-4A1F-0EA7-6F26-92B1EE4B92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3" imgW="600" imgH="601" progId="TCLayout.ActiveDocument.1">
                  <p:embed/>
                </p:oleObj>
              </mc:Choice>
              <mc:Fallback>
                <p:oleObj name="Diapositive think-cell" r:id="rId3" imgW="600" imgH="601" progId="TCLayout.ActiveDocument.1">
                  <p:embed/>
                  <p:pic>
                    <p:nvPicPr>
                      <p:cNvPr id="5" name="think-cell data - do not delete" hidden="1">
                        <a:extLst>
                          <a:ext uri="{FF2B5EF4-FFF2-40B4-BE49-F238E27FC236}">
                            <a16:creationId xmlns:a16="http://schemas.microsoft.com/office/drawing/2014/main" id="{A6AAD059-4A1F-0EA7-6F26-92B1EE4B923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 coins arrondis 41">
            <a:extLst>
              <a:ext uri="{FF2B5EF4-FFF2-40B4-BE49-F238E27FC236}">
                <a16:creationId xmlns:a16="http://schemas.microsoft.com/office/drawing/2014/main" id="{2E29DCCC-C8BF-13C9-9E5A-25181A4E865B}"/>
              </a:ext>
            </a:extLst>
          </p:cNvPr>
          <p:cNvSpPr/>
          <p:nvPr/>
        </p:nvSpPr>
        <p:spPr>
          <a:xfrm>
            <a:off x="155576" y="491646"/>
            <a:ext cx="4002518" cy="5848828"/>
          </a:xfrm>
          <a:prstGeom prst="roundRect">
            <a:avLst>
              <a:gd name="adj" fmla="val 4261"/>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ysClr val="windowText" lastClr="000000"/>
              </a:solidFill>
            </a:endParaRPr>
          </a:p>
        </p:txBody>
      </p:sp>
      <p:sp>
        <p:nvSpPr>
          <p:cNvPr id="16" name="ZoneTexte 15">
            <a:extLst>
              <a:ext uri="{FF2B5EF4-FFF2-40B4-BE49-F238E27FC236}">
                <a16:creationId xmlns:a16="http://schemas.microsoft.com/office/drawing/2014/main" id="{15386A87-CC99-0278-F15A-FDB57ED013F4}"/>
              </a:ext>
            </a:extLst>
          </p:cNvPr>
          <p:cNvSpPr txBox="1"/>
          <p:nvPr/>
        </p:nvSpPr>
        <p:spPr>
          <a:xfrm>
            <a:off x="1363319" y="705962"/>
            <a:ext cx="2689966" cy="846386"/>
          </a:xfrm>
          <a:prstGeom prst="rect">
            <a:avLst/>
          </a:prstGeom>
          <a:noFill/>
        </p:spPr>
        <p:txBody>
          <a:bodyPr wrap="square" lIns="91440" tIns="45720" rIns="91440" bIns="45720" rtlCol="0" anchor="t">
            <a:spAutoFit/>
          </a:bodyPr>
          <a:lstStyle/>
          <a:p>
            <a:r>
              <a:rPr lang="fr-FR" sz="2400" cap="all">
                <a:solidFill>
                  <a:schemeClr val="bg1"/>
                </a:solidFill>
                <a:latin typeface="+mj-lt"/>
                <a:ea typeface="+mj-ea"/>
                <a:cs typeface="+mj-cs"/>
              </a:rPr>
              <a:t>GS</a:t>
            </a:r>
          </a:p>
          <a:p>
            <a:r>
              <a:rPr lang="fr-FR" sz="1600" b="1">
                <a:solidFill>
                  <a:schemeClr val="tx2"/>
                </a:solidFill>
                <a:latin typeface="+mj-lt"/>
              </a:rPr>
              <a:t>CONSULTANT SENIOR</a:t>
            </a:r>
            <a:endParaRPr lang="fr-FR" sz="900" b="1">
              <a:solidFill>
                <a:schemeClr val="tx2"/>
              </a:solidFill>
              <a:latin typeface="+mj-lt"/>
            </a:endParaRPr>
          </a:p>
          <a:p>
            <a:r>
              <a:rPr lang="fr-FR" sz="900" b="1">
                <a:solidFill>
                  <a:schemeClr val="tx2"/>
                </a:solidFill>
                <a:latin typeface="+mj-lt"/>
              </a:rPr>
              <a:t>9 ANS D’EXPÉRIENCE</a:t>
            </a:r>
          </a:p>
        </p:txBody>
      </p:sp>
      <p:sp>
        <p:nvSpPr>
          <p:cNvPr id="17" name="ZoneTexte 16">
            <a:extLst>
              <a:ext uri="{FF2B5EF4-FFF2-40B4-BE49-F238E27FC236}">
                <a16:creationId xmlns:a16="http://schemas.microsoft.com/office/drawing/2014/main" id="{7E20C7C3-0667-710D-ED1C-DDB65B652D95}"/>
              </a:ext>
            </a:extLst>
          </p:cNvPr>
          <p:cNvSpPr txBox="1"/>
          <p:nvPr/>
        </p:nvSpPr>
        <p:spPr>
          <a:xfrm>
            <a:off x="4239096" y="705962"/>
            <a:ext cx="7571902" cy="1107996"/>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GS dispose de 9 années d’expérience dans le secteur bancaire en banque de détail et CIB. Il est intervenu sur des missions de pilotage de projets de transformation, sur la mise en place de SI, en tant qu’opérationnel en production de </a:t>
            </a:r>
            <a:r>
              <a:rPr kumimoji="0" lang="fr-FR" sz="1100" b="0" i="0" u="none" strike="noStrike" kern="1200" cap="none" spc="0" normalizeH="0" baseline="0" noProof="0" err="1">
                <a:ln>
                  <a:noFill/>
                </a:ln>
                <a:solidFill>
                  <a:srgbClr val="000000"/>
                </a:solidFill>
                <a:effectLst/>
                <a:uLnTx/>
                <a:uFillTx/>
                <a:latin typeface="Arial" panose="020B0604020202020204" pitchFamily="34" charset="0"/>
                <a:cs typeface="Arial" panose="020B0604020202020204" pitchFamily="34" charset="0"/>
              </a:rPr>
              <a:t>reporting</a:t>
            </a:r>
            <a:r>
              <a:rPr kumimoji="0" lang="fr-FR"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 réglementaires et comme analyste risques pour le financement entreprise. Il a développé lors de ces expériences une expertise en gestion des risques.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rPr>
              <a:t>Au cours de ses missions, il a démontré une forte capacité d’analyse, d’adaptation, de travail en équipe ainsi qu’une grande autonomie dans son travail.</a:t>
            </a:r>
          </a:p>
        </p:txBody>
      </p:sp>
      <p:sp>
        <p:nvSpPr>
          <p:cNvPr id="19" name="Rectangle 18">
            <a:extLst>
              <a:ext uri="{FF2B5EF4-FFF2-40B4-BE49-F238E27FC236}">
                <a16:creationId xmlns:a16="http://schemas.microsoft.com/office/drawing/2014/main" id="{396D8C00-C245-57DC-04A9-7534D8FC4A54}"/>
              </a:ext>
            </a:extLst>
          </p:cNvPr>
          <p:cNvSpPr/>
          <p:nvPr/>
        </p:nvSpPr>
        <p:spPr>
          <a:xfrm>
            <a:off x="368572" y="5288594"/>
            <a:ext cx="3582332" cy="8429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endParaRPr lang="fr-FR" sz="1000">
              <a:solidFill>
                <a:schemeClr val="bg1"/>
              </a:solidFill>
            </a:endParaRPr>
          </a:p>
        </p:txBody>
      </p:sp>
      <p:sp>
        <p:nvSpPr>
          <p:cNvPr id="20" name="Forme libre : forme 19">
            <a:extLst>
              <a:ext uri="{FF2B5EF4-FFF2-40B4-BE49-F238E27FC236}">
                <a16:creationId xmlns:a16="http://schemas.microsoft.com/office/drawing/2014/main" id="{B848E54B-3069-5FDC-2260-BBF917668BDE}"/>
              </a:ext>
            </a:extLst>
          </p:cNvPr>
          <p:cNvSpPr/>
          <p:nvPr/>
        </p:nvSpPr>
        <p:spPr>
          <a:xfrm>
            <a:off x="152673" y="3044322"/>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COMPÉTENCES</a:t>
            </a:r>
            <a:endParaRPr lang="fr-FR" sz="1600" b="1" kern="0">
              <a:solidFill>
                <a:srgbClr val="353637"/>
              </a:solidFill>
              <a:latin typeface="Arial" panose="020B0604020202020204" pitchFamily="34" charset="0"/>
              <a:cs typeface="Arial" panose="020B0604020202020204" pitchFamily="34" charset="0"/>
            </a:endParaRPr>
          </a:p>
        </p:txBody>
      </p:sp>
      <p:sp>
        <p:nvSpPr>
          <p:cNvPr id="22" name="Forme libre : forme 21">
            <a:extLst>
              <a:ext uri="{FF2B5EF4-FFF2-40B4-BE49-F238E27FC236}">
                <a16:creationId xmlns:a16="http://schemas.microsoft.com/office/drawing/2014/main" id="{FFEEDE2E-E2C1-DAE9-E0DC-050EC2859C81}"/>
              </a:ext>
            </a:extLst>
          </p:cNvPr>
          <p:cNvSpPr/>
          <p:nvPr/>
        </p:nvSpPr>
        <p:spPr>
          <a:xfrm>
            <a:off x="152673" y="4950990"/>
            <a:ext cx="2419514"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OUTILS / MÉTHODES</a:t>
            </a:r>
            <a:endParaRPr lang="fr-FR" sz="1600" b="1" kern="0">
              <a:solidFill>
                <a:srgbClr val="353637"/>
              </a:solidFill>
              <a:latin typeface="Arial" panose="020B0604020202020204" pitchFamily="34" charset="0"/>
              <a:cs typeface="Arial" panose="020B0604020202020204" pitchFamily="34" charset="0"/>
            </a:endParaRPr>
          </a:p>
        </p:txBody>
      </p:sp>
      <p:sp>
        <p:nvSpPr>
          <p:cNvPr id="23" name="Forme libre : forme 22">
            <a:extLst>
              <a:ext uri="{FF2B5EF4-FFF2-40B4-BE49-F238E27FC236}">
                <a16:creationId xmlns:a16="http://schemas.microsoft.com/office/drawing/2014/main" id="{4473B45C-E989-4648-35B9-FF8DD2768E8A}"/>
              </a:ext>
            </a:extLst>
          </p:cNvPr>
          <p:cNvSpPr/>
          <p:nvPr/>
        </p:nvSpPr>
        <p:spPr>
          <a:xfrm>
            <a:off x="151683" y="1983600"/>
            <a:ext cx="2403792"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 name="connsiteX0" fmla="*/ 2764053 w 5193356"/>
              <a:gd name="connsiteY0" fmla="*/ 0 h 458973"/>
              <a:gd name="connsiteX1" fmla="*/ 4980165 w 5193356"/>
              <a:gd name="connsiteY1" fmla="*/ 9525 h 458973"/>
              <a:gd name="connsiteX2" fmla="*/ 4997252 w 5193356"/>
              <a:gd name="connsiteY2" fmla="*/ 9525 h 458973"/>
              <a:gd name="connsiteX3" fmla="*/ 4997252 w 5193356"/>
              <a:gd name="connsiteY3" fmla="*/ 11341 h 458973"/>
              <a:gd name="connsiteX4" fmla="*/ 5023131 w 5193356"/>
              <a:gd name="connsiteY4" fmla="*/ 14091 h 458973"/>
              <a:gd name="connsiteX5" fmla="*/ 5193356 w 5193356"/>
              <a:gd name="connsiteY5" fmla="*/ 234249 h 458973"/>
              <a:gd name="connsiteX6" fmla="*/ 5023131 w 5193356"/>
              <a:gd name="connsiteY6" fmla="*/ 454408 h 458973"/>
              <a:gd name="connsiteX7" fmla="*/ 4997252 w 5193356"/>
              <a:gd name="connsiteY7" fmla="*/ 457157 h 458973"/>
              <a:gd name="connsiteX8" fmla="*/ 4997252 w 5193356"/>
              <a:gd name="connsiteY8" fmla="*/ 458972 h 458973"/>
              <a:gd name="connsiteX9" fmla="*/ 4980175 w 5193356"/>
              <a:gd name="connsiteY9" fmla="*/ 458972 h 458973"/>
              <a:gd name="connsiteX10" fmla="*/ 4980165 w 5193356"/>
              <a:gd name="connsiteY10" fmla="*/ 458973 h 458973"/>
              <a:gd name="connsiteX11" fmla="*/ 4980156 w 5193356"/>
              <a:gd name="connsiteY11" fmla="*/ 458972 h 458973"/>
              <a:gd name="connsiteX12" fmla="*/ 0 w 5193356"/>
              <a:gd name="connsiteY12" fmla="*/ 458972 h 458973"/>
              <a:gd name="connsiteX13" fmla="*/ 2764053 w 5193356"/>
              <a:gd name="connsiteY13" fmla="*/ 0 h 458973"/>
              <a:gd name="connsiteX0" fmla="*/ 0 w 2429303"/>
              <a:gd name="connsiteY0" fmla="*/ 0 h 458973"/>
              <a:gd name="connsiteX1" fmla="*/ 2216112 w 2429303"/>
              <a:gd name="connsiteY1" fmla="*/ 9525 h 458973"/>
              <a:gd name="connsiteX2" fmla="*/ 2233199 w 2429303"/>
              <a:gd name="connsiteY2" fmla="*/ 9525 h 458973"/>
              <a:gd name="connsiteX3" fmla="*/ 2233199 w 2429303"/>
              <a:gd name="connsiteY3" fmla="*/ 11341 h 458973"/>
              <a:gd name="connsiteX4" fmla="*/ 2259078 w 2429303"/>
              <a:gd name="connsiteY4" fmla="*/ 14091 h 458973"/>
              <a:gd name="connsiteX5" fmla="*/ 2429303 w 2429303"/>
              <a:gd name="connsiteY5" fmla="*/ 234249 h 458973"/>
              <a:gd name="connsiteX6" fmla="*/ 2259078 w 2429303"/>
              <a:gd name="connsiteY6" fmla="*/ 454408 h 458973"/>
              <a:gd name="connsiteX7" fmla="*/ 2233199 w 2429303"/>
              <a:gd name="connsiteY7" fmla="*/ 457157 h 458973"/>
              <a:gd name="connsiteX8" fmla="*/ 2233199 w 2429303"/>
              <a:gd name="connsiteY8" fmla="*/ 458972 h 458973"/>
              <a:gd name="connsiteX9" fmla="*/ 2216122 w 2429303"/>
              <a:gd name="connsiteY9" fmla="*/ 458972 h 458973"/>
              <a:gd name="connsiteX10" fmla="*/ 2216112 w 2429303"/>
              <a:gd name="connsiteY10" fmla="*/ 458973 h 458973"/>
              <a:gd name="connsiteX11" fmla="*/ 2216103 w 2429303"/>
              <a:gd name="connsiteY11" fmla="*/ 458972 h 458973"/>
              <a:gd name="connsiteX12" fmla="*/ 0 w 2429303"/>
              <a:gd name="connsiteY12" fmla="*/ 458972 h 458973"/>
              <a:gd name="connsiteX13" fmla="*/ 0 w 2429303"/>
              <a:gd name="connsiteY13" fmla="*/ 0 h 458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29303" h="458973">
                <a:moveTo>
                  <a:pt x="0" y="0"/>
                </a:moveTo>
                <a:lnTo>
                  <a:pt x="2216112" y="9525"/>
                </a:lnTo>
                <a:lnTo>
                  <a:pt x="2233199" y="9525"/>
                </a:lnTo>
                <a:lnTo>
                  <a:pt x="2233199" y="11341"/>
                </a:lnTo>
                <a:lnTo>
                  <a:pt x="2259078" y="14091"/>
                </a:lnTo>
                <a:cubicBezTo>
                  <a:pt x="2356225" y="35045"/>
                  <a:pt x="2429303" y="125651"/>
                  <a:pt x="2429303" y="234249"/>
                </a:cubicBezTo>
                <a:cubicBezTo>
                  <a:pt x="2429303" y="342847"/>
                  <a:pt x="2356225" y="433453"/>
                  <a:pt x="2259078" y="454408"/>
                </a:cubicBezTo>
                <a:lnTo>
                  <a:pt x="2233199" y="457157"/>
                </a:lnTo>
                <a:lnTo>
                  <a:pt x="2233199" y="458972"/>
                </a:lnTo>
                <a:lnTo>
                  <a:pt x="2216122" y="458972"/>
                </a:lnTo>
                <a:cubicBezTo>
                  <a:pt x="2216119" y="458972"/>
                  <a:pt x="2216115" y="458973"/>
                  <a:pt x="2216112" y="458973"/>
                </a:cubicBezTo>
                <a:cubicBezTo>
                  <a:pt x="2216109" y="458973"/>
                  <a:pt x="2216106" y="458972"/>
                  <a:pt x="2216103" y="458972"/>
                </a:cubicBezTo>
                <a:lnTo>
                  <a:pt x="0" y="458972"/>
                </a:lnTo>
                <a:lnTo>
                  <a:pt x="0" y="0"/>
                </a:lnTo>
                <a:close/>
              </a:path>
            </a:pathLst>
          </a:cu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r"/>
            <a:r>
              <a:rPr lang="fr-FR" sz="1200" b="1" kern="0">
                <a:solidFill>
                  <a:srgbClr val="353637"/>
                </a:solidFill>
                <a:latin typeface="Arial" panose="020B0604020202020204" pitchFamily="34" charset="0"/>
                <a:cs typeface="Arial" panose="020B0604020202020204" pitchFamily="34" charset="0"/>
              </a:rPr>
              <a:t>FORMATIONS</a:t>
            </a:r>
            <a:endParaRPr lang="fr-FR" sz="1600" b="1" kern="0">
              <a:solidFill>
                <a:srgbClr val="353637"/>
              </a:solidFill>
              <a:latin typeface="Arial" panose="020B0604020202020204" pitchFamily="34" charset="0"/>
              <a:cs typeface="Arial" panose="020B0604020202020204" pitchFamily="34" charset="0"/>
            </a:endParaRPr>
          </a:p>
        </p:txBody>
      </p:sp>
      <p:sp>
        <p:nvSpPr>
          <p:cNvPr id="24" name="Rectangle 23">
            <a:extLst>
              <a:ext uri="{FF2B5EF4-FFF2-40B4-BE49-F238E27FC236}">
                <a16:creationId xmlns:a16="http://schemas.microsoft.com/office/drawing/2014/main" id="{C3FE56BD-9A8C-B69A-5C8B-C51A08841EAD}"/>
              </a:ext>
            </a:extLst>
          </p:cNvPr>
          <p:cNvSpPr/>
          <p:nvPr/>
        </p:nvSpPr>
        <p:spPr>
          <a:xfrm>
            <a:off x="371475" y="2350755"/>
            <a:ext cx="3579429" cy="6949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a:solidFill>
                  <a:schemeClr val="bg1"/>
                </a:solidFill>
              </a:rPr>
              <a:t>Master 2 en Management de </a:t>
            </a:r>
            <a:r>
              <a:rPr lang="fr-FR" sz="1000" err="1">
                <a:solidFill>
                  <a:schemeClr val="bg1"/>
                </a:solidFill>
              </a:rPr>
              <a:t>KedgeBS</a:t>
            </a:r>
            <a:r>
              <a:rPr lang="fr-FR" sz="1000">
                <a:solidFill>
                  <a:schemeClr val="bg1"/>
                </a:solidFill>
              </a:rPr>
              <a:t> (ex-BEM Bordeaux Ecole de Management)</a:t>
            </a:r>
          </a:p>
          <a:p>
            <a:pPr marL="171450" indent="-171450">
              <a:buClr>
                <a:schemeClr val="tx2"/>
              </a:buClr>
              <a:buFont typeface="Arial" panose="020B0604020202020204" pitchFamily="34" charset="0"/>
              <a:buChar char="•"/>
            </a:pPr>
            <a:r>
              <a:rPr lang="fr-FR" sz="1000">
                <a:solidFill>
                  <a:schemeClr val="bg1"/>
                </a:solidFill>
              </a:rPr>
              <a:t>Licence 3 Droit immobilier au CNAM-ICH – en cours </a:t>
            </a:r>
          </a:p>
          <a:p>
            <a:pPr>
              <a:buClr>
                <a:schemeClr val="tx2"/>
              </a:buClr>
            </a:pPr>
            <a:endParaRPr lang="fr-FR" sz="1000">
              <a:solidFill>
                <a:schemeClr val="bg1"/>
              </a:solidFill>
            </a:endParaRPr>
          </a:p>
        </p:txBody>
      </p:sp>
      <p:sp>
        <p:nvSpPr>
          <p:cNvPr id="41" name="Forme libre : forme 40">
            <a:extLst>
              <a:ext uri="{FF2B5EF4-FFF2-40B4-BE49-F238E27FC236}">
                <a16:creationId xmlns:a16="http://schemas.microsoft.com/office/drawing/2014/main" id="{57139E34-22C6-593C-A74D-601400AC817F}"/>
              </a:ext>
            </a:extLst>
          </p:cNvPr>
          <p:cNvSpPr/>
          <p:nvPr/>
        </p:nvSpPr>
        <p:spPr>
          <a:xfrm>
            <a:off x="4239096" y="1983600"/>
            <a:ext cx="494426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a:t>
            </a:r>
          </a:p>
        </p:txBody>
      </p:sp>
      <p:sp>
        <p:nvSpPr>
          <p:cNvPr id="9" name="ZoneTexte 8">
            <a:extLst>
              <a:ext uri="{FF2B5EF4-FFF2-40B4-BE49-F238E27FC236}">
                <a16:creationId xmlns:a16="http://schemas.microsoft.com/office/drawing/2014/main" id="{5370D74C-F765-BED8-EAAC-A2DD96D5E40E}"/>
              </a:ext>
            </a:extLst>
          </p:cNvPr>
          <p:cNvSpPr txBox="1"/>
          <p:nvPr/>
        </p:nvSpPr>
        <p:spPr>
          <a:xfrm>
            <a:off x="4862670" y="2414547"/>
            <a:ext cx="6957855" cy="3080010"/>
          </a:xfrm>
          <a:prstGeom prst="rect">
            <a:avLst/>
          </a:prstGeom>
          <a:noFill/>
        </p:spPr>
        <p:txBody>
          <a:bodyPr wrap="square" rtlCol="0">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fr-FR" sz="1000" b="1" i="0" u="none" strike="noStrike" kern="1200" cap="none" spc="0" baseline="0">
                <a:solidFill>
                  <a:srgbClr val="43A2BF"/>
                </a:solidFill>
                <a:uFillTx/>
                <a:latin typeface="Arial"/>
              </a:rPr>
              <a:t>CACIB – Equipe FPM</a:t>
            </a:r>
            <a:r>
              <a:rPr lang="en-GB" sz="1000" b="1" i="0" u="none" strike="noStrike" kern="1200" cap="none" spc="0" baseline="0">
                <a:solidFill>
                  <a:srgbClr val="43A2BF"/>
                </a:solidFill>
                <a:uFillTx/>
                <a:latin typeface="Arial"/>
              </a:rPr>
              <a:t> – </a:t>
            </a:r>
            <a:r>
              <a:rPr lang="fr-FR" sz="1000" b="1" i="0" u="none" strike="noStrike" kern="1200" cap="none" spc="0" baseline="0">
                <a:solidFill>
                  <a:srgbClr val="43A2BF"/>
                </a:solidFill>
                <a:uFillTx/>
                <a:latin typeface="Arial"/>
              </a:rPr>
              <a:t>Rapprochement LCR (24</a:t>
            </a:r>
            <a:r>
              <a:rPr lang="fr-FR" sz="1000" b="1">
                <a:solidFill>
                  <a:srgbClr val="43A2BF"/>
                </a:solidFill>
                <a:latin typeface="Arial"/>
              </a:rPr>
              <a:t> mois</a:t>
            </a:r>
            <a:r>
              <a:rPr lang="fr-FR" sz="1000" b="1" i="0" u="none" strike="noStrike" kern="1200" cap="none" spc="0" baseline="0">
                <a:solidFill>
                  <a:srgbClr val="43A2BF"/>
                </a:solidFill>
                <a:uFillTx/>
                <a:latin typeface="Arial"/>
              </a:rPr>
              <a:t>)</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Rapprochement mensuel des données issues de 2 outils de calcul du LCR</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Préparation et animation de comités</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Animation d’ateliers et suivi des actions </a:t>
            </a:r>
          </a:p>
          <a:p>
            <a:pPr marL="171450" indent="-171450">
              <a:lnSpc>
                <a:spcPct val="110000"/>
              </a:lnSpc>
              <a:buClr>
                <a:schemeClr val="accent1"/>
              </a:buClr>
              <a:buSzPts val="1000"/>
              <a:buFont typeface="Arial" panose="020B0604020202020204" pitchFamily="34" charset="0"/>
              <a:buChar char="•"/>
            </a:pPr>
            <a:endParaRPr lang="fr-FR" sz="1000">
              <a:solidFill>
                <a:srgbClr val="0D0D0D"/>
              </a:solidFill>
            </a:endParaRPr>
          </a:p>
          <a:p>
            <a:pPr lvl="0">
              <a:defRPr sz="1800" b="0" i="0" u="none" strike="noStrike" kern="0" cap="none" spc="0" baseline="0">
                <a:solidFill>
                  <a:srgbClr val="000000"/>
                </a:solidFill>
                <a:uFillTx/>
              </a:defRPr>
            </a:pPr>
            <a:r>
              <a:rPr lang="fr-FR" sz="1000" b="1">
                <a:solidFill>
                  <a:srgbClr val="43A2BF"/>
                </a:solidFill>
              </a:rPr>
              <a:t>BMW Finance – </a:t>
            </a:r>
            <a:r>
              <a:rPr lang="fr-FR" sz="1000" b="1" err="1">
                <a:solidFill>
                  <a:srgbClr val="43A2BF"/>
                </a:solidFill>
              </a:rPr>
              <a:t>Reporting</a:t>
            </a:r>
            <a:r>
              <a:rPr lang="fr-FR" sz="1000" b="1">
                <a:solidFill>
                  <a:srgbClr val="43A2BF"/>
                </a:solidFill>
              </a:rPr>
              <a:t> réglementaires (18 mois)</a:t>
            </a:r>
          </a:p>
          <a:p>
            <a:pPr>
              <a:lnSpc>
                <a:spcPct val="110000"/>
              </a:lnSpc>
              <a:buClr>
                <a:schemeClr val="accent1"/>
              </a:buClr>
              <a:buSzPts val="1000"/>
            </a:pPr>
            <a:r>
              <a:rPr lang="fr-FR" sz="1000">
                <a:cs typeface="Arial"/>
                <a:sym typeface="Arial"/>
              </a:rPr>
              <a:t>Renforcement du dispositif de production et suivi des </a:t>
            </a:r>
            <a:r>
              <a:rPr lang="fr-FR" sz="1000" err="1">
                <a:cs typeface="Arial"/>
                <a:sym typeface="Arial"/>
              </a:rPr>
              <a:t>reporting</a:t>
            </a:r>
            <a:r>
              <a:rPr lang="fr-FR" sz="1000">
                <a:cs typeface="Arial"/>
                <a:sym typeface="Arial"/>
              </a:rPr>
              <a:t> règlementaires /</a:t>
            </a: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Production des </a:t>
            </a:r>
            <a:r>
              <a:rPr lang="fr-FR" sz="1000" err="1">
                <a:cs typeface="Arial"/>
                <a:sym typeface="Arial"/>
              </a:rPr>
              <a:t>reporting</a:t>
            </a:r>
            <a:r>
              <a:rPr lang="fr-FR" sz="1000">
                <a:cs typeface="Arial"/>
                <a:sym typeface="Arial"/>
              </a:rPr>
              <a:t> COREP, Grands Risques, Ratio de Levier, ratios de liquidité et de financement (LCR, ALMM) et Asset </a:t>
            </a:r>
            <a:r>
              <a:rPr lang="fr-FR" sz="1000" err="1">
                <a:cs typeface="Arial"/>
                <a:sym typeface="Arial"/>
              </a:rPr>
              <a:t>Encumbrance</a:t>
            </a:r>
            <a:endParaRPr lang="fr-FR" sz="1000">
              <a:cs typeface="Arial"/>
              <a:sym typeface="Arial"/>
            </a:endParaRP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Mise en place du NSFR</a:t>
            </a: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Veille réglementaire/conformité</a:t>
            </a:r>
          </a:p>
          <a:p>
            <a:pPr marL="171450" indent="-171450">
              <a:lnSpc>
                <a:spcPct val="110000"/>
              </a:lnSpc>
              <a:buClr>
                <a:schemeClr val="accent1"/>
              </a:buClr>
              <a:buSzPts val="1000"/>
              <a:buFont typeface="Arial" panose="020B0604020202020204" pitchFamily="34" charset="0"/>
              <a:buChar char="•"/>
            </a:pPr>
            <a:r>
              <a:rPr lang="fr-FR" sz="1000">
                <a:cs typeface="Arial"/>
                <a:sym typeface="Arial"/>
              </a:rPr>
              <a:t>Revue de documentation et d’expression de besoin SI relatif au CRR2</a:t>
            </a:r>
          </a:p>
          <a:p>
            <a:pPr>
              <a:lnSpc>
                <a:spcPct val="110000"/>
              </a:lnSpc>
              <a:buClr>
                <a:schemeClr val="accent1"/>
              </a:buClr>
              <a:buSzPts val="1000"/>
            </a:pPr>
            <a:endParaRPr lang="fr-FR" sz="1000" b="0" i="0" u="none" strike="noStrike" kern="1200" cap="none" spc="0" baseline="0">
              <a:solidFill>
                <a:srgbClr val="353637"/>
              </a:solidFill>
              <a:uFillTx/>
              <a:latin typeface="Arial"/>
            </a:endParaRPr>
          </a:p>
          <a:p>
            <a:pPr lvl="0">
              <a:defRPr sz="1800" b="0" i="0" u="none" strike="noStrike" kern="0" cap="none" spc="0" baseline="0">
                <a:solidFill>
                  <a:srgbClr val="000000"/>
                </a:solidFill>
                <a:uFillTx/>
              </a:defRPr>
            </a:pPr>
            <a:r>
              <a:rPr lang="fr-FR" sz="1000" b="1">
                <a:solidFill>
                  <a:srgbClr val="43A2BF"/>
                </a:solidFill>
              </a:rPr>
              <a:t>CACIB </a:t>
            </a:r>
            <a:r>
              <a:rPr lang="en-GB" sz="1000" b="1" i="0" u="none" strike="noStrike" kern="1200" cap="none" spc="0" baseline="0">
                <a:solidFill>
                  <a:srgbClr val="43A2BF"/>
                </a:solidFill>
                <a:uFillTx/>
                <a:latin typeface="Arial"/>
              </a:rPr>
              <a:t>–</a:t>
            </a:r>
            <a:r>
              <a:rPr lang="fr-FR" sz="1000" b="1">
                <a:solidFill>
                  <a:srgbClr val="43A2BF"/>
                </a:solidFill>
              </a:rPr>
              <a:t> Equipe CCC </a:t>
            </a:r>
            <a:r>
              <a:rPr lang="en-GB" sz="1000" b="1" i="0" u="none" strike="noStrike" kern="1200" cap="none" spc="0" baseline="0">
                <a:solidFill>
                  <a:srgbClr val="43A2BF"/>
                </a:solidFill>
                <a:uFillTx/>
                <a:latin typeface="Arial"/>
              </a:rPr>
              <a:t>–</a:t>
            </a:r>
            <a:r>
              <a:rPr lang="fr-FR" sz="1000" b="1">
                <a:solidFill>
                  <a:srgbClr val="43A2BF"/>
                </a:solidFill>
              </a:rPr>
              <a:t> Gestion de projets IT (18 mois)</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Gestion de projets internes en méthode Agile sur l’outil de calcul du risque de contrepartie sur opérations de marché</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Rédaction des expressions de besoin et gestion de l’homologation bancaire: recette, UAT</a:t>
            </a:r>
          </a:p>
          <a:p>
            <a:pPr marL="171450" indent="-171450">
              <a:lnSpc>
                <a:spcPct val="110000"/>
              </a:lnSpc>
              <a:buClr>
                <a:schemeClr val="accent1"/>
              </a:buClr>
              <a:buSzPts val="1000"/>
              <a:buFont typeface="Arial" panose="020B0604020202020204" pitchFamily="34" charset="0"/>
              <a:buChar char="•"/>
            </a:pPr>
            <a:r>
              <a:rPr lang="fr-FR" sz="1000">
                <a:solidFill>
                  <a:srgbClr val="0D0D0D"/>
                </a:solidFill>
              </a:rPr>
              <a:t>Validation des développements, mise en production, conduite du changement et déploiement </a:t>
            </a:r>
          </a:p>
          <a:p>
            <a:pPr marL="171450" indent="-171450">
              <a:lnSpc>
                <a:spcPct val="110000"/>
              </a:lnSpc>
              <a:buClr>
                <a:schemeClr val="accent1"/>
              </a:buClr>
              <a:buSzPts val="1000"/>
              <a:buFont typeface="Arial" panose="020B0604020202020204" pitchFamily="34" charset="0"/>
              <a:buChar char="•"/>
            </a:pPr>
            <a:endParaRPr lang="fr-FR" sz="1000">
              <a:solidFill>
                <a:srgbClr val="0D0D0D"/>
              </a:solidFill>
            </a:endParaRPr>
          </a:p>
        </p:txBody>
      </p:sp>
      <p:sp>
        <p:nvSpPr>
          <p:cNvPr id="2" name="Espace réservé de la date 1">
            <a:extLst>
              <a:ext uri="{FF2B5EF4-FFF2-40B4-BE49-F238E27FC236}">
                <a16:creationId xmlns:a16="http://schemas.microsoft.com/office/drawing/2014/main" id="{5571E6C3-7A02-2590-75E5-112C8AF4F60E}"/>
              </a:ext>
            </a:extLst>
          </p:cNvPr>
          <p:cNvSpPr>
            <a:spLocks noGrp="1"/>
          </p:cNvSpPr>
          <p:nvPr>
            <p:ph type="dt" sz="half" idx="2"/>
          </p:nvPr>
        </p:nvSpPr>
        <p:spPr/>
        <p:txBody>
          <a:bodyPr/>
          <a:lstStyle/>
          <a:p>
            <a:fld id="{A234AAA3-D3BD-4DCA-8674-DDCEC63B7531}" type="datetime1">
              <a:rPr lang="fr-FR" smtClean="0"/>
              <a:t>04/04/2025</a:t>
            </a:fld>
            <a:endParaRPr lang="fr-FR"/>
          </a:p>
        </p:txBody>
      </p:sp>
      <p:sp>
        <p:nvSpPr>
          <p:cNvPr id="4" name="Espace réservé du pied de page 3">
            <a:extLst>
              <a:ext uri="{FF2B5EF4-FFF2-40B4-BE49-F238E27FC236}">
                <a16:creationId xmlns:a16="http://schemas.microsoft.com/office/drawing/2014/main" id="{8F07464F-701F-B2DC-EEFD-755F66AA5C4B}"/>
              </a:ext>
            </a:extLst>
          </p:cNvPr>
          <p:cNvSpPr>
            <a:spLocks noGrp="1"/>
          </p:cNvSpPr>
          <p:nvPr>
            <p:ph type="ftr" sz="quarter" idx="10"/>
          </p:nvPr>
        </p:nvSpPr>
        <p:spPr/>
        <p:txBody>
          <a:bodyPr/>
          <a:lstStyle/>
          <a:p>
            <a:r>
              <a:rPr lang="fr-FR"/>
              <a:t>AMITA CONSEIL</a:t>
            </a:r>
          </a:p>
        </p:txBody>
      </p:sp>
      <p:sp>
        <p:nvSpPr>
          <p:cNvPr id="7" name="Espace réservé du numéro de diapositive 6">
            <a:extLst>
              <a:ext uri="{FF2B5EF4-FFF2-40B4-BE49-F238E27FC236}">
                <a16:creationId xmlns:a16="http://schemas.microsoft.com/office/drawing/2014/main" id="{94F430D2-11C8-6BC7-0284-7A6087B34B5F}"/>
              </a:ext>
            </a:extLst>
          </p:cNvPr>
          <p:cNvSpPr>
            <a:spLocks noGrp="1"/>
          </p:cNvSpPr>
          <p:nvPr>
            <p:ph type="sldNum" sz="quarter" idx="11"/>
          </p:nvPr>
        </p:nvSpPr>
        <p:spPr/>
        <p:txBody>
          <a:bodyPr/>
          <a:lstStyle/>
          <a:p>
            <a:fld id="{BD9892E7-E91F-405F-A6AB-FE5AB3285265}" type="slidenum">
              <a:rPr lang="fr-FR" smtClean="0"/>
              <a:pPr/>
              <a:t>3</a:t>
            </a:fld>
            <a:endParaRPr lang="fr-FR"/>
          </a:p>
        </p:txBody>
      </p:sp>
      <p:sp>
        <p:nvSpPr>
          <p:cNvPr id="18" name="Rectangle 17">
            <a:extLst>
              <a:ext uri="{FF2B5EF4-FFF2-40B4-BE49-F238E27FC236}">
                <a16:creationId xmlns:a16="http://schemas.microsoft.com/office/drawing/2014/main" id="{CA7B7781-FDCF-0B0E-845F-39A562AC1C9F}"/>
              </a:ext>
            </a:extLst>
          </p:cNvPr>
          <p:cNvSpPr/>
          <p:nvPr/>
        </p:nvSpPr>
        <p:spPr>
          <a:xfrm>
            <a:off x="380995" y="3407610"/>
            <a:ext cx="3579429"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a:solidFill>
                  <a:schemeClr val="bg1"/>
                </a:solidFill>
              </a:rPr>
              <a:t>Gestion de projets &amp; transformation: Cadrage et pilotage de projets (budget, planning, gouvernance); Accompagnement méthodologique et opérationnel</a:t>
            </a:r>
          </a:p>
          <a:p>
            <a:pPr marL="171450" indent="-171450">
              <a:buClr>
                <a:schemeClr val="tx2"/>
              </a:buClr>
              <a:buFont typeface="Arial" panose="020B0604020202020204" pitchFamily="34" charset="0"/>
              <a:buChar char="•"/>
            </a:pPr>
            <a:r>
              <a:rPr lang="fr-FR" sz="1000">
                <a:solidFill>
                  <a:schemeClr val="bg1"/>
                </a:solidFill>
              </a:rPr>
              <a:t>Business </a:t>
            </a:r>
            <a:r>
              <a:rPr lang="fr-FR" sz="1000" err="1">
                <a:solidFill>
                  <a:schemeClr val="bg1"/>
                </a:solidFill>
              </a:rPr>
              <a:t>analyst</a:t>
            </a:r>
            <a:r>
              <a:rPr lang="fr-FR" sz="1000">
                <a:solidFill>
                  <a:schemeClr val="bg1"/>
                </a:solidFill>
              </a:rPr>
              <a:t>: Conception et homologation de SI; Conduite du changement et assistance au déploiement; rapprochement de données</a:t>
            </a:r>
          </a:p>
          <a:p>
            <a:pPr marL="171450" indent="-171450">
              <a:buClr>
                <a:schemeClr val="tx2"/>
              </a:buClr>
              <a:buFont typeface="Arial" panose="020B0604020202020204" pitchFamily="34" charset="0"/>
              <a:buChar char="•"/>
            </a:pPr>
            <a:r>
              <a:rPr lang="fr-FR" sz="1000">
                <a:solidFill>
                  <a:schemeClr val="bg1"/>
                </a:solidFill>
              </a:rPr>
              <a:t>Domaines d’intervention: </a:t>
            </a:r>
            <a:r>
              <a:rPr lang="fr-FR" sz="1000" err="1">
                <a:solidFill>
                  <a:schemeClr val="bg1"/>
                </a:solidFill>
              </a:rPr>
              <a:t>Reporting</a:t>
            </a:r>
            <a:r>
              <a:rPr lang="fr-FR" sz="1000">
                <a:solidFill>
                  <a:schemeClr val="bg1"/>
                </a:solidFill>
              </a:rPr>
              <a:t> règlementaire COREP; Risque de crédit et de contrepartie; conformité LAB/FT; paiement; audit interne et externe</a:t>
            </a:r>
          </a:p>
        </p:txBody>
      </p:sp>
      <p:sp>
        <p:nvSpPr>
          <p:cNvPr id="10" name="Ellipse 9">
            <a:extLst>
              <a:ext uri="{FF2B5EF4-FFF2-40B4-BE49-F238E27FC236}">
                <a16:creationId xmlns:a16="http://schemas.microsoft.com/office/drawing/2014/main" id="{8FC403DC-394A-BDE1-3872-F29CEDE8D3F1}"/>
              </a:ext>
            </a:extLst>
          </p:cNvPr>
          <p:cNvSpPr/>
          <p:nvPr/>
        </p:nvSpPr>
        <p:spPr>
          <a:xfrm>
            <a:off x="666217" y="709314"/>
            <a:ext cx="1131076" cy="1116676"/>
          </a:xfrm>
          <a:prstGeom prst="ellipse">
            <a:avLst/>
          </a:prstGeom>
          <a:noFill/>
          <a:ln w="571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fr-FR"/>
          </a:p>
        </p:txBody>
      </p:sp>
      <p:sp>
        <p:nvSpPr>
          <p:cNvPr id="33" name="Rectangle 32">
            <a:extLst>
              <a:ext uri="{FF2B5EF4-FFF2-40B4-BE49-F238E27FC236}">
                <a16:creationId xmlns:a16="http://schemas.microsoft.com/office/drawing/2014/main" id="{4A11B442-E3FC-87FB-2F64-8B840C47654D}"/>
              </a:ext>
            </a:extLst>
          </p:cNvPr>
          <p:cNvSpPr/>
          <p:nvPr/>
        </p:nvSpPr>
        <p:spPr>
          <a:xfrm>
            <a:off x="368572" y="5317572"/>
            <a:ext cx="3570437" cy="11712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indent="-171450">
              <a:buClr>
                <a:schemeClr val="tx2"/>
              </a:buClr>
              <a:buFont typeface="Arial" panose="020B0604020202020204" pitchFamily="34" charset="0"/>
              <a:buChar char="•"/>
            </a:pPr>
            <a:r>
              <a:rPr lang="fr-FR" sz="1000">
                <a:solidFill>
                  <a:schemeClr val="bg1"/>
                </a:solidFill>
              </a:rPr>
              <a:t>Pilotage de projets</a:t>
            </a:r>
          </a:p>
          <a:p>
            <a:pPr marL="171450" indent="-171450">
              <a:buClr>
                <a:schemeClr val="tx2"/>
              </a:buClr>
              <a:buFont typeface="Arial" panose="020B0604020202020204" pitchFamily="34" charset="0"/>
              <a:buChar char="•"/>
            </a:pPr>
            <a:r>
              <a:rPr lang="fr-FR" sz="1000">
                <a:solidFill>
                  <a:schemeClr val="bg1"/>
                </a:solidFill>
              </a:rPr>
              <a:t>Animation de comités</a:t>
            </a:r>
          </a:p>
          <a:p>
            <a:pPr marL="171450" indent="-171450">
              <a:buClr>
                <a:schemeClr val="tx2"/>
              </a:buClr>
              <a:buFont typeface="Arial" panose="020B0604020202020204" pitchFamily="34" charset="0"/>
              <a:buChar char="•"/>
            </a:pPr>
            <a:r>
              <a:rPr lang="fr-FR" sz="1000" err="1">
                <a:solidFill>
                  <a:schemeClr val="bg1"/>
                </a:solidFill>
              </a:rPr>
              <a:t>Reporting</a:t>
            </a:r>
            <a:r>
              <a:rPr lang="fr-FR" sz="1000">
                <a:solidFill>
                  <a:schemeClr val="bg1"/>
                </a:solidFill>
              </a:rPr>
              <a:t> &amp; rapprochement</a:t>
            </a:r>
          </a:p>
          <a:p>
            <a:pPr marL="171450" indent="-171450">
              <a:buClr>
                <a:schemeClr val="tx2"/>
              </a:buClr>
              <a:buFont typeface="Arial" panose="020B0604020202020204" pitchFamily="34" charset="0"/>
              <a:buChar char="•"/>
            </a:pPr>
            <a:r>
              <a:rPr lang="fr-FR" sz="1000">
                <a:solidFill>
                  <a:schemeClr val="bg1"/>
                </a:solidFill>
              </a:rPr>
              <a:t>AMOA</a:t>
            </a:r>
          </a:p>
          <a:p>
            <a:pPr marL="171450" indent="-171450">
              <a:buClr>
                <a:schemeClr val="tx2"/>
              </a:buClr>
              <a:buFont typeface="Arial" panose="020B0604020202020204" pitchFamily="34" charset="0"/>
              <a:buChar char="•"/>
            </a:pPr>
            <a:r>
              <a:rPr lang="fr-FR" sz="1000">
                <a:solidFill>
                  <a:schemeClr val="bg1"/>
                </a:solidFill>
              </a:rPr>
              <a:t>Audit interne et externe</a:t>
            </a:r>
          </a:p>
          <a:p>
            <a:pPr marL="171450" indent="-171450">
              <a:buClr>
                <a:schemeClr val="tx2"/>
              </a:buClr>
              <a:buFont typeface="Arial" panose="020B0604020202020204" pitchFamily="34" charset="0"/>
              <a:buChar char="•"/>
            </a:pPr>
            <a:r>
              <a:rPr lang="fr-FR" sz="1000">
                <a:solidFill>
                  <a:schemeClr val="bg1"/>
                </a:solidFill>
              </a:rPr>
              <a:t>Reengineering de processus</a:t>
            </a:r>
          </a:p>
        </p:txBody>
      </p:sp>
      <p:pic>
        <p:nvPicPr>
          <p:cNvPr id="49" name="Picture 2" descr="Profile for Crédit Agricole Corporate &amp; Investment Bank (Crédit Agricole  CIB)">
            <a:extLst>
              <a:ext uri="{FF2B5EF4-FFF2-40B4-BE49-F238E27FC236}">
                <a16:creationId xmlns:a16="http://schemas.microsoft.com/office/drawing/2014/main" id="{1C64F3A7-3581-89A9-A54E-053D2D1E64A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76779" y="2411602"/>
            <a:ext cx="591033" cy="591033"/>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Profile for Crédit Agricole Corporate &amp; Investment Bank (Crédit Agricole  CIB)">
            <a:extLst>
              <a:ext uri="{FF2B5EF4-FFF2-40B4-BE49-F238E27FC236}">
                <a16:creationId xmlns:a16="http://schemas.microsoft.com/office/drawing/2014/main" id="{407BE620-7F69-156A-E784-25EDD753CC0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71637" y="4361682"/>
            <a:ext cx="591033" cy="59103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BMW Services Financiers (Suisse) SA - Top-bank.ch - Leasing">
            <a:extLst>
              <a:ext uri="{FF2B5EF4-FFF2-40B4-BE49-F238E27FC236}">
                <a16:creationId xmlns:a16="http://schemas.microsoft.com/office/drawing/2014/main" id="{1DE757A2-8007-CC9D-AAEA-4067DB4963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91813" y="3237976"/>
            <a:ext cx="966562" cy="483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8180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B498C-B8F8-D297-07B8-272AA049C4C5}"/>
            </a:ext>
          </a:extLst>
        </p:cNvPr>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4461B34-62D7-C240-1447-3ADE860C47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e think-cell" r:id="rId4" imgW="245" imgH="245" progId="TCLayout.ActiveDocument.1">
                  <p:embed/>
                </p:oleObj>
              </mc:Choice>
              <mc:Fallback>
                <p:oleObj name="Diapositive think-cell" r:id="rId4" imgW="245" imgH="245" progId="TCLayout.ActiveDocument.1">
                  <p:embed/>
                  <p:pic>
                    <p:nvPicPr>
                      <p:cNvPr id="7" name="think-cell data - do not delete" hidden="1">
                        <a:extLst>
                          <a:ext uri="{FF2B5EF4-FFF2-40B4-BE49-F238E27FC236}">
                            <a16:creationId xmlns:a16="http://schemas.microsoft.com/office/drawing/2014/main" id="{54461B34-62D7-C240-1447-3ADE860C4793}"/>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graphicFrame>
        <p:nvGraphicFramePr>
          <p:cNvPr id="6" name="Tableau 8">
            <a:extLst>
              <a:ext uri="{FF2B5EF4-FFF2-40B4-BE49-F238E27FC236}">
                <a16:creationId xmlns:a16="http://schemas.microsoft.com/office/drawing/2014/main" id="{1ED895C6-1D5C-A084-5BBA-993B70685911}"/>
              </a:ext>
            </a:extLst>
          </p:cNvPr>
          <p:cNvGraphicFramePr>
            <a:graphicFrameLocks/>
          </p:cNvGraphicFramePr>
          <p:nvPr/>
        </p:nvGraphicFramePr>
        <p:xfrm>
          <a:off x="370870" y="1984675"/>
          <a:ext cx="11430002" cy="4005580"/>
        </p:xfrm>
        <a:graphic>
          <a:graphicData uri="http://schemas.openxmlformats.org/drawingml/2006/table">
            <a:tbl>
              <a:tblPr firstRow="1" bandRow="1">
                <a:tableStyleId>{2D5ABB26-0587-4C30-8999-92F81FD0307C}</a:tableStyleId>
              </a:tblPr>
              <a:tblGrid>
                <a:gridCol w="1685530">
                  <a:extLst>
                    <a:ext uri="{9D8B030D-6E8A-4147-A177-3AD203B41FA5}">
                      <a16:colId xmlns:a16="http://schemas.microsoft.com/office/drawing/2014/main" val="2333855390"/>
                    </a:ext>
                  </a:extLst>
                </a:gridCol>
                <a:gridCol w="3598671">
                  <a:extLst>
                    <a:ext uri="{9D8B030D-6E8A-4147-A177-3AD203B41FA5}">
                      <a16:colId xmlns:a16="http://schemas.microsoft.com/office/drawing/2014/main" val="3211500849"/>
                    </a:ext>
                  </a:extLst>
                </a:gridCol>
                <a:gridCol w="6145801">
                  <a:extLst>
                    <a:ext uri="{9D8B030D-6E8A-4147-A177-3AD203B41FA5}">
                      <a16:colId xmlns:a16="http://schemas.microsoft.com/office/drawing/2014/main" val="3443410771"/>
                    </a:ext>
                  </a:extLst>
                </a:gridCol>
              </a:tblGrid>
              <a:tr h="0">
                <a:tc>
                  <a:txBody>
                    <a:bodyPr/>
                    <a:lstStyle/>
                    <a:p>
                      <a:pPr rtl="0">
                        <a:lnSpc>
                          <a:spcPct val="100000"/>
                        </a:lnSpc>
                        <a:spcBef>
                          <a:spcPts val="0"/>
                        </a:spcBef>
                        <a:spcAft>
                          <a:spcPts val="0"/>
                        </a:spcAft>
                      </a:pPr>
                      <a:r>
                        <a:rPr lang="fr-FR" sz="1200" b="1" noProof="0"/>
                        <a:t>CLIENT / PROJET</a:t>
                      </a:r>
                    </a:p>
                  </a:txBody>
                  <a:tcPr anchor="ctr">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CONTEXTE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accent1"/>
                      </a:solidFill>
                      <a:prstDash val="solid"/>
                      <a:round/>
                      <a:headEnd type="none" w="med" len="med"/>
                      <a:tailEnd type="none" w="med" len="med"/>
                    </a:lnB>
                  </a:tcPr>
                </a:tc>
                <a:tc>
                  <a:txBody>
                    <a:bodyPr/>
                    <a:lstStyle/>
                    <a:p>
                      <a:pPr rtl="0">
                        <a:lnSpc>
                          <a:spcPct val="100000"/>
                        </a:lnSpc>
                        <a:spcBef>
                          <a:spcPts val="0"/>
                        </a:spcBef>
                        <a:spcAft>
                          <a:spcPts val="0"/>
                        </a:spcAft>
                      </a:pPr>
                      <a:r>
                        <a:rPr lang="fr-FR" sz="1200" b="1" noProof="0"/>
                        <a:t>RÔLE ET RÉALISATIONS </a:t>
                      </a:r>
                    </a:p>
                  </a:txBody>
                  <a:tcPr anchor="ctr">
                    <a:lnL w="12700" cap="flat" cmpd="sng" algn="ctr">
                      <a:solidFill>
                        <a:schemeClr val="bg1"/>
                      </a:solidFill>
                      <a:prstDash val="solid"/>
                      <a:round/>
                      <a:headEnd type="none" w="med" len="med"/>
                      <a:tailEnd type="none" w="med" len="med"/>
                    </a:lnL>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725442695"/>
                  </a:ext>
                </a:extLst>
              </a:tr>
              <a:tr h="369054">
                <a:tc>
                  <a:txBody>
                    <a:bodyPr/>
                    <a:lstStyle/>
                    <a:p>
                      <a:pPr marL="0" algn="l" defTabSz="557240" rtl="0" eaLnBrk="1" latinLnBrk="0" hangingPunct="1"/>
                      <a:r>
                        <a:rPr lang="fr-FR" sz="1050" b="1" err="1">
                          <a:solidFill>
                            <a:schemeClr val="tx2"/>
                          </a:solidFill>
                          <a:latin typeface="Arial" panose="020B0604020202020204" pitchFamily="34" charset="0"/>
                          <a:ea typeface="+mn-lt"/>
                          <a:cs typeface="Arial" panose="020B0604020202020204" pitchFamily="34" charset="0"/>
                          <a:sym typeface="Arial"/>
                        </a:rPr>
                        <a:t>Newedge</a:t>
                      </a:r>
                      <a:r>
                        <a:rPr lang="fr-FR" sz="1050" b="1">
                          <a:solidFill>
                            <a:schemeClr val="tx2"/>
                          </a:solidFill>
                          <a:latin typeface="Arial" panose="020B0604020202020204" pitchFamily="34" charset="0"/>
                          <a:cs typeface="Arial" panose="020B0604020202020204" pitchFamily="34" charset="0"/>
                          <a:sym typeface="Arial"/>
                        </a:rPr>
                        <a:t>/Société Générale</a:t>
                      </a:r>
                    </a:p>
                    <a:p>
                      <a:pPr marL="0" algn="l" defTabSz="557240" rtl="0" eaLnBrk="1" latinLnBrk="0" hangingPunct="1"/>
                      <a:r>
                        <a:rPr lang="fr-FR" sz="1000" b="0" i="1" kern="1200">
                          <a:solidFill>
                            <a:schemeClr val="tx1"/>
                          </a:solidFill>
                          <a:latin typeface="+mn-lt"/>
                          <a:ea typeface="+mn-ea"/>
                          <a:cs typeface="+mn-cs"/>
                          <a:sym typeface="Arial"/>
                        </a:rPr>
                        <a:t>Bale III ratios réglementaire </a:t>
                      </a:r>
                      <a:endParaRPr lang="fr-FR" sz="1000" b="0" i="1" kern="1200" noProof="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b="0">
                          <a:solidFill>
                            <a:schemeClr val="tx1"/>
                          </a:solidFill>
                          <a:latin typeface="+mn-lt"/>
                        </a:rPr>
                        <a:t>Cette mission a été réalisée dans le contexte de la fusion </a:t>
                      </a:r>
                      <a:r>
                        <a:rPr lang="fr-FR" sz="1000" b="0" err="1">
                          <a:solidFill>
                            <a:schemeClr val="tx1"/>
                          </a:solidFill>
                          <a:latin typeface="+mn-lt"/>
                        </a:rPr>
                        <a:t>Newedge</a:t>
                      </a:r>
                      <a:r>
                        <a:rPr lang="fr-FR" sz="1000" b="0">
                          <a:solidFill>
                            <a:schemeClr val="tx1"/>
                          </a:solidFill>
                          <a:latin typeface="+mn-lt"/>
                        </a:rPr>
                        <a:t>-Société Générale et d’une réorganisation globale des méthodes de calcul et des équipes de production des </a:t>
                      </a:r>
                      <a:r>
                        <a:rPr lang="fr-FR" sz="1000" b="0" err="1">
                          <a:solidFill>
                            <a:schemeClr val="tx1"/>
                          </a:solidFill>
                          <a:latin typeface="+mn-lt"/>
                        </a:rPr>
                        <a:t>reporting</a:t>
                      </a:r>
                      <a:r>
                        <a:rPr lang="fr-FR" sz="1000" b="0">
                          <a:solidFill>
                            <a:schemeClr val="tx1"/>
                          </a:solidFill>
                          <a:latin typeface="+mn-lt"/>
                        </a:rPr>
                        <a:t> réglementaires de </a:t>
                      </a:r>
                      <a:r>
                        <a:rPr lang="fr-FR" sz="1000" b="0" err="1">
                          <a:solidFill>
                            <a:schemeClr val="tx1"/>
                          </a:solidFill>
                          <a:latin typeface="+mn-lt"/>
                        </a:rPr>
                        <a:t>Newedge</a:t>
                      </a:r>
                      <a:endParaRPr lang="fr-FR" sz="1000" b="0">
                        <a:solidFill>
                          <a:schemeClr val="tx1"/>
                        </a:solidFill>
                        <a:latin typeface="+mn-lt"/>
                      </a:endParaRPr>
                    </a:p>
                    <a:p>
                      <a:endParaRPr lang="fr-FR" sz="1000" b="0" spc="-1" noProof="1">
                        <a:solidFill>
                          <a:schemeClr val="tx1"/>
                        </a:solidFill>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a:buNone/>
                        <a:tabLst>
                          <a:tab pos="177800" algn="l"/>
                        </a:tabLst>
                        <a:defRPr/>
                      </a:pPr>
                      <a:r>
                        <a:rPr lang="fr-FR" sz="1000" b="1" kern="1200">
                          <a:solidFill>
                            <a:schemeClr val="tx2"/>
                          </a:solidFill>
                          <a:latin typeface="Arial" panose="020B0604020202020204" pitchFamily="34" charset="0"/>
                          <a:ea typeface="+mn-ea"/>
                          <a:cs typeface="Arial" panose="020B0604020202020204" pitchFamily="34" charset="0"/>
                        </a:rPr>
                        <a:t>Analyste </a:t>
                      </a:r>
                      <a:r>
                        <a:rPr lang="fr-FR" sz="1000" b="1" kern="1200" err="1">
                          <a:solidFill>
                            <a:schemeClr val="tx2"/>
                          </a:solidFill>
                          <a:latin typeface="Arial" panose="020B0604020202020204" pitchFamily="34" charset="0"/>
                          <a:ea typeface="+mn-ea"/>
                          <a:cs typeface="Arial" panose="020B0604020202020204" pitchFamily="34" charset="0"/>
                        </a:rPr>
                        <a:t>reporting</a:t>
                      </a:r>
                      <a:r>
                        <a:rPr lang="fr-FR" sz="1000" b="1" kern="1200">
                          <a:solidFill>
                            <a:schemeClr val="tx2"/>
                          </a:solidFill>
                          <a:latin typeface="Arial" panose="020B0604020202020204" pitchFamily="34" charset="0"/>
                          <a:ea typeface="+mn-ea"/>
                          <a:cs typeface="Arial" panose="020B0604020202020204" pitchFamily="34" charset="0"/>
                        </a:rPr>
                        <a:t> réglementaires (24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a:solidFill>
                            <a:schemeClr val="dk1"/>
                          </a:solidFill>
                          <a:latin typeface="Arial" panose="020B0604020202020204" pitchFamily="34" charset="0"/>
                          <a:cs typeface="Arial" panose="020B0604020202020204" pitchFamily="34" charset="0"/>
                          <a:sym typeface="Arial"/>
                        </a:rPr>
                        <a:t>Production et analyse des ratios réglementaires (EAD/RWA, ratio de levier, grands risques) en méthode standard</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a:solidFill>
                            <a:schemeClr val="dk1"/>
                          </a:solidFill>
                          <a:latin typeface="Arial" panose="020B0604020202020204" pitchFamily="34" charset="0"/>
                          <a:cs typeface="Arial" panose="020B0604020202020204" pitchFamily="34" charset="0"/>
                          <a:sym typeface="Arial"/>
                        </a:rPr>
                        <a:t>Contribution à l’automatisation des processus dans le cadre de l’intégration au groupe SG</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a:solidFill>
                            <a:schemeClr val="dk1"/>
                          </a:solidFill>
                          <a:latin typeface="Arial" panose="020B0604020202020204" pitchFamily="34" charset="0"/>
                          <a:cs typeface="Arial" panose="020B0604020202020204" pitchFamily="34" charset="0"/>
                          <a:sym typeface="Arial"/>
                        </a:rPr>
                        <a:t>Formation et coordination des équipes </a:t>
                      </a:r>
                      <a:r>
                        <a:rPr lang="fr-FR" sz="1000" err="1">
                          <a:solidFill>
                            <a:schemeClr val="dk1"/>
                          </a:solidFill>
                          <a:latin typeface="Arial" panose="020B0604020202020204" pitchFamily="34" charset="0"/>
                          <a:cs typeface="Arial" panose="020B0604020202020204" pitchFamily="34" charset="0"/>
                          <a:sym typeface="Arial"/>
                        </a:rPr>
                        <a:t>Newedge</a:t>
                      </a:r>
                      <a:r>
                        <a:rPr lang="fr-FR" sz="1000">
                          <a:solidFill>
                            <a:schemeClr val="dk1"/>
                          </a:solidFill>
                          <a:latin typeface="Arial" panose="020B0604020202020204" pitchFamily="34" charset="0"/>
                          <a:cs typeface="Arial" panose="020B0604020202020204" pitchFamily="34" charset="0"/>
                          <a:sym typeface="Arial"/>
                        </a:rPr>
                        <a:t> pour l’internalisation de la compétence</a:t>
                      </a:r>
                      <a:endParaRPr lang="fr-FR" sz="1000" kern="120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endParaRPr lang="fr-FR" sz="1000" kern="120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accent1"/>
                      </a:solidFill>
                      <a:prstDash val="solid"/>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1078204035"/>
                  </a:ext>
                </a:extLst>
              </a:tr>
              <a:tr h="369054">
                <a:tc>
                  <a:txBody>
                    <a:bodyPr/>
                    <a:lstStyle/>
                    <a:p>
                      <a:pPr marL="0" algn="l" defTabSz="557240" rtl="0" eaLnBrk="1" latinLnBrk="0" hangingPunct="1"/>
                      <a:r>
                        <a:rPr lang="fr-FR" sz="1000" b="1">
                          <a:solidFill>
                            <a:schemeClr val="tx2"/>
                          </a:solidFill>
                          <a:latin typeface="Arial" panose="020B0604020202020204" pitchFamily="34" charset="0"/>
                          <a:cs typeface="Arial" panose="020B0604020202020204" pitchFamily="34" charset="0"/>
                          <a:sym typeface="Arial"/>
                        </a:rPr>
                        <a:t>Groupama</a:t>
                      </a:r>
                    </a:p>
                    <a:p>
                      <a:pPr marL="0" algn="l" defTabSz="557240" rtl="0" eaLnBrk="1" latinLnBrk="0" hangingPunct="1"/>
                      <a:r>
                        <a:rPr lang="fr-FR" sz="1000" b="0" i="1" kern="1200" noProof="0">
                          <a:solidFill>
                            <a:schemeClr val="tx1"/>
                          </a:solidFill>
                          <a:latin typeface="+mn-lt"/>
                          <a:ea typeface="+mn-ea"/>
                          <a:cs typeface="+mn-cs"/>
                          <a:sym typeface="Arial"/>
                        </a:rPr>
                        <a:t>Projet ATLAS</a:t>
                      </a:r>
                      <a:endParaRPr lang="fr-FR" sz="1000" b="0" i="1" kern="1200" noProof="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endParaRPr lang="fr-FR" sz="1000" b="0" spc="-1" noProof="1">
                        <a:solidFill>
                          <a:schemeClr val="tx1"/>
                        </a:solidFill>
                        <a:uFill>
                          <a:solidFill>
                            <a:srgbClr val="FFFFFF"/>
                          </a:solidFill>
                        </a:u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100"/>
                        </a:spcAft>
                        <a:buClrTx/>
                        <a:buSzPct val="100000"/>
                        <a:buFontTx/>
                        <a:buNone/>
                        <a:tabLst/>
                        <a:defRPr/>
                      </a:pPr>
                      <a:r>
                        <a:rPr lang="fr-FR" sz="1000" b="1" kern="1200">
                          <a:solidFill>
                            <a:schemeClr val="tx2"/>
                          </a:solidFill>
                          <a:latin typeface="Arial" panose="020B0604020202020204" pitchFamily="34" charset="0"/>
                          <a:ea typeface="+mn-ea"/>
                          <a:cs typeface="Arial" panose="020B0604020202020204" pitchFamily="34" charset="0"/>
                          <a:sym typeface="Arial"/>
                        </a:rPr>
                        <a:t>PMO (6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En charge de piloter le projet d'implémentation d'un nouveau dispositif d’échanges avec BNPP pour traiter les flux de paiement, de trésorerie et de comptabilité depuis les applications au sein de chacune des entités (caisses régionales et filiales)</a:t>
                      </a:r>
                    </a:p>
                    <a:p>
                      <a:pPr marL="0" marR="0" lvl="0" indent="0" algn="just" defTabSz="914400" rtl="0" eaLnBrk="1" fontAlgn="auto" latinLnBrk="0" hangingPunct="1">
                        <a:lnSpc>
                          <a:spcPct val="100000"/>
                        </a:lnSpc>
                        <a:spcBef>
                          <a:spcPts val="0"/>
                        </a:spcBef>
                        <a:spcAft>
                          <a:spcPts val="100"/>
                        </a:spcAft>
                        <a:buClrTx/>
                        <a:buSzPct val="100000"/>
                        <a:buFontTx/>
                        <a:buNone/>
                        <a:tabLst/>
                        <a:defRPr/>
                      </a:pPr>
                      <a:endParaRPr lang="fr-FR" sz="1000" b="1" kern="1200" noProof="0">
                        <a:solidFill>
                          <a:schemeClr val="tx1"/>
                        </a:solidFill>
                        <a:latin typeface="+mn-lt"/>
                        <a:ea typeface="+mn-ea"/>
                        <a:cs typeface="+mn-cs"/>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3511582527"/>
                  </a:ext>
                </a:extLst>
              </a:tr>
              <a:tr h="369054">
                <a:tc>
                  <a:txBody>
                    <a:bodyPr/>
                    <a:lstStyle/>
                    <a:p>
                      <a:pPr marL="0" algn="l" defTabSz="557240" rtl="0" eaLnBrk="1" latinLnBrk="0" hangingPunct="1"/>
                      <a:r>
                        <a:rPr lang="fr-FR" sz="1000" b="1">
                          <a:solidFill>
                            <a:schemeClr val="tx2"/>
                          </a:solidFill>
                          <a:latin typeface="Arial" panose="020B0604020202020204" pitchFamily="34" charset="0"/>
                          <a:cs typeface="Arial" panose="020B0604020202020204" pitchFamily="34" charset="0"/>
                          <a:sym typeface="Arial"/>
                        </a:rPr>
                        <a:t>BNPP BDDF</a:t>
                      </a:r>
                    </a:p>
                    <a:p>
                      <a:pPr marL="0" algn="l" defTabSz="557240" rtl="0" eaLnBrk="1" latinLnBrk="0" hangingPunct="1"/>
                      <a:r>
                        <a:rPr lang="fr-FR" sz="1000" b="0" i="1" kern="1200">
                          <a:solidFill>
                            <a:schemeClr val="tx1"/>
                          </a:solidFill>
                          <a:latin typeface="+mn-lt"/>
                          <a:ea typeface="+mn-ea"/>
                          <a:cs typeface="+mn-cs"/>
                          <a:sym typeface="Arial"/>
                        </a:rPr>
                        <a:t>Conformité LABFT </a:t>
                      </a:r>
                      <a:endParaRPr lang="fr-FR" sz="1000" b="0" i="1" kern="1200" noProof="0">
                        <a:solidFill>
                          <a:schemeClr val="tx1"/>
                        </a:solidFill>
                        <a:latin typeface="+mn-lt"/>
                        <a:ea typeface="+mn-ea"/>
                        <a:cs typeface="+mn-cs"/>
                      </a:endParaRP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r>
                        <a:rPr lang="fr-FR" sz="1000" b="0" spc="-1" noProof="1">
                          <a:solidFill>
                            <a:schemeClr val="tx1"/>
                          </a:solidFill>
                          <a:uFill>
                            <a:solidFill>
                              <a:srgbClr val="FFFFFF"/>
                            </a:solidFill>
                          </a:uFill>
                        </a:rPr>
                        <a:t>La mission a été menée à la suite d'une condamnation de la banque pour absence de traitement des dossiers de soupçons de blanchiment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r>
                        <a:rPr lang="fr-FR" sz="1000" b="1" kern="1200">
                          <a:solidFill>
                            <a:schemeClr val="tx2"/>
                          </a:solidFill>
                          <a:latin typeface="Arial" panose="020B0604020202020204" pitchFamily="34" charset="0"/>
                          <a:ea typeface="+mn-ea"/>
                          <a:cs typeface="Arial" panose="020B0604020202020204" pitchFamily="34" charset="0"/>
                          <a:sym typeface="Arial"/>
                        </a:rPr>
                        <a:t>Analyste LABFT (12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Mise en place et transformation du processus opérationnel de traitement des dossiers de déclaration de soupçon de fraude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Coordination d’équipe (5 personnes)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sym typeface="Arial"/>
                        </a:rPr>
                        <a:t>Optimisation des processus d’analyse et de déclaration</a:t>
                      </a:r>
                      <a:endParaRPr lang="fr-FR" sz="1000" kern="120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tx1">
                          <a:lumMod val="20000"/>
                          <a:lumOff val="80000"/>
                        </a:schemeClr>
                      </a:solidFill>
                      <a:prstDash val="sysDash"/>
                      <a:round/>
                      <a:headEnd type="none" w="med" len="med"/>
                      <a:tailEnd type="none" w="med" len="med"/>
                    </a:lnB>
                  </a:tcPr>
                </a:tc>
                <a:extLst>
                  <a:ext uri="{0D108BD9-81ED-4DB2-BD59-A6C34878D82A}">
                    <a16:rowId xmlns:a16="http://schemas.microsoft.com/office/drawing/2014/main" val="2815008799"/>
                  </a:ext>
                </a:extLst>
              </a:tr>
              <a:tr h="369054">
                <a:tc>
                  <a:txBody>
                    <a:bodyPr/>
                    <a:lstStyle/>
                    <a:p>
                      <a:pPr marL="0" algn="l" defTabSz="557240" rtl="0" eaLnBrk="1" latinLnBrk="0" hangingPunct="1"/>
                      <a:r>
                        <a:rPr lang="fr-FR" sz="1000" b="1" kern="1200" noProof="0">
                          <a:solidFill>
                            <a:schemeClr val="tx2"/>
                          </a:solidFill>
                          <a:latin typeface="Arial" panose="020B0604020202020204" pitchFamily="34" charset="0"/>
                          <a:ea typeface="+mn-ea"/>
                          <a:cs typeface="Arial" panose="020B0604020202020204" pitchFamily="34" charset="0"/>
                        </a:rPr>
                        <a:t>BNPP CIB</a:t>
                      </a:r>
                    </a:p>
                    <a:p>
                      <a:pPr marL="0" algn="l" defTabSz="557240" rtl="0" eaLnBrk="1" latinLnBrk="0" hangingPunct="1"/>
                      <a:r>
                        <a:rPr lang="fr-FR" sz="1000" b="0" i="1" kern="1200" noProof="0">
                          <a:solidFill>
                            <a:schemeClr val="tx1"/>
                          </a:solidFill>
                          <a:latin typeface="+mn-lt"/>
                          <a:ea typeface="+mn-ea"/>
                          <a:cs typeface="+mn-cs"/>
                        </a:rPr>
                        <a:t>Audit interne</a:t>
                      </a:r>
                    </a:p>
                  </a:txBody>
                  <a:tcPr>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557240" rtl="0" eaLnBrk="1" fontAlgn="auto" latinLnBrk="0" hangingPunct="1">
                        <a:lnSpc>
                          <a:spcPct val="90000"/>
                        </a:lnSpc>
                        <a:spcBef>
                          <a:spcPts val="300"/>
                        </a:spcBef>
                        <a:spcAft>
                          <a:spcPts val="100"/>
                        </a:spcAft>
                        <a:buClr>
                          <a:schemeClr val="accent1"/>
                        </a:buClr>
                        <a:buSzPct val="100000"/>
                        <a:buFont typeface="Arial"/>
                        <a:buNone/>
                        <a:tabLst>
                          <a:tab pos="177800" algn="l"/>
                        </a:tabLst>
                        <a:defRPr/>
                      </a:pPr>
                      <a:r>
                        <a:rPr lang="fr-FR" sz="1000" kern="1200" spc="-1" noProof="0">
                          <a:solidFill>
                            <a:schemeClr val="tx1"/>
                          </a:solidFill>
                          <a:uFill>
                            <a:solidFill>
                              <a:srgbClr val="FFFFFF"/>
                            </a:solidFill>
                          </a:uFill>
                          <a:latin typeface="+mn-lt"/>
                          <a:ea typeface="+mn-ea"/>
                          <a:cs typeface="+mn-cs"/>
                        </a:rPr>
                        <a:t>Cette mission a été décidé à la suite de deux validations de virements dont les montants importants étaient erronés, indiquant une inefficacité des process de contrôle des risques pourtant en place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None/>
                        <a:tabLst>
                          <a:tab pos="177800" algn="l"/>
                        </a:tabLst>
                        <a:defRPr/>
                      </a:pPr>
                      <a:r>
                        <a:rPr lang="fr-FR" sz="1000" b="1" kern="1200">
                          <a:solidFill>
                            <a:schemeClr val="tx2"/>
                          </a:solidFill>
                          <a:latin typeface="Arial" panose="020B0604020202020204" pitchFamily="34" charset="0"/>
                          <a:ea typeface="+mn-ea"/>
                          <a:cs typeface="Arial" panose="020B0604020202020204" pitchFamily="34" charset="0"/>
                        </a:rPr>
                        <a:t>Audit interne de SI de paiement (6 mois)</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rPr>
                        <a:t>Réalisation de la cartographie des risques et le </a:t>
                      </a:r>
                      <a:r>
                        <a:rPr lang="fr-FR" sz="1000" kern="1200" err="1">
                          <a:solidFill>
                            <a:schemeClr val="dk1"/>
                          </a:solidFill>
                          <a:latin typeface="Arial" panose="020B0604020202020204" pitchFamily="34" charset="0"/>
                          <a:ea typeface="+mn-ea"/>
                          <a:cs typeface="Arial" panose="020B0604020202020204" pitchFamily="34" charset="0"/>
                        </a:rPr>
                        <a:t>risk</a:t>
                      </a:r>
                      <a:r>
                        <a:rPr lang="fr-FR" sz="1000" kern="1200">
                          <a:solidFill>
                            <a:schemeClr val="dk1"/>
                          </a:solidFill>
                          <a:latin typeface="Arial" panose="020B0604020202020204" pitchFamily="34" charset="0"/>
                          <a:ea typeface="+mn-ea"/>
                          <a:cs typeface="Arial" panose="020B0604020202020204" pitchFamily="34" charset="0"/>
                        </a:rPr>
                        <a:t> </a:t>
                      </a:r>
                      <a:r>
                        <a:rPr lang="fr-FR" sz="1000" kern="1200" err="1">
                          <a:solidFill>
                            <a:schemeClr val="dk1"/>
                          </a:solidFill>
                          <a:latin typeface="Arial" panose="020B0604020202020204" pitchFamily="34" charset="0"/>
                          <a:ea typeface="+mn-ea"/>
                          <a:cs typeface="Arial" panose="020B0604020202020204" pitchFamily="34" charset="0"/>
                        </a:rPr>
                        <a:t>assessment</a:t>
                      </a:r>
                      <a:r>
                        <a:rPr lang="fr-FR" sz="1000" kern="1200">
                          <a:solidFill>
                            <a:schemeClr val="dk1"/>
                          </a:solidFill>
                          <a:latin typeface="Arial" panose="020B0604020202020204" pitchFamily="34" charset="0"/>
                          <a:ea typeface="+mn-ea"/>
                          <a:cs typeface="Arial" panose="020B0604020202020204" pitchFamily="34" charset="0"/>
                        </a:rPr>
                        <a:t> des systèmes et équipes réalisant des paiements au sein de BNPP CIB Global </a:t>
                      </a:r>
                      <a:r>
                        <a:rPr lang="fr-FR" sz="1000" kern="1200" err="1">
                          <a:solidFill>
                            <a:schemeClr val="dk1"/>
                          </a:solidFill>
                          <a:latin typeface="Arial" panose="020B0604020202020204" pitchFamily="34" charset="0"/>
                          <a:ea typeface="+mn-ea"/>
                          <a:cs typeface="Arial" panose="020B0604020202020204" pitchFamily="34" charset="0"/>
                        </a:rPr>
                        <a:t>Market</a:t>
                      </a:r>
                      <a:r>
                        <a:rPr lang="fr-FR" sz="1000" kern="1200">
                          <a:solidFill>
                            <a:schemeClr val="dk1"/>
                          </a:solidFill>
                          <a:latin typeface="Arial" panose="020B0604020202020204" pitchFamily="34" charset="0"/>
                          <a:ea typeface="+mn-ea"/>
                          <a:cs typeface="Arial" panose="020B0604020202020204" pitchFamily="34" charset="0"/>
                        </a:rPr>
                        <a:t> Worldwide</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rPr>
                        <a:t>Réaliser de « </a:t>
                      </a:r>
                      <a:r>
                        <a:rPr lang="fr-FR" sz="1000" kern="1200" err="1">
                          <a:solidFill>
                            <a:schemeClr val="dk1"/>
                          </a:solidFill>
                          <a:latin typeface="Arial" panose="020B0604020202020204" pitchFamily="34" charset="0"/>
                          <a:ea typeface="+mn-ea"/>
                          <a:cs typeface="Arial" panose="020B0604020202020204" pitchFamily="34" charset="0"/>
                        </a:rPr>
                        <a:t>deep</a:t>
                      </a:r>
                      <a:r>
                        <a:rPr lang="fr-FR" sz="1000" kern="1200">
                          <a:solidFill>
                            <a:schemeClr val="dk1"/>
                          </a:solidFill>
                          <a:latin typeface="Arial" panose="020B0604020202020204" pitchFamily="34" charset="0"/>
                          <a:ea typeface="+mn-ea"/>
                          <a:cs typeface="Arial" panose="020B0604020202020204" pitchFamily="34" charset="0"/>
                        </a:rPr>
                        <a:t> dives » auprès du Back Office Centrale Europe à Bruxelles et de l’équipe de Prime </a:t>
                      </a:r>
                      <a:r>
                        <a:rPr lang="fr-FR" sz="1000" kern="1200" err="1">
                          <a:solidFill>
                            <a:schemeClr val="dk1"/>
                          </a:solidFill>
                          <a:latin typeface="Arial" panose="020B0604020202020204" pitchFamily="34" charset="0"/>
                          <a:ea typeface="+mn-ea"/>
                          <a:cs typeface="Arial" panose="020B0604020202020204" pitchFamily="34" charset="0"/>
                        </a:rPr>
                        <a:t>Brokerage</a:t>
                      </a:r>
                      <a:r>
                        <a:rPr lang="fr-FR" sz="1000" kern="1200">
                          <a:solidFill>
                            <a:schemeClr val="dk1"/>
                          </a:solidFill>
                          <a:latin typeface="Arial" panose="020B0604020202020204" pitchFamily="34" charset="0"/>
                          <a:ea typeface="+mn-ea"/>
                          <a:cs typeface="Arial" panose="020B0604020202020204" pitchFamily="34" charset="0"/>
                        </a:rPr>
                        <a:t> à Hong Kong</a:t>
                      </a:r>
                    </a:p>
                    <a:p>
                      <a:pPr marL="171450" marR="0" lvl="0" indent="-171450" algn="l" defTabSz="914400" rtl="0" eaLnBrk="1" fontAlgn="auto" latinLnBrk="0" hangingPunct="1">
                        <a:lnSpc>
                          <a:spcPct val="100000"/>
                        </a:lnSpc>
                        <a:spcBef>
                          <a:spcPts val="0"/>
                        </a:spcBef>
                        <a:spcAft>
                          <a:spcPts val="0"/>
                        </a:spcAft>
                        <a:buClr>
                          <a:schemeClr val="accent1"/>
                        </a:buClr>
                        <a:buSzPct val="100000"/>
                        <a:buFont typeface="Arial" panose="020B0604020202020204" pitchFamily="34" charset="0"/>
                        <a:buChar char="•"/>
                        <a:tabLst>
                          <a:tab pos="177800" algn="l"/>
                        </a:tabLst>
                        <a:defRPr/>
                      </a:pPr>
                      <a:r>
                        <a:rPr lang="fr-FR" sz="1000" kern="1200">
                          <a:solidFill>
                            <a:schemeClr val="dk1"/>
                          </a:solidFill>
                          <a:latin typeface="Arial" panose="020B0604020202020204" pitchFamily="34" charset="0"/>
                          <a:ea typeface="+mn-ea"/>
                          <a:cs typeface="Arial" panose="020B0604020202020204" pitchFamily="34" charset="0"/>
                        </a:rPr>
                        <a:t>Suivi d’avancement du projet et </a:t>
                      </a:r>
                      <a:r>
                        <a:rPr lang="fr-FR" sz="1000" kern="1200" err="1">
                          <a:solidFill>
                            <a:schemeClr val="dk1"/>
                          </a:solidFill>
                          <a:latin typeface="Arial" panose="020B0604020202020204" pitchFamily="34" charset="0"/>
                          <a:ea typeface="+mn-ea"/>
                          <a:cs typeface="Arial" panose="020B0604020202020204" pitchFamily="34" charset="0"/>
                        </a:rPr>
                        <a:t>reporting</a:t>
                      </a:r>
                      <a:endParaRPr lang="fr-FR" sz="1000" kern="120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bg1"/>
                      </a:solidFill>
                      <a:prstDash val="solid"/>
                      <a:round/>
                      <a:headEnd type="none" w="med" len="med"/>
                      <a:tailEnd type="none" w="med" len="med"/>
                    </a:lnL>
                    <a:lnT w="12700" cap="flat" cmpd="sng" algn="ctr">
                      <a:solidFill>
                        <a:schemeClr val="tx1">
                          <a:lumMod val="20000"/>
                          <a:lumOff val="80000"/>
                        </a:schemeClr>
                      </a:solidFill>
                      <a:prstDash val="sysDash"/>
                      <a:round/>
                      <a:headEnd type="none" w="med" len="med"/>
                      <a:tailEnd type="none" w="med" len="med"/>
                    </a:lnT>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4274134674"/>
                  </a:ext>
                </a:extLst>
              </a:tr>
            </a:tbl>
          </a:graphicData>
        </a:graphic>
      </p:graphicFrame>
      <p:sp>
        <p:nvSpPr>
          <p:cNvPr id="2" name="Titre 1">
            <a:extLst>
              <a:ext uri="{FF2B5EF4-FFF2-40B4-BE49-F238E27FC236}">
                <a16:creationId xmlns:a16="http://schemas.microsoft.com/office/drawing/2014/main" id="{3E161E47-BCB2-7CAA-0662-D956ECBFA239}"/>
              </a:ext>
            </a:extLst>
          </p:cNvPr>
          <p:cNvSpPr>
            <a:spLocks noGrp="1"/>
          </p:cNvSpPr>
          <p:nvPr>
            <p:ph type="title"/>
          </p:nvPr>
        </p:nvSpPr>
        <p:spPr/>
        <p:txBody>
          <a:bodyPr vert="horz"/>
          <a:lstStyle/>
          <a:p>
            <a:r>
              <a:rPr lang="fr-FR" noProof="0"/>
              <a:t>GS</a:t>
            </a:r>
          </a:p>
        </p:txBody>
      </p:sp>
      <p:sp>
        <p:nvSpPr>
          <p:cNvPr id="3" name="Espace réservé du numéro de diapositive 2">
            <a:extLst>
              <a:ext uri="{FF2B5EF4-FFF2-40B4-BE49-F238E27FC236}">
                <a16:creationId xmlns:a16="http://schemas.microsoft.com/office/drawing/2014/main" id="{E82B99F1-C352-2790-7C9F-8E3F19F1F893}"/>
              </a:ext>
            </a:extLst>
          </p:cNvPr>
          <p:cNvSpPr>
            <a:spLocks noGrp="1"/>
          </p:cNvSpPr>
          <p:nvPr>
            <p:ph type="sldNum" sz="quarter" idx="11"/>
          </p:nvPr>
        </p:nvSpPr>
        <p:spPr/>
        <p:txBody>
          <a:bodyPr/>
          <a:lstStyle/>
          <a:p>
            <a:fld id="{BE9517EC-C298-4848-B090-11602D956FCE}" type="slidenum">
              <a:rPr lang="fr-FR" noProof="0" smtClean="0"/>
              <a:pPr/>
              <a:t>4</a:t>
            </a:fld>
            <a:endParaRPr lang="fr-FR" noProof="0"/>
          </a:p>
        </p:txBody>
      </p:sp>
      <p:sp>
        <p:nvSpPr>
          <p:cNvPr id="5" name="Espace réservé de la date 4">
            <a:extLst>
              <a:ext uri="{FF2B5EF4-FFF2-40B4-BE49-F238E27FC236}">
                <a16:creationId xmlns:a16="http://schemas.microsoft.com/office/drawing/2014/main" id="{5D895B33-15BC-CBA5-B016-AD338A3EA2E8}"/>
              </a:ext>
            </a:extLst>
          </p:cNvPr>
          <p:cNvSpPr>
            <a:spLocks noGrp="1"/>
          </p:cNvSpPr>
          <p:nvPr>
            <p:ph type="dt" sz="half" idx="2"/>
          </p:nvPr>
        </p:nvSpPr>
        <p:spPr/>
        <p:txBody>
          <a:bodyPr/>
          <a:lstStyle/>
          <a:p>
            <a:fld id="{05EECF77-BC25-41C0-A0EF-6A4B97F069C1}" type="datetime1">
              <a:rPr lang="fr-FR" noProof="0" smtClean="0"/>
              <a:t>04/04/2025</a:t>
            </a:fld>
            <a:endParaRPr lang="fr-FR" noProof="0"/>
          </a:p>
        </p:txBody>
      </p:sp>
      <p:sp>
        <p:nvSpPr>
          <p:cNvPr id="15" name="Forme libre : forme 14">
            <a:extLst>
              <a:ext uri="{FF2B5EF4-FFF2-40B4-BE49-F238E27FC236}">
                <a16:creationId xmlns:a16="http://schemas.microsoft.com/office/drawing/2014/main" id="{DF17C236-0B57-9E13-747F-87206D0428DA}"/>
              </a:ext>
            </a:extLst>
          </p:cNvPr>
          <p:cNvSpPr/>
          <p:nvPr/>
        </p:nvSpPr>
        <p:spPr>
          <a:xfrm>
            <a:off x="380995" y="1332000"/>
            <a:ext cx="5715005" cy="360000"/>
          </a:xfrm>
          <a:custGeom>
            <a:avLst/>
            <a:gdLst>
              <a:gd name="connsiteX0" fmla="*/ 0 w 5193356"/>
              <a:gd name="connsiteY0" fmla="*/ 0 h 449448"/>
              <a:gd name="connsiteX1" fmla="*/ 4980165 w 5193356"/>
              <a:gd name="connsiteY1" fmla="*/ 0 h 449448"/>
              <a:gd name="connsiteX2" fmla="*/ 4997252 w 5193356"/>
              <a:gd name="connsiteY2" fmla="*/ 0 h 449448"/>
              <a:gd name="connsiteX3" fmla="*/ 4997252 w 5193356"/>
              <a:gd name="connsiteY3" fmla="*/ 1816 h 449448"/>
              <a:gd name="connsiteX4" fmla="*/ 5023131 w 5193356"/>
              <a:gd name="connsiteY4" fmla="*/ 4566 h 449448"/>
              <a:gd name="connsiteX5" fmla="*/ 5193356 w 5193356"/>
              <a:gd name="connsiteY5" fmla="*/ 224724 h 449448"/>
              <a:gd name="connsiteX6" fmla="*/ 5023131 w 5193356"/>
              <a:gd name="connsiteY6" fmla="*/ 444883 h 449448"/>
              <a:gd name="connsiteX7" fmla="*/ 4997252 w 5193356"/>
              <a:gd name="connsiteY7" fmla="*/ 447632 h 449448"/>
              <a:gd name="connsiteX8" fmla="*/ 4997252 w 5193356"/>
              <a:gd name="connsiteY8" fmla="*/ 449447 h 449448"/>
              <a:gd name="connsiteX9" fmla="*/ 4980175 w 5193356"/>
              <a:gd name="connsiteY9" fmla="*/ 449447 h 449448"/>
              <a:gd name="connsiteX10" fmla="*/ 4980165 w 5193356"/>
              <a:gd name="connsiteY10" fmla="*/ 449448 h 449448"/>
              <a:gd name="connsiteX11" fmla="*/ 4980156 w 5193356"/>
              <a:gd name="connsiteY11" fmla="*/ 449447 h 449448"/>
              <a:gd name="connsiteX12" fmla="*/ 0 w 5193356"/>
              <a:gd name="connsiteY12" fmla="*/ 449447 h 449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193356" h="449448">
                <a:moveTo>
                  <a:pt x="0" y="0"/>
                </a:moveTo>
                <a:lnTo>
                  <a:pt x="4980165" y="0"/>
                </a:lnTo>
                <a:lnTo>
                  <a:pt x="4997252" y="0"/>
                </a:lnTo>
                <a:lnTo>
                  <a:pt x="4997252" y="1816"/>
                </a:lnTo>
                <a:lnTo>
                  <a:pt x="5023131" y="4566"/>
                </a:lnTo>
                <a:cubicBezTo>
                  <a:pt x="5120278" y="25520"/>
                  <a:pt x="5193356" y="116126"/>
                  <a:pt x="5193356" y="224724"/>
                </a:cubicBezTo>
                <a:cubicBezTo>
                  <a:pt x="5193356" y="333322"/>
                  <a:pt x="5120278" y="423928"/>
                  <a:pt x="5023131" y="444883"/>
                </a:cubicBezTo>
                <a:lnTo>
                  <a:pt x="4997252" y="447632"/>
                </a:lnTo>
                <a:lnTo>
                  <a:pt x="4997252" y="449447"/>
                </a:lnTo>
                <a:lnTo>
                  <a:pt x="4980175" y="449447"/>
                </a:lnTo>
                <a:lnTo>
                  <a:pt x="4980165" y="449448"/>
                </a:lnTo>
                <a:lnTo>
                  <a:pt x="4980156" y="449447"/>
                </a:lnTo>
                <a:lnTo>
                  <a:pt x="0" y="44944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r>
              <a:rPr lang="fr-FR" sz="1200" b="1" kern="0">
                <a:solidFill>
                  <a:schemeClr val="bg1"/>
                </a:solidFill>
                <a:latin typeface="Arial" panose="020B0604020202020204" pitchFamily="34" charset="0"/>
                <a:cs typeface="Arial" panose="020B0604020202020204" pitchFamily="34" charset="0"/>
              </a:rPr>
              <a:t>PRINCIPALES EXPÉRIENCES EN LIEN AVEC LA MISSION (SUITE)</a:t>
            </a:r>
          </a:p>
        </p:txBody>
      </p:sp>
      <p:sp>
        <p:nvSpPr>
          <p:cNvPr id="4" name="Rectangle 3">
            <a:extLst>
              <a:ext uri="{FF2B5EF4-FFF2-40B4-BE49-F238E27FC236}">
                <a16:creationId xmlns:a16="http://schemas.microsoft.com/office/drawing/2014/main" id="{E35C342A-874F-8509-59CA-9D750F758E76}"/>
              </a:ext>
            </a:extLst>
          </p:cNvPr>
          <p:cNvSpPr/>
          <p:nvPr/>
        </p:nvSpPr>
        <p:spPr>
          <a:xfrm>
            <a:off x="12305039" y="0"/>
            <a:ext cx="2071025" cy="2052858"/>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1100">
                <a:solidFill>
                  <a:schemeClr val="tx1"/>
                </a:solidFill>
              </a:rPr>
              <a:t>Nota : cette présentation en tableau devra être en cohérence avec la présentation des références mission AMITA (références courtes)</a:t>
            </a:r>
          </a:p>
        </p:txBody>
      </p:sp>
      <p:sp>
        <p:nvSpPr>
          <p:cNvPr id="8" name="Rectangle 7">
            <a:extLst>
              <a:ext uri="{FF2B5EF4-FFF2-40B4-BE49-F238E27FC236}">
                <a16:creationId xmlns:a16="http://schemas.microsoft.com/office/drawing/2014/main" id="{A6BE50D5-2187-DC51-5F17-29D83E5C555C}"/>
              </a:ext>
            </a:extLst>
          </p:cNvPr>
          <p:cNvSpPr/>
          <p:nvPr/>
        </p:nvSpPr>
        <p:spPr>
          <a:xfrm>
            <a:off x="4862670" y="0"/>
            <a:ext cx="2071025" cy="3330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a:solidFill>
                  <a:schemeClr val="tx1"/>
                </a:solidFill>
              </a:rPr>
              <a:t>CV détaillé</a:t>
            </a:r>
          </a:p>
        </p:txBody>
      </p:sp>
      <p:sp>
        <p:nvSpPr>
          <p:cNvPr id="9" name="Espace réservé du pied de page 8">
            <a:extLst>
              <a:ext uri="{FF2B5EF4-FFF2-40B4-BE49-F238E27FC236}">
                <a16:creationId xmlns:a16="http://schemas.microsoft.com/office/drawing/2014/main" id="{112B4FA9-0E24-A923-4714-D3FECFA6E761}"/>
              </a:ext>
            </a:extLst>
          </p:cNvPr>
          <p:cNvSpPr>
            <a:spLocks noGrp="1"/>
          </p:cNvSpPr>
          <p:nvPr>
            <p:ph type="ftr" sz="quarter" idx="10"/>
          </p:nvPr>
        </p:nvSpPr>
        <p:spPr/>
        <p:txBody>
          <a:bodyPr/>
          <a:lstStyle/>
          <a:p>
            <a:r>
              <a:rPr lang="fr-FR"/>
              <a:t>AMITA CONSEIL</a:t>
            </a:r>
          </a:p>
        </p:txBody>
      </p:sp>
    </p:spTree>
    <p:extLst>
      <p:ext uri="{BB962C8B-B14F-4D97-AF65-F5344CB8AC3E}">
        <p14:creationId xmlns:p14="http://schemas.microsoft.com/office/powerpoint/2010/main" val="9046747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025 02_AMITA Conseil">
  <a:themeElements>
    <a:clrScheme name="AMITA 2">
      <a:dk1>
        <a:srgbClr val="353637"/>
      </a:dk1>
      <a:lt1>
        <a:sysClr val="window" lastClr="FFFFFF"/>
      </a:lt1>
      <a:dk2>
        <a:srgbClr val="43A2BF"/>
      </a:dk2>
      <a:lt2>
        <a:srgbClr val="F7F7F7"/>
      </a:lt2>
      <a:accent1>
        <a:srgbClr val="43A2BF"/>
      </a:accent1>
      <a:accent2>
        <a:srgbClr val="4D7480"/>
      </a:accent2>
      <a:accent3>
        <a:srgbClr val="B5E1EF"/>
      </a:accent3>
      <a:accent4>
        <a:srgbClr val="6AA6B7"/>
      </a:accent4>
      <a:accent5>
        <a:srgbClr val="FFAE19"/>
      </a:accent5>
      <a:accent6>
        <a:srgbClr val="FF6419"/>
      </a:accent6>
      <a:hlink>
        <a:srgbClr val="4D7480"/>
      </a:hlink>
      <a:folHlink>
        <a:srgbClr val="2E556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5 02_AMITA Conseil" id="{04D555FD-3CF6-4C09-9956-4D12109AF0E0}" vid="{1030E482-EE0D-43A8-A09B-A92D63339AC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EA5923CF42828478025696259AFA44C" ma:contentTypeVersion="13" ma:contentTypeDescription="Crée un document." ma:contentTypeScope="" ma:versionID="5e993e22e778ef09ecfb16d3fefdfc9f">
  <xsd:schema xmlns:xsd="http://www.w3.org/2001/XMLSchema" xmlns:xs="http://www.w3.org/2001/XMLSchema" xmlns:p="http://schemas.microsoft.com/office/2006/metadata/properties" xmlns:ns2="b662136d-f4c7-4ecd-aecf-392677ef4b39" xmlns:ns3="5438b2ed-c33a-4943-80d4-1eb1a51ca64d" targetNamespace="http://schemas.microsoft.com/office/2006/metadata/properties" ma:root="true" ma:fieldsID="c5619f54d5f07886a6273fdc4fba94ca" ns2:_="" ns3:_="">
    <xsd:import namespace="b662136d-f4c7-4ecd-aecf-392677ef4b39"/>
    <xsd:import namespace="5438b2ed-c33a-4943-80d4-1eb1a51ca6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62136d-f4c7-4ecd-aecf-392677ef4b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Balises d’images" ma:readOnly="false" ma:fieldId="{5cf76f15-5ced-4ddc-b409-7134ff3c332f}" ma:taxonomyMulti="true" ma:sspId="9c4cb228-3045-4ce0-a5ba-35060aea63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438b2ed-c33a-4943-80d4-1eb1a51ca64d"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c9b42586-e577-452a-859a-b23ae595a161}" ma:internalName="TaxCatchAll" ma:showField="CatchAllData" ma:web="5438b2ed-c33a-4943-80d4-1eb1a51ca6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662136d-f4c7-4ecd-aecf-392677ef4b39">
      <Terms xmlns="http://schemas.microsoft.com/office/infopath/2007/PartnerControls"/>
    </lcf76f155ced4ddcb4097134ff3c332f>
    <TaxCatchAll xmlns="5438b2ed-c33a-4943-80d4-1eb1a51ca64d" xsi:nil="true"/>
  </documentManagement>
</p:properties>
</file>

<file path=customXml/itemProps1.xml><?xml version="1.0" encoding="utf-8"?>
<ds:datastoreItem xmlns:ds="http://schemas.openxmlformats.org/officeDocument/2006/customXml" ds:itemID="{A99BB03B-02D8-4150-8B36-F9BD50D9F573}">
  <ds:schemaRefs>
    <ds:schemaRef ds:uri="http://schemas.microsoft.com/sharepoint/v3/contenttype/forms"/>
  </ds:schemaRefs>
</ds:datastoreItem>
</file>

<file path=customXml/itemProps2.xml><?xml version="1.0" encoding="utf-8"?>
<ds:datastoreItem xmlns:ds="http://schemas.openxmlformats.org/officeDocument/2006/customXml" ds:itemID="{1FE79DF9-C58F-4F32-98FC-7A5EE2CE32C6}">
  <ds:schemaRefs>
    <ds:schemaRef ds:uri="5438b2ed-c33a-4943-80d4-1eb1a51ca64d"/>
    <ds:schemaRef ds:uri="b662136d-f4c7-4ecd-aecf-392677ef4b3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AC34AAB-7852-4104-B684-4FE27329F849}">
  <ds:schemaRefs>
    <ds:schemaRef ds:uri="5438b2ed-c33a-4943-80d4-1eb1a51ca64d"/>
    <ds:schemaRef ds:uri="b662136d-f4c7-4ecd-aecf-392677ef4b3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4</Slides>
  <Notes>2</Notes>
  <HiddenSlides>0</HiddenSlide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2025 02_AMITA Conseil</vt:lpstr>
      <vt:lpstr>PowerPoint Presentation</vt:lpstr>
      <vt:lpstr>GRéGOIRE SOURDEL</vt:lpstr>
      <vt:lpstr>PowerPoint Presentation</vt:lpstr>
      <vt:lpstr>GS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Aymeric Prat</dc:creator>
  <cp:revision>1</cp:revision>
  <dcterms:created xsi:type="dcterms:W3CDTF">2023-07-04T06:45:58Z</dcterms:created>
  <dcterms:modified xsi:type="dcterms:W3CDTF">2025-04-04T14:20:18Z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0x010100AEA5923CF42828478025696259AFA44C</vt:lpwstr>
  </property>
</Properties>
</file>