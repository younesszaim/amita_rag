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4"/>
    <p:sldMasterId id="2147483777" r:id="rId5"/>
  </p:sldMasterIdLst>
  <p:notesMasterIdLst>
    <p:notesMasterId r:id="rId7"/>
  </p:notesMasterIdLst>
  <p:handoutMasterIdLst>
    <p:handoutMasterId r:id="rId8"/>
  </p:handoutMasterIdLst>
  <p:sldIdLst>
    <p:sldId id="2147473152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7480"/>
    <a:srgbClr val="FA803D"/>
    <a:srgbClr val="353637"/>
    <a:srgbClr val="43A2BF"/>
    <a:srgbClr val="FFFFFF"/>
    <a:srgbClr val="B5E1EF"/>
    <a:srgbClr val="6AA6B7"/>
    <a:srgbClr val="AEC4DA"/>
    <a:srgbClr val="C9D7E7"/>
    <a:srgbClr val="1614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3ACD1B-84AB-40DF-A45B-5AC90E8BC541}" v="6" dt="2025-04-08T08:43:07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maël LICER" userId="20e3da59-31f1-4a65-ba1d-e31f68b030e5" providerId="ADAL" clId="{F33ACD1B-84AB-40DF-A45B-5AC90E8BC541}"/>
    <pc:docChg chg="addSld delSld modSld sldOrd">
      <pc:chgData name="Ismaël LICER" userId="20e3da59-31f1-4a65-ba1d-e31f68b030e5" providerId="ADAL" clId="{F33ACD1B-84AB-40DF-A45B-5AC90E8BC541}" dt="2025-04-08T08:43:07.081" v="7" actId="2696"/>
      <pc:docMkLst>
        <pc:docMk/>
      </pc:docMkLst>
      <pc:sldChg chg="del">
        <pc:chgData name="Ismaël LICER" userId="20e3da59-31f1-4a65-ba1d-e31f68b030e5" providerId="ADAL" clId="{F33ACD1B-84AB-40DF-A45B-5AC90E8BC541}" dt="2025-04-08T08:42:58.419" v="5" actId="2696"/>
        <pc:sldMkLst>
          <pc:docMk/>
          <pc:sldMk cId="2876425171" sldId="2147473142"/>
        </pc:sldMkLst>
      </pc:sldChg>
      <pc:sldChg chg="del">
        <pc:chgData name="Ismaël LICER" userId="20e3da59-31f1-4a65-ba1d-e31f68b030e5" providerId="ADAL" clId="{F33ACD1B-84AB-40DF-A45B-5AC90E8BC541}" dt="2025-04-08T08:42:48.791" v="4" actId="2696"/>
        <pc:sldMkLst>
          <pc:docMk/>
          <pc:sldMk cId="4021883580" sldId="2147473144"/>
        </pc:sldMkLst>
      </pc:sldChg>
      <pc:sldChg chg="add ord">
        <pc:chgData name="Ismaël LICER" userId="20e3da59-31f1-4a65-ba1d-e31f68b030e5" providerId="ADAL" clId="{F33ACD1B-84AB-40DF-A45B-5AC90E8BC541}" dt="2025-04-08T08:42:45.053" v="3"/>
        <pc:sldMkLst>
          <pc:docMk/>
          <pc:sldMk cId="1026245202" sldId="2147473152"/>
        </pc:sldMkLst>
      </pc:sldChg>
      <pc:sldChg chg="modSp del mod">
        <pc:chgData name="Ismaël LICER" userId="20e3da59-31f1-4a65-ba1d-e31f68b030e5" providerId="ADAL" clId="{F33ACD1B-84AB-40DF-A45B-5AC90E8BC541}" dt="2025-04-08T08:43:02.675" v="6" actId="2696"/>
        <pc:sldMkLst>
          <pc:docMk/>
          <pc:sldMk cId="1404383589" sldId="2147473166"/>
        </pc:sldMkLst>
        <pc:spChg chg="mod">
          <ac:chgData name="Ismaël LICER" userId="20e3da59-31f1-4a65-ba1d-e31f68b030e5" providerId="ADAL" clId="{F33ACD1B-84AB-40DF-A45B-5AC90E8BC541}" dt="2025-04-04T08:35:50.454" v="0" actId="1076"/>
          <ac:spMkLst>
            <pc:docMk/>
            <pc:sldMk cId="1404383589" sldId="2147473166"/>
            <ac:spMk id="3" creationId="{B9906332-9154-60F0-6764-E216855963E7}"/>
          </ac:spMkLst>
        </pc:spChg>
      </pc:sldChg>
      <pc:sldChg chg="del">
        <pc:chgData name="Ismaël LICER" userId="20e3da59-31f1-4a65-ba1d-e31f68b030e5" providerId="ADAL" clId="{F33ACD1B-84AB-40DF-A45B-5AC90E8BC541}" dt="2025-04-08T08:43:07.081" v="7" actId="2696"/>
        <pc:sldMkLst>
          <pc:docMk/>
          <pc:sldMk cId="2527697160" sldId="2147473167"/>
        </pc:sldMkLst>
      </pc:sldChg>
    </pc:docChg>
  </pc:docChgLst>
  <pc:docChgLst>
    <pc:chgData name="Grégoire Sourdel" userId="fd51565d-66fc-4c8a-b4a9-618555bedca2" providerId="ADAL" clId="{758E1FC6-87A4-426A-95FB-85B6B615F1C1}"/>
    <pc:docChg chg="modSld">
      <pc:chgData name="Grégoire Sourdel" userId="fd51565d-66fc-4c8a-b4a9-618555bedca2" providerId="ADAL" clId="{758E1FC6-87A4-426A-95FB-85B6B615F1C1}" dt="2025-04-03T14:12:55.614" v="114" actId="478"/>
      <pc:docMkLst>
        <pc:docMk/>
      </pc:docMkLst>
      <pc:sldChg chg="modSp mod">
        <pc:chgData name="Grégoire Sourdel" userId="fd51565d-66fc-4c8a-b4a9-618555bedca2" providerId="ADAL" clId="{758E1FC6-87A4-426A-95FB-85B6B615F1C1}" dt="2025-04-03T14:12:34.146" v="108" actId="20577"/>
        <pc:sldMkLst>
          <pc:docMk/>
          <pc:sldMk cId="2876425171" sldId="2147473142"/>
        </pc:sldMkLst>
        <pc:spChg chg="mod">
          <ac:chgData name="Grégoire Sourdel" userId="fd51565d-66fc-4c8a-b4a9-618555bedca2" providerId="ADAL" clId="{758E1FC6-87A4-426A-95FB-85B6B615F1C1}" dt="2025-04-03T14:12:34.146" v="108" actId="20577"/>
          <ac:spMkLst>
            <pc:docMk/>
            <pc:sldMk cId="2876425171" sldId="2147473142"/>
            <ac:spMk id="2" creationId="{B6399308-A61A-08DD-CE08-E7F6C1E3ABF5}"/>
          </ac:spMkLst>
        </pc:spChg>
      </pc:sldChg>
      <pc:sldChg chg="delSp modSp mod">
        <pc:chgData name="Grégoire Sourdel" userId="fd51565d-66fc-4c8a-b4a9-618555bedca2" providerId="ADAL" clId="{758E1FC6-87A4-426A-95FB-85B6B615F1C1}" dt="2025-04-03T14:12:55.614" v="114" actId="478"/>
        <pc:sldMkLst>
          <pc:docMk/>
          <pc:sldMk cId="4021883580" sldId="2147473144"/>
        </pc:sldMkLst>
        <pc:spChg chg="mod">
          <ac:chgData name="Grégoire Sourdel" userId="fd51565d-66fc-4c8a-b4a9-618555bedca2" providerId="ADAL" clId="{758E1FC6-87A4-426A-95FB-85B6B615F1C1}" dt="2025-04-03T14:12:50.508" v="113" actId="6549"/>
          <ac:spMkLst>
            <pc:docMk/>
            <pc:sldMk cId="4021883580" sldId="2147473144"/>
            <ac:spMk id="9" creationId="{9374B764-4A1F-3B82-6EFD-6F08A0BA92C7}"/>
          </ac:spMkLst>
        </pc:spChg>
        <pc:spChg chg="mod">
          <ac:chgData name="Grégoire Sourdel" userId="fd51565d-66fc-4c8a-b4a9-618555bedca2" providerId="ADAL" clId="{758E1FC6-87A4-426A-95FB-85B6B615F1C1}" dt="2025-04-03T14:11:25.802" v="13" actId="20577"/>
          <ac:spMkLst>
            <pc:docMk/>
            <pc:sldMk cId="4021883580" sldId="2147473144"/>
            <ac:spMk id="16" creationId="{420076D4-B819-417A-BFE5-4D16BA421578}"/>
          </ac:spMkLst>
        </pc:spChg>
        <pc:spChg chg="mod">
          <ac:chgData name="Grégoire Sourdel" userId="fd51565d-66fc-4c8a-b4a9-618555bedca2" providerId="ADAL" clId="{758E1FC6-87A4-426A-95FB-85B6B615F1C1}" dt="2025-04-03T14:11:37.594" v="36" actId="20577"/>
          <ac:spMkLst>
            <pc:docMk/>
            <pc:sldMk cId="4021883580" sldId="2147473144"/>
            <ac:spMk id="17" creationId="{4C348E1F-4DDB-78C8-F542-3EB2401B4404}"/>
          </ac:spMkLst>
        </pc:spChg>
        <pc:spChg chg="mod">
          <ac:chgData name="Grégoire Sourdel" userId="fd51565d-66fc-4c8a-b4a9-618555bedca2" providerId="ADAL" clId="{758E1FC6-87A4-426A-95FB-85B6B615F1C1}" dt="2025-04-03T14:11:44.710" v="40" actId="20577"/>
          <ac:spMkLst>
            <pc:docMk/>
            <pc:sldMk cId="4021883580" sldId="2147473144"/>
            <ac:spMk id="18" creationId="{E10ED7D2-0817-34E4-AA65-28CAB2ADE35A}"/>
          </ac:spMkLst>
        </pc:spChg>
        <pc:spChg chg="mod">
          <ac:chgData name="Grégoire Sourdel" userId="fd51565d-66fc-4c8a-b4a9-618555bedca2" providerId="ADAL" clId="{758E1FC6-87A4-426A-95FB-85B6B615F1C1}" dt="2025-04-03T14:11:42.254" v="38" actId="20577"/>
          <ac:spMkLst>
            <pc:docMk/>
            <pc:sldMk cId="4021883580" sldId="2147473144"/>
            <ac:spMk id="24" creationId="{7761FC5B-F15E-D548-7B04-4D512A40AAF3}"/>
          </ac:spMkLst>
        </pc:spChg>
        <pc:spChg chg="mod">
          <ac:chgData name="Grégoire Sourdel" userId="fd51565d-66fc-4c8a-b4a9-618555bedca2" providerId="ADAL" clId="{758E1FC6-87A4-426A-95FB-85B6B615F1C1}" dt="2025-04-03T14:11:46.353" v="42" actId="20577"/>
          <ac:spMkLst>
            <pc:docMk/>
            <pc:sldMk cId="4021883580" sldId="2147473144"/>
            <ac:spMk id="33" creationId="{0DA58CDB-0089-2305-03DB-BCBFAB23D67A}"/>
          </ac:spMkLst>
        </pc:spChg>
        <pc:spChg chg="mod">
          <ac:chgData name="Grégoire Sourdel" userId="fd51565d-66fc-4c8a-b4a9-618555bedca2" providerId="ADAL" clId="{758E1FC6-87A4-426A-95FB-85B6B615F1C1}" dt="2025-04-03T14:12:11.249" v="88" actId="20577"/>
          <ac:spMkLst>
            <pc:docMk/>
            <pc:sldMk cId="4021883580" sldId="2147473144"/>
            <ac:spMk id="48" creationId="{83D17651-3B3A-A8A5-DD90-007B18392C6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FB24B2C0-44A7-E859-F0F5-248C134869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195FBEB-AFF2-385C-9860-DC3C5A10E1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3ED521-90D3-4786-B7B2-29257DB33A99}" type="datetimeFigureOut">
              <a:rPr lang="fr-FR" smtClean="0"/>
              <a:t>08/04/2025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BC2FB3E-C108-C16D-1C58-DFC3617648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8B3C60-4ADE-17B5-A9E7-ED077B292D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AD0581-994E-4E23-BE9A-FBA5982806C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604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3FFD9-8027-4C6C-B719-3E33B2AEFA5C}" type="datetimeFigureOut">
              <a:rPr lang="fr-FR" smtClean="0"/>
              <a:t>08/04/2025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CD49A-1064-457F-9288-ED9170BDB4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7161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oleObject" Target="../embeddings/oleObject18.bin"/><Relationship Id="rId7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1.bin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2.bin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3.bin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1.bin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2.bin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2.bin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2.bin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2.bin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2.bin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4.bin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5.bin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5.bin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5.bin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3.bin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6.bin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7.bin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15.svg"/><Relationship Id="rId2" Type="http://schemas.openxmlformats.org/officeDocument/2006/relationships/oleObject" Target="../embeddings/oleObject28.bin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3.bin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61705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2E298E-8483-7123-962E-65C2DC20D9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8" name="Picture Placeholder 4">
            <a:extLst>
              <a:ext uri="{FF2B5EF4-FFF2-40B4-BE49-F238E27FC236}">
                <a16:creationId xmlns:a16="http://schemas.microsoft.com/office/drawing/2014/main" id="{0DABC13F-E722-938B-B2A7-E7F0C453039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5999" y="152400"/>
            <a:ext cx="5940426" cy="6553200"/>
          </a:xfrm>
          <a:prstGeom prst="rect">
            <a:avLst/>
          </a:prstGeom>
        </p:spPr>
      </p:pic>
      <p:sp>
        <p:nvSpPr>
          <p:cNvPr id="12" name="Titre 2">
            <a:extLst>
              <a:ext uri="{FF2B5EF4-FFF2-40B4-BE49-F238E27FC236}">
                <a16:creationId xmlns:a16="http://schemas.microsoft.com/office/drawing/2014/main" id="{DFB0E0C3-CAA0-E2E5-7CC7-EDF73E786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92" y="2702734"/>
            <a:ext cx="5535032" cy="1200330"/>
          </a:xfrm>
        </p:spPr>
        <p:txBody>
          <a:bodyPr vert="horz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3500" b="1" i="0" kern="1200" spc="-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323AF6C-B7BC-FD33-DE02-2672963867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392" y="4171763"/>
            <a:ext cx="5535032" cy="615553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rtl="0">
              <a:buFont typeface="Arial" panose="020B0604020202020204" pitchFamily="34" charset="0"/>
              <a:buNone/>
              <a:defRPr lang="fr-FR" sz="1700" b="0" cap="none" baseline="0">
                <a:solidFill>
                  <a:srgbClr val="43A2BF"/>
                </a:solidFill>
                <a:latin typeface="+mj-lt"/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fr-FR"/>
              <a:t>À l’attention de :</a:t>
            </a:r>
          </a:p>
        </p:txBody>
      </p:sp>
      <p:sp>
        <p:nvSpPr>
          <p:cNvPr id="16" name="Espace réservé du pied de page 2">
            <a:extLst>
              <a:ext uri="{FF2B5EF4-FFF2-40B4-BE49-F238E27FC236}">
                <a16:creationId xmlns:a16="http://schemas.microsoft.com/office/drawing/2014/main" id="{2B167ED6-AE00-F126-CF4A-009DB87FCB0D}"/>
              </a:ext>
            </a:extLst>
          </p:cNvPr>
          <p:cNvSpPr txBox="1">
            <a:spLocks/>
          </p:cNvSpPr>
          <p:nvPr/>
        </p:nvSpPr>
        <p:spPr>
          <a:xfrm>
            <a:off x="405392" y="1869619"/>
            <a:ext cx="3826799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algn="l"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17" name="Espace réservé du texte 13">
            <a:extLst>
              <a:ext uri="{FF2B5EF4-FFF2-40B4-BE49-F238E27FC236}">
                <a16:creationId xmlns:a16="http://schemas.microsoft.com/office/drawing/2014/main" id="{BAEA509A-536B-37D9-7FBF-76A40D60B1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5392" y="6232126"/>
            <a:ext cx="3398399" cy="365125"/>
          </a:xfr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fr-FR" sz="1050" b="0" kern="1200" cap="none" baseline="0" dirty="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05392" y="4977908"/>
            <a:ext cx="3398400" cy="1063625"/>
          </a:xfrm>
        </p:spPr>
        <p:txBody>
          <a:bodyPr/>
          <a:lstStyle>
            <a:lvl1pPr marL="0" indent="0" rtl="0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3" name="Espace réservé du contenu 14">
            <a:extLst>
              <a:ext uri="{FF2B5EF4-FFF2-40B4-BE49-F238E27FC236}">
                <a16:creationId xmlns:a16="http://schemas.microsoft.com/office/drawing/2014/main" id="{E148F707-7F4A-452A-957D-A68A3040F2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69516" y="521012"/>
            <a:ext cx="3398244" cy="152877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6D6CB2A-A13C-0602-09B6-D12BA3E91498}"/>
              </a:ext>
            </a:extLst>
          </p:cNvPr>
          <p:cNvSpPr txBox="1"/>
          <p:nvPr/>
        </p:nvSpPr>
        <p:spPr>
          <a:xfrm>
            <a:off x="-1307963" y="4977908"/>
            <a:ext cx="1157769" cy="161158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Pour insérer le logo client :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Cliquer sur l’icône au centre de la zone pour insérer la nouvelle image.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Ajuster le cadrage avec l’outil : </a:t>
            </a:r>
            <a:r>
              <a:rPr lang="fr-FR" sz="1000" b="1" spc="0" baseline="0" noProof="0">
                <a:latin typeface="+mn-lt"/>
              </a:rPr>
              <a:t>Rogner &gt; Ajuster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A52835-DD73-95D3-1FCA-BEC25C36E413}"/>
              </a:ext>
            </a:extLst>
          </p:cNvPr>
          <p:cNvSpPr txBox="1"/>
          <p:nvPr/>
        </p:nvSpPr>
        <p:spPr>
          <a:xfrm>
            <a:off x="-1307963" y="1880092"/>
            <a:ext cx="1157769" cy="238102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Trois images de couverture personnalisées existent pour les bureaux de Paris, Niort et Nantes.</a:t>
            </a:r>
          </a:p>
          <a:p>
            <a:pPr rtl="0">
              <a:spcBef>
                <a:spcPts val="600"/>
              </a:spcBef>
            </a:pPr>
            <a:endParaRPr lang="fr-FR" sz="1000" b="0" spc="0" baseline="0" noProof="0">
              <a:latin typeface="+mn-lt"/>
            </a:endParaRPr>
          </a:p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Faire un clic droit dans un espace vide de la diapositive, puis sur </a:t>
            </a:r>
            <a:r>
              <a:rPr lang="fr-FR" sz="1000" b="1" spc="0" baseline="0" noProof="0">
                <a:latin typeface="+mn-lt"/>
              </a:rPr>
              <a:t>Diapositive de </a:t>
            </a:r>
            <a:r>
              <a:rPr lang="fr-FR" sz="1000" b="1" spc="0" baseline="0" noProof="0" err="1">
                <a:latin typeface="+mn-lt"/>
              </a:rPr>
              <a:t>titre_Personnalisable</a:t>
            </a:r>
            <a:endParaRPr lang="fr-FR" sz="1000" b="1" spc="0" baseline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6694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51705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254" y="1606555"/>
            <a:ext cx="7850745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7C0864-7829-C799-8722-32EE68C7772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6116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55891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91" y="2702734"/>
            <a:ext cx="5536800" cy="1200330"/>
          </a:xfrm>
        </p:spPr>
        <p:txBody>
          <a:bodyPr vert="horz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3500" b="1" i="0" kern="1200" spc="-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62CB8C63-10F4-D080-DEBB-D6D14DB08D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391" y="4171763"/>
            <a:ext cx="5536800" cy="615553"/>
          </a:xfr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fr-FR" sz="1700" b="0" kern="1200" cap="none" baseline="0" dirty="0">
                <a:solidFill>
                  <a:srgbClr val="43A2B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Sous-titre de la présentation</a:t>
            </a:r>
          </a:p>
        </p:txBody>
      </p:sp>
      <p:pic>
        <p:nvPicPr>
          <p:cNvPr id="22" name="Espace réservé du contenu 14" descr="Une image contenant Police, Graphique, graphisme, capture d’écran&#10;&#10;Description générée automatiquement">
            <a:extLst>
              <a:ext uri="{FF2B5EF4-FFF2-40B4-BE49-F238E27FC236}">
                <a16:creationId xmlns:a16="http://schemas.microsoft.com/office/drawing/2014/main" id="{361737A8-8A52-2A97-77F8-8D7DBF70DB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516" y="518616"/>
            <a:ext cx="3398244" cy="1533566"/>
          </a:xfrm>
          <a:prstGeom prst="rect">
            <a:avLst/>
          </a:prstGeom>
        </p:spPr>
      </p:pic>
      <p:sp>
        <p:nvSpPr>
          <p:cNvPr id="23" name="Espace réservé du pied de page 2">
            <a:extLst>
              <a:ext uri="{FF2B5EF4-FFF2-40B4-BE49-F238E27FC236}">
                <a16:creationId xmlns:a16="http://schemas.microsoft.com/office/drawing/2014/main" id="{0D4F6383-6F22-24BA-EB2D-43D439F7C189}"/>
              </a:ext>
            </a:extLst>
          </p:cNvPr>
          <p:cNvSpPr txBox="1">
            <a:spLocks/>
          </p:cNvSpPr>
          <p:nvPr/>
        </p:nvSpPr>
        <p:spPr>
          <a:xfrm>
            <a:off x="405392" y="6232126"/>
            <a:ext cx="3826799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algn="l"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27" name="Espace réservé du texte 13">
            <a:extLst>
              <a:ext uri="{FF2B5EF4-FFF2-40B4-BE49-F238E27FC236}">
                <a16:creationId xmlns:a16="http://schemas.microsoft.com/office/drawing/2014/main" id="{82948179-F907-438B-6216-BE02362C57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5392" y="5306443"/>
            <a:ext cx="3398400" cy="365125"/>
          </a:xfr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+mj-lt"/>
              <a:buNone/>
              <a:defRPr lang="fr-FR" sz="1050" b="0" kern="1200" cap="none" baseline="0" dirty="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B024DAB-970A-A95E-B527-DDAAC1E66A7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5999" y="152400"/>
            <a:ext cx="5940426" cy="65532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748005A-86AE-5AF9-54E1-49B6AA7560AB}"/>
              </a:ext>
            </a:extLst>
          </p:cNvPr>
          <p:cNvSpPr txBox="1"/>
          <p:nvPr/>
        </p:nvSpPr>
        <p:spPr>
          <a:xfrm>
            <a:off x="-1307963" y="4977908"/>
            <a:ext cx="1157769" cy="161158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Pour insérer le logo client :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Cliquer sur l’icône au centre de la zone pour insérer la nouvelle image.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Ajuster le cadrage avec l’outil : </a:t>
            </a:r>
            <a:r>
              <a:rPr lang="fr-FR" sz="1000" b="1" spc="0" baseline="0" noProof="0">
                <a:latin typeface="+mn-lt"/>
              </a:rPr>
              <a:t>Rogner &gt; Ajuster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45E5415-A25C-1D04-E049-BFFD02009B61}"/>
              </a:ext>
            </a:extLst>
          </p:cNvPr>
          <p:cNvSpPr txBox="1"/>
          <p:nvPr/>
        </p:nvSpPr>
        <p:spPr>
          <a:xfrm>
            <a:off x="-1307963" y="0"/>
            <a:ext cx="1157769" cy="468935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Pour modifier l’image de couverture (à droite) :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Insérer l’image souhaitée sur une autre diapositive.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Sélectionner l’image de couverture puis cliquer sur </a:t>
            </a:r>
            <a:r>
              <a:rPr lang="fr-FR" sz="1000" b="1" spc="0" baseline="0" noProof="0">
                <a:latin typeface="+mn-lt"/>
              </a:rPr>
              <a:t>Reproduire la mise en forme (CTRL+SHIFT+C)</a:t>
            </a:r>
            <a:r>
              <a:rPr lang="fr-FR" sz="1000" spc="0" baseline="0" noProof="0">
                <a:latin typeface="+mn-lt"/>
              </a:rPr>
              <a:t> 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Se rendre sur l’autre diapositive, </a:t>
            </a:r>
            <a:r>
              <a:rPr lang="fr-FR" sz="1000" b="1" spc="0" baseline="0" noProof="0">
                <a:latin typeface="+mn-lt"/>
              </a:rPr>
              <a:t>Reproduire la mise en forme (CTRL+SHIFT+V)</a:t>
            </a:r>
            <a:r>
              <a:rPr lang="fr-FR" sz="1000" spc="0" baseline="0" noProof="0">
                <a:latin typeface="+mn-lt"/>
              </a:rPr>
              <a:t> sur l’image souhaitée, puis cliquer sur </a:t>
            </a:r>
            <a:r>
              <a:rPr lang="fr-FR" sz="1000" b="1" spc="0" baseline="0" noProof="0">
                <a:latin typeface="+mn-lt"/>
              </a:rPr>
              <a:t>Copier</a:t>
            </a:r>
            <a:r>
              <a:rPr lang="fr-FR" sz="1000" spc="0" baseline="0" noProof="0">
                <a:latin typeface="+mn-lt"/>
              </a:rPr>
              <a:t>.</a:t>
            </a:r>
          </a:p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Faire un clic droit sur l’image de couverture puis </a:t>
            </a:r>
            <a:r>
              <a:rPr lang="fr-FR" sz="1000" b="1" spc="0" baseline="0" noProof="0">
                <a:latin typeface="+mn-lt"/>
              </a:rPr>
              <a:t>: changer d’image &gt; À partir du presse papier </a:t>
            </a:r>
          </a:p>
        </p:txBody>
      </p:sp>
    </p:spTree>
    <p:extLst>
      <p:ext uri="{BB962C8B-B14F-4D97-AF65-F5344CB8AC3E}">
        <p14:creationId xmlns:p14="http://schemas.microsoft.com/office/powerpoint/2010/main" val="250383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Personnalis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86831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52E298E-8483-7123-962E-65C2DC20D9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2" name="Titre 2">
            <a:extLst>
              <a:ext uri="{FF2B5EF4-FFF2-40B4-BE49-F238E27FC236}">
                <a16:creationId xmlns:a16="http://schemas.microsoft.com/office/drawing/2014/main" id="{DFB0E0C3-CAA0-E2E5-7CC7-EDF73E786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92" y="2702734"/>
            <a:ext cx="5535032" cy="1200330"/>
          </a:xfrm>
        </p:spPr>
        <p:txBody>
          <a:bodyPr vert="horz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3500" b="1" i="0" kern="1200" spc="-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323AF6C-B7BC-FD33-DE02-2672963867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392" y="4171763"/>
            <a:ext cx="5535032" cy="615553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rtl="0">
              <a:buFont typeface="Arial" panose="020B0604020202020204" pitchFamily="34" charset="0"/>
              <a:buNone/>
              <a:defRPr lang="fr-FR" sz="1700" b="0" cap="none" baseline="0">
                <a:solidFill>
                  <a:srgbClr val="43A2BF"/>
                </a:solidFill>
                <a:latin typeface="+mj-lt"/>
              </a:defRPr>
            </a:lvl1pPr>
          </a:lstStyle>
          <a:p>
            <a:pPr marL="171450" lvl="0" indent="-171450">
              <a:spcBef>
                <a:spcPts val="0"/>
              </a:spcBef>
              <a:spcAft>
                <a:spcPts val="0"/>
              </a:spcAft>
            </a:pPr>
            <a:r>
              <a:rPr lang="fr-FR"/>
              <a:t>À l’attention de :</a:t>
            </a:r>
          </a:p>
        </p:txBody>
      </p:sp>
      <p:sp>
        <p:nvSpPr>
          <p:cNvPr id="16" name="Espace réservé du pied de page 2">
            <a:extLst>
              <a:ext uri="{FF2B5EF4-FFF2-40B4-BE49-F238E27FC236}">
                <a16:creationId xmlns:a16="http://schemas.microsoft.com/office/drawing/2014/main" id="{2B167ED6-AE00-F126-CF4A-009DB87FCB0D}"/>
              </a:ext>
            </a:extLst>
          </p:cNvPr>
          <p:cNvSpPr txBox="1">
            <a:spLocks/>
          </p:cNvSpPr>
          <p:nvPr/>
        </p:nvSpPr>
        <p:spPr>
          <a:xfrm>
            <a:off x="405392" y="1869619"/>
            <a:ext cx="3826799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algn="l"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17" name="Espace réservé du texte 13">
            <a:extLst>
              <a:ext uri="{FF2B5EF4-FFF2-40B4-BE49-F238E27FC236}">
                <a16:creationId xmlns:a16="http://schemas.microsoft.com/office/drawing/2014/main" id="{BAEA509A-536B-37D9-7FBF-76A40D60B1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5393" y="6232126"/>
            <a:ext cx="3398400" cy="365125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1050" b="0" cap="none" baseline="0" dirty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marL="0" lvl="0" indent="0">
              <a:lnSpc>
                <a:spcPct val="90000"/>
              </a:lnSpc>
              <a:spcBef>
                <a:spcPts val="1000"/>
              </a:spcBef>
              <a:buFont typeface="+mj-lt"/>
              <a:buNone/>
            </a:pPr>
            <a:r>
              <a:rPr lang="fr-FR"/>
              <a:t>Date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05392" y="4977908"/>
            <a:ext cx="3398400" cy="1063625"/>
          </a:xfrm>
        </p:spPr>
        <p:txBody>
          <a:bodyPr/>
          <a:lstStyle>
            <a:lvl1pPr marL="0" indent="0" rtl="0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13" name="Espace réservé du contenu 14">
            <a:extLst>
              <a:ext uri="{FF2B5EF4-FFF2-40B4-BE49-F238E27FC236}">
                <a16:creationId xmlns:a16="http://schemas.microsoft.com/office/drawing/2014/main" id="{A662533E-9044-50F4-6124-A854428ABE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69516" y="521012"/>
            <a:ext cx="3398244" cy="152877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7587D82-E432-0963-A697-4CFE56F47A5B}"/>
              </a:ext>
            </a:extLst>
          </p:cNvPr>
          <p:cNvSpPr txBox="1"/>
          <p:nvPr/>
        </p:nvSpPr>
        <p:spPr>
          <a:xfrm>
            <a:off x="-1307963" y="4977908"/>
            <a:ext cx="1157769" cy="161158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Pour insérer le logo client :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Cliquer sur l’icône au centre de la zone pour insérer la nouvelle image.</a:t>
            </a:r>
          </a:p>
          <a:p>
            <a:pPr rtl="0">
              <a:spcBef>
                <a:spcPts val="600"/>
              </a:spcBef>
            </a:pPr>
            <a:r>
              <a:rPr lang="fr-FR" sz="1000" spc="0" baseline="0" noProof="0">
                <a:latin typeface="+mn-lt"/>
              </a:rPr>
              <a:t>Ajuster le cadrage avec l’outil : </a:t>
            </a:r>
            <a:r>
              <a:rPr lang="fr-FR" sz="1000" b="1" spc="0" baseline="0" noProof="0">
                <a:latin typeface="+mn-lt"/>
              </a:rPr>
              <a:t>Rogner &gt; Ajuster</a:t>
            </a:r>
          </a:p>
        </p:txBody>
      </p:sp>
      <p:sp>
        <p:nvSpPr>
          <p:cNvPr id="10" name="Espace réservé pour une image  8">
            <a:extLst>
              <a:ext uri="{FF2B5EF4-FFF2-40B4-BE49-F238E27FC236}">
                <a16:creationId xmlns:a16="http://schemas.microsoft.com/office/drawing/2014/main" id="{87E1669B-0B26-BB47-9924-6E636B4293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095996" y="152400"/>
            <a:ext cx="5940424" cy="6553200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637B34E-105B-3E7F-55FE-DC172C64C96F}"/>
              </a:ext>
            </a:extLst>
          </p:cNvPr>
          <p:cNvSpPr txBox="1"/>
          <p:nvPr/>
        </p:nvSpPr>
        <p:spPr>
          <a:xfrm>
            <a:off x="-1307963" y="1880092"/>
            <a:ext cx="1157769" cy="276574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Cliquez sur l’icone pour ajouter l’image de couverture</a:t>
            </a:r>
          </a:p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Dans l’explorateur de fichiers, rendez-vous dans </a:t>
            </a:r>
            <a:r>
              <a:rPr lang="fr-FR" sz="1000" b="1" spc="0" baseline="0" noProof="0">
                <a:latin typeface="+mn-lt"/>
              </a:rPr>
              <a:t>01_Essentiels &gt; 03 Thèmes et </a:t>
            </a:r>
            <a:r>
              <a:rPr lang="fr-FR" sz="1000" b="1" spc="0" baseline="0" noProof="0" err="1">
                <a:latin typeface="+mn-lt"/>
              </a:rPr>
              <a:t>templates</a:t>
            </a:r>
            <a:endParaRPr lang="fr-FR" sz="1000" b="1" spc="0" baseline="0" noProof="0">
              <a:latin typeface="+mn-lt"/>
            </a:endParaRPr>
          </a:p>
          <a:p>
            <a:pPr rtl="0">
              <a:spcBef>
                <a:spcPts val="600"/>
              </a:spcBef>
            </a:pPr>
            <a:endParaRPr lang="fr-FR" sz="1000" b="1" spc="0" baseline="0" noProof="0">
              <a:latin typeface="+mn-lt"/>
            </a:endParaRPr>
          </a:p>
          <a:p>
            <a:pPr rtl="0">
              <a:spcBef>
                <a:spcPts val="600"/>
              </a:spcBef>
            </a:pPr>
            <a:r>
              <a:rPr lang="fr-FR" sz="1000" b="0" spc="0" baseline="0" noProof="0">
                <a:latin typeface="+mn-lt"/>
              </a:rPr>
              <a:t>Choisissez parmi les images prédéfinies celle qui convient à votre présentation</a:t>
            </a:r>
          </a:p>
        </p:txBody>
      </p:sp>
    </p:spTree>
    <p:extLst>
      <p:ext uri="{BB962C8B-B14F-4D97-AF65-F5344CB8AC3E}">
        <p14:creationId xmlns:p14="http://schemas.microsoft.com/office/powerpoint/2010/main" val="4244951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03829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5234F8-94D3-C165-62E6-663182F5CF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128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9266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67A15B-ADFE-E002-39C3-0831F89573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3773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75827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6D8198-8C95-89E2-D4DD-26835884EF4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5160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2267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BD0B84-28D6-D743-1B40-DAC84CEB1E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5925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4035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AD0EBE0-0B87-812D-1291-1E909F85EFE3}"/>
              </a:ext>
            </a:extLst>
          </p:cNvPr>
          <p:cNvSpPr/>
          <p:nvPr/>
        </p:nvSpPr>
        <p:spPr>
          <a:xfrm>
            <a:off x="0" y="0"/>
            <a:ext cx="742453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E45E4-ED9E-3103-5D51-2EACB99B9A04}"/>
              </a:ext>
            </a:extLst>
          </p:cNvPr>
          <p:cNvSpPr/>
          <p:nvPr/>
        </p:nvSpPr>
        <p:spPr>
          <a:xfrm>
            <a:off x="155574" y="152399"/>
            <a:ext cx="3240000" cy="65532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794" y="1606555"/>
            <a:ext cx="2855561" cy="742451"/>
          </a:xfrm>
        </p:spPr>
        <p:txBody>
          <a:bodyPr vert="horz" lIns="91440" tIns="45720" rIns="91440" bIns="45720" rtlCol="0" anchor="t">
            <a:noAutofit/>
          </a:bodyPr>
          <a:lstStyle>
            <a:lvl1pPr rtl="0">
              <a:defRPr lang="fr-FR" sz="24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43300" y="6339417"/>
            <a:ext cx="5714999" cy="365125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000" y="1606555"/>
            <a:ext cx="7851600" cy="4570406"/>
          </a:xfrm>
        </p:spPr>
        <p:txBody>
          <a:bodyPr/>
          <a:lstStyle>
            <a:lvl1pPr marL="342900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+mj-lt"/>
              <a:buAutoNum type="arabicPeriod"/>
              <a:defRPr sz="1800" b="1"/>
            </a:lvl1pPr>
            <a:lvl2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1600"/>
            </a:lvl2pPr>
            <a:lvl3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1400"/>
            </a:lvl3pPr>
            <a:lvl4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1200"/>
            </a:lvl4pPr>
            <a:lvl5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631EDE-55F1-3AAA-3114-F0C522F81DF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5574" y="6340475"/>
            <a:ext cx="362084" cy="365125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5910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t 9" hidden="1">
            <a:extLst>
              <a:ext uri="{FF2B5EF4-FFF2-40B4-BE49-F238E27FC236}">
                <a16:creationId xmlns:a16="http://schemas.microsoft.com/office/drawing/2014/main" id="{05A7B304-0FC6-A7CA-FA84-47B4F07061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612103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10" name="Objet 9" hidden="1">
                        <a:extLst>
                          <a:ext uri="{FF2B5EF4-FFF2-40B4-BE49-F238E27FC236}">
                            <a16:creationId xmlns:a16="http://schemas.microsoft.com/office/drawing/2014/main" id="{05A7B304-0FC6-A7CA-FA84-47B4F0706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54BAF359-327C-B4E8-9F79-27F34771B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8" y="485692"/>
            <a:ext cx="11430000" cy="695155"/>
          </a:xfrm>
        </p:spPr>
        <p:txBody>
          <a:bodyPr vert="horz" anchor="ctr"/>
          <a:lstStyle>
            <a:lvl1pPr rtl="0"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6FB74B-9577-0CA4-476E-AF81AA57C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7C0B86-BB50-84CF-E7B5-FAD5FB9A6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2541A85A-BD07-8F9E-3F4A-2FA68B1A91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984917"/>
            <a:ext cx="11430003" cy="419204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3C495DC-BFBC-1250-EA79-F47766C42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99154"/>
            <a:ext cx="11430003" cy="626469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marL="171450" lvl="0" indent="-171450">
              <a:lnSpc>
                <a:spcPct val="90000"/>
              </a:lnSpc>
            </a:pPr>
            <a:r>
              <a:rPr lang="fr-FR"/>
              <a:t>Sous titre</a:t>
            </a:r>
          </a:p>
        </p:txBody>
      </p:sp>
      <p:sp>
        <p:nvSpPr>
          <p:cNvPr id="5" name="Espace réservé de la date 10">
            <a:extLst>
              <a:ext uri="{FF2B5EF4-FFF2-40B4-BE49-F238E27FC236}">
                <a16:creationId xmlns:a16="http://schemas.microsoft.com/office/drawing/2014/main" id="{22AE12D9-7C4B-4DE4-134B-9CC71CD320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8871C8A-9DB9-41A2-9AC6-C4B190C41F7B}" type="datetime1">
              <a:rPr lang="fr-FR" smtClean="0"/>
              <a:t>08/04/2025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8046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48463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6" y="485693"/>
            <a:ext cx="1143000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98800"/>
            <a:ext cx="55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C09F6E40-0B05-4D05-F386-EB73033D29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1005" y="1198800"/>
            <a:ext cx="55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983600"/>
            <a:ext cx="55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11">
            <a:extLst>
              <a:ext uri="{FF2B5EF4-FFF2-40B4-BE49-F238E27FC236}">
                <a16:creationId xmlns:a16="http://schemas.microsoft.com/office/drawing/2014/main" id="{922C5E9B-333D-AE2C-4982-73E30FAD37C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005" y="1983600"/>
            <a:ext cx="55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e la date 10">
            <a:extLst>
              <a:ext uri="{FF2B5EF4-FFF2-40B4-BE49-F238E27FC236}">
                <a16:creationId xmlns:a16="http://schemas.microsoft.com/office/drawing/2014/main" id="{7FD1B616-4341-3030-BFB9-20475C170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65BCA2E0-0322-4472-BF8D-C1C07EBADC96}" type="datetime1">
              <a:rPr lang="fr-FR" smtClean="0"/>
              <a:t>08/04/2025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6022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20903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98800"/>
            <a:ext cx="37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983600"/>
            <a:ext cx="37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41999" y="1198800"/>
            <a:ext cx="7569001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1999" y="1983600"/>
            <a:ext cx="7569001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e la date 10">
            <a:extLst>
              <a:ext uri="{FF2B5EF4-FFF2-40B4-BE49-F238E27FC236}">
                <a16:creationId xmlns:a16="http://schemas.microsoft.com/office/drawing/2014/main" id="{DC7A2E00-9D9B-8C17-9A7A-C75861A07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BD07436-52DC-4409-8EE3-6E2A87171B43}" type="datetime1">
              <a:rPr lang="fr-FR" smtClean="0"/>
              <a:t>08/04/2025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766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466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6" y="485693"/>
            <a:ext cx="1143000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98800"/>
            <a:ext cx="7641002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983600"/>
            <a:ext cx="7641001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3000" y="1198800"/>
            <a:ext cx="3708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03000" y="1983600"/>
            <a:ext cx="3708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e la date 10">
            <a:extLst>
              <a:ext uri="{FF2B5EF4-FFF2-40B4-BE49-F238E27FC236}">
                <a16:creationId xmlns:a16="http://schemas.microsoft.com/office/drawing/2014/main" id="{C863AA0D-DCE2-4840-B50F-1FB5566C3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38DB7FC-3A29-4747-A142-8001527C812B}" type="datetime1">
              <a:rPr lang="fr-FR" smtClean="0"/>
              <a:t>08/04/2025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185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25827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6" y="485693"/>
            <a:ext cx="1143000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98800"/>
            <a:ext cx="37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983600"/>
            <a:ext cx="37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061B42E4-1FCD-A654-7B40-D184085DD1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5998" y="1198800"/>
            <a:ext cx="37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1" name="Espace réservé du contenu 11">
            <a:extLst>
              <a:ext uri="{FF2B5EF4-FFF2-40B4-BE49-F238E27FC236}">
                <a16:creationId xmlns:a16="http://schemas.microsoft.com/office/drawing/2014/main" id="{5C41A9E7-AEDF-C9A6-A6FC-31C65E7147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05998" y="1983600"/>
            <a:ext cx="37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1000" y="1198800"/>
            <a:ext cx="3780000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1000" y="1983600"/>
            <a:ext cx="3780000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e la date 10">
            <a:extLst>
              <a:ext uri="{FF2B5EF4-FFF2-40B4-BE49-F238E27FC236}">
                <a16:creationId xmlns:a16="http://schemas.microsoft.com/office/drawing/2014/main" id="{B65B5D9E-220C-683A-78B0-95CF6CB26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8E5FB0A7-7F23-4E6A-9795-4773C0DDFEEE}" type="datetime1">
              <a:rPr lang="fr-FR" smtClean="0"/>
              <a:t>08/04/2025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740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821172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BD9892E7-E91F-405F-A6AB-FE5AB328526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98800"/>
            <a:ext cx="11430003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Font typeface="Arial" panose="020B0604020202020204" pitchFamily="34" charset="0"/>
              <a:buNone/>
              <a:defRPr lang="fr-FR" sz="1800" b="1" cap="all" baseline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7" name="Espace réservé de la date 10">
            <a:extLst>
              <a:ext uri="{FF2B5EF4-FFF2-40B4-BE49-F238E27FC236}">
                <a16:creationId xmlns:a16="http://schemas.microsoft.com/office/drawing/2014/main" id="{B2FC24D8-9A98-BB5B-8D7A-C1EFA24C4D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21D2C54-CCAC-40AD-839B-4B97D69A549F}" type="datetime1">
              <a:rPr lang="fr-FR" smtClean="0"/>
              <a:t>08/04/2025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2266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bleue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318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14BD427-C85E-7FF3-5ADB-6C9695765641}"/>
              </a:ext>
            </a:extLst>
          </p:cNvPr>
          <p:cNvSpPr/>
          <p:nvPr/>
        </p:nvSpPr>
        <p:spPr>
          <a:xfrm>
            <a:off x="9003891" y="6179574"/>
            <a:ext cx="3188110" cy="67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30EC56-780E-456D-F690-0606D4ED1B3A}"/>
              </a:ext>
            </a:extLst>
          </p:cNvPr>
          <p:cNvSpPr/>
          <p:nvPr/>
        </p:nvSpPr>
        <p:spPr>
          <a:xfrm>
            <a:off x="9504486" y="152401"/>
            <a:ext cx="2531939" cy="6548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9041953" cy="69480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570424" y="6340476"/>
            <a:ext cx="7852526" cy="360000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80995" y="6340475"/>
            <a:ext cx="362086" cy="360001"/>
          </a:xfrm>
        </p:spPr>
        <p:txBody>
          <a:bodyPr vert="horz" lIns="91440" tIns="45720" rIns="91440" bIns="45720" rtlCol="0" anchor="ctr"/>
          <a:lstStyle>
            <a:lvl1pPr rtl="0">
              <a:defRPr lang="fr-FR" smtClean="0"/>
            </a:lvl1pPr>
          </a:lstStyle>
          <a:p>
            <a:fld id="{BD9892E7-E91F-405F-A6AB-FE5AB328526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98800"/>
            <a:ext cx="9041953" cy="626400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rtl="0">
              <a:buFont typeface="Arial" panose="020B0604020202020204" pitchFamily="34" charset="0"/>
              <a:buNone/>
              <a:defRPr lang="fr-FR" sz="1800" b="1" cap="all" baseline="0" dirty="0">
                <a:solidFill>
                  <a:srgbClr val="43A2BF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</a:pPr>
            <a:r>
              <a:rPr lang="fr-FR"/>
              <a:t>Sous titre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B8E04866-5B0C-A17E-298A-637EC30BB1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983600"/>
            <a:ext cx="9041952" cy="4194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CC38F476-59DD-8511-7A29-8B342AED43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19772" y="286503"/>
            <a:ext cx="1901366" cy="855370"/>
          </a:xfrm>
          <a:prstGeom prst="rect">
            <a:avLst/>
          </a:prstGeom>
        </p:spPr>
      </p:pic>
      <p:sp>
        <p:nvSpPr>
          <p:cNvPr id="10" name="Espace réservé de la date 10">
            <a:extLst>
              <a:ext uri="{FF2B5EF4-FFF2-40B4-BE49-F238E27FC236}">
                <a16:creationId xmlns:a16="http://schemas.microsoft.com/office/drawing/2014/main" id="{33736BB2-04AE-E18A-6F46-42CC1E8CE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C54E723-D22E-4F2F-BAD1-AC559C1EE34F}" type="datetime1">
              <a:rPr lang="fr-FR" smtClean="0"/>
              <a:t>08/04/2025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4435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22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s contacts :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4016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95179120-2B8B-CC53-5EDD-380030E693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3CC61307-6F61-6888-EB92-0346D43A92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45865"/>
          <a:stretch/>
        </p:blipFill>
        <p:spPr>
          <a:xfrm>
            <a:off x="8537849" y="0"/>
            <a:ext cx="3654151" cy="6858000"/>
          </a:xfrm>
          <a:prstGeom prst="rect">
            <a:avLst/>
          </a:prstGeom>
        </p:spPr>
      </p:pic>
      <p:sp>
        <p:nvSpPr>
          <p:cNvPr id="7" name="Titre 2">
            <a:extLst>
              <a:ext uri="{FF2B5EF4-FFF2-40B4-BE49-F238E27FC236}">
                <a16:creationId xmlns:a16="http://schemas.microsoft.com/office/drawing/2014/main" id="{A0F06A95-1F27-C760-E36A-1E7C78DB1195}"/>
              </a:ext>
            </a:extLst>
          </p:cNvPr>
          <p:cNvSpPr txBox="1">
            <a:spLocks/>
          </p:cNvSpPr>
          <p:nvPr/>
        </p:nvSpPr>
        <p:spPr bwMode="auto">
          <a:xfrm>
            <a:off x="452123" y="5754279"/>
            <a:ext cx="1391963" cy="26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>
              <a:lnSpc>
                <a:spcPct val="90000"/>
              </a:lnSpc>
            </a:pPr>
            <a:r>
              <a:rPr lang="fr-FR" sz="900">
                <a:solidFill>
                  <a:schemeClr val="tx2"/>
                </a:solidFill>
                <a:latin typeface="+mn-lt"/>
                <a:ea typeface="+mj-ea"/>
                <a:cs typeface="+mj-cs"/>
              </a:rPr>
              <a:t>Mentions légales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4B611569-DFE4-D6E5-DB01-4C76E792C0A3}"/>
              </a:ext>
            </a:extLst>
          </p:cNvPr>
          <p:cNvSpPr txBox="1">
            <a:spLocks/>
          </p:cNvSpPr>
          <p:nvPr/>
        </p:nvSpPr>
        <p:spPr>
          <a:xfrm>
            <a:off x="1844085" y="5754279"/>
            <a:ext cx="1907299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RCS Paris 844 224 881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APE 7022 Z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SAS au capital de 100 000 €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01449EC0-C12F-909D-CCF8-4E3EC34AC0D1}"/>
              </a:ext>
            </a:extLst>
          </p:cNvPr>
          <p:cNvSpPr txBox="1">
            <a:spLocks/>
          </p:cNvSpPr>
          <p:nvPr/>
        </p:nvSpPr>
        <p:spPr>
          <a:xfrm>
            <a:off x="3758507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PARIS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16 Rue Auber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75009 Paris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F78D9D22-B0BB-0150-4C7A-378FDD57CE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6194" y="4436165"/>
            <a:ext cx="3408898" cy="1533566"/>
          </a:xfrm>
          <a:prstGeom prst="rect">
            <a:avLst/>
          </a:prstGeom>
        </p:spPr>
      </p:pic>
      <p:sp>
        <p:nvSpPr>
          <p:cNvPr id="11" name="Espace réservé du pied de page 2">
            <a:extLst>
              <a:ext uri="{FF2B5EF4-FFF2-40B4-BE49-F238E27FC236}">
                <a16:creationId xmlns:a16="http://schemas.microsoft.com/office/drawing/2014/main" id="{C0E44361-FF10-EE71-96BF-F11A48AB21CC}"/>
              </a:ext>
            </a:extLst>
          </p:cNvPr>
          <p:cNvSpPr txBox="1">
            <a:spLocks/>
          </p:cNvSpPr>
          <p:nvPr/>
        </p:nvSpPr>
        <p:spPr>
          <a:xfrm>
            <a:off x="986193" y="4837823"/>
            <a:ext cx="340889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13" name="Titre 12">
            <a:extLst>
              <a:ext uri="{FF2B5EF4-FFF2-40B4-BE49-F238E27FC236}">
                <a16:creationId xmlns:a16="http://schemas.microsoft.com/office/drawing/2014/main" id="{8040899B-70BA-C98E-7243-581C3AFDFE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122" y="485693"/>
            <a:ext cx="11287754" cy="694800"/>
          </a:xfrm>
        </p:spPr>
        <p:txBody>
          <a:bodyPr vert="horz"/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000" b="1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Vos contacts :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E90ED69B-CFD3-33C1-D2C1-407CB94812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0409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24" name="Espace réservé du texte 22">
            <a:extLst>
              <a:ext uri="{FF2B5EF4-FFF2-40B4-BE49-F238E27FC236}">
                <a16:creationId xmlns:a16="http://schemas.microsoft.com/office/drawing/2014/main" id="{116FACC4-F6A3-FD48-56DA-A346E2EFB4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409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25" name="Espace réservé du texte 22">
            <a:extLst>
              <a:ext uri="{FF2B5EF4-FFF2-40B4-BE49-F238E27FC236}">
                <a16:creationId xmlns:a16="http://schemas.microsoft.com/office/drawing/2014/main" id="{84F2AACE-BBE0-973B-70C7-EB949A19C3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0409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29" name="Espace réservé pour une image  27">
            <a:extLst>
              <a:ext uri="{FF2B5EF4-FFF2-40B4-BE49-F238E27FC236}">
                <a16:creationId xmlns:a16="http://schemas.microsoft.com/office/drawing/2014/main" id="{95AD02E2-678F-BA98-98BE-FDF0E1027D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8163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30" name="Espace réservé du texte 22">
            <a:extLst>
              <a:ext uri="{FF2B5EF4-FFF2-40B4-BE49-F238E27FC236}">
                <a16:creationId xmlns:a16="http://schemas.microsoft.com/office/drawing/2014/main" id="{2AB991A5-B28D-31D4-7C2A-ABCE44AF2D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51576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31" name="Espace réservé du texte 22">
            <a:extLst>
              <a:ext uri="{FF2B5EF4-FFF2-40B4-BE49-F238E27FC236}">
                <a16:creationId xmlns:a16="http://schemas.microsoft.com/office/drawing/2014/main" id="{3D1E0C0A-2EDD-3661-A430-C375B328B3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1576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32" name="Espace réservé du texte 22">
            <a:extLst>
              <a:ext uri="{FF2B5EF4-FFF2-40B4-BE49-F238E27FC236}">
                <a16:creationId xmlns:a16="http://schemas.microsoft.com/office/drawing/2014/main" id="{3848698C-2799-1BF7-AD01-97F06EB07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51576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33" name="Espace réservé pour une image  27">
            <a:extLst>
              <a:ext uri="{FF2B5EF4-FFF2-40B4-BE49-F238E27FC236}">
                <a16:creationId xmlns:a16="http://schemas.microsoft.com/office/drawing/2014/main" id="{16715DB2-ED35-33DC-09EB-AC0D37CEC9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929330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34" name="Espace réservé du texte 22">
            <a:extLst>
              <a:ext uri="{FF2B5EF4-FFF2-40B4-BE49-F238E27FC236}">
                <a16:creationId xmlns:a16="http://schemas.microsoft.com/office/drawing/2014/main" id="{7FEC946C-C2D2-6CC0-77AD-1693A19C14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42744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35" name="Espace réservé du texte 22">
            <a:extLst>
              <a:ext uri="{FF2B5EF4-FFF2-40B4-BE49-F238E27FC236}">
                <a16:creationId xmlns:a16="http://schemas.microsoft.com/office/drawing/2014/main" id="{FE760D77-8599-8105-839E-878F4499C69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42744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36" name="Espace réservé du texte 22">
            <a:extLst>
              <a:ext uri="{FF2B5EF4-FFF2-40B4-BE49-F238E27FC236}">
                <a16:creationId xmlns:a16="http://schemas.microsoft.com/office/drawing/2014/main" id="{A6EAC7CD-F8DB-F29A-2F2D-FC53CE6A20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42744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37" name="Espace réservé pour une image  27">
            <a:extLst>
              <a:ext uri="{FF2B5EF4-FFF2-40B4-BE49-F238E27FC236}">
                <a16:creationId xmlns:a16="http://schemas.microsoft.com/office/drawing/2014/main" id="{54C671B2-E4BB-899F-47E7-0FD66FC415A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320498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38" name="Espace réservé du texte 22">
            <a:extLst>
              <a:ext uri="{FF2B5EF4-FFF2-40B4-BE49-F238E27FC236}">
                <a16:creationId xmlns:a16="http://schemas.microsoft.com/office/drawing/2014/main" id="{372B1A6C-DE96-53D9-9A8B-A3554B85A8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33911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39" name="Espace réservé du texte 22">
            <a:extLst>
              <a:ext uri="{FF2B5EF4-FFF2-40B4-BE49-F238E27FC236}">
                <a16:creationId xmlns:a16="http://schemas.microsoft.com/office/drawing/2014/main" id="{2C8BC5F1-B79C-A9E8-15B3-D563C87E53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33911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40" name="Espace réservé du texte 22">
            <a:extLst>
              <a:ext uri="{FF2B5EF4-FFF2-40B4-BE49-F238E27FC236}">
                <a16:creationId xmlns:a16="http://schemas.microsoft.com/office/drawing/2014/main" id="{E2EA75BB-74DC-4842-9BB2-48D0B73E0A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33911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41" name="Espace réservé pour une image  27">
            <a:extLst>
              <a:ext uri="{FF2B5EF4-FFF2-40B4-BE49-F238E27FC236}">
                <a16:creationId xmlns:a16="http://schemas.microsoft.com/office/drawing/2014/main" id="{7C952499-A464-4FAB-658D-BD08D4B2E31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711665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2" name="Espace réservé du texte 22">
            <a:extLst>
              <a:ext uri="{FF2B5EF4-FFF2-40B4-BE49-F238E27FC236}">
                <a16:creationId xmlns:a16="http://schemas.microsoft.com/office/drawing/2014/main" id="{05FB3A31-8B0E-76A4-B340-CE70CEF56B2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724855" y="2854600"/>
            <a:ext cx="2306512" cy="631283"/>
          </a:xfrm>
        </p:spPr>
        <p:txBody>
          <a:bodyPr anchor="ctr"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43" name="Espace réservé du texte 22">
            <a:extLst>
              <a:ext uri="{FF2B5EF4-FFF2-40B4-BE49-F238E27FC236}">
                <a16:creationId xmlns:a16="http://schemas.microsoft.com/office/drawing/2014/main" id="{3A7CA541-6CC3-5B2B-5137-23CE7AC3383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24855" y="3485883"/>
            <a:ext cx="2306512" cy="3421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400" b="1" i="0" u="none" strike="noStrike" kern="1200" cap="none" spc="0" normalizeH="0" baseline="0" dirty="0" smtClean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GRADE</a:t>
            </a:r>
          </a:p>
        </p:txBody>
      </p:sp>
      <p:sp>
        <p:nvSpPr>
          <p:cNvPr id="44" name="Espace réservé du texte 22">
            <a:extLst>
              <a:ext uri="{FF2B5EF4-FFF2-40B4-BE49-F238E27FC236}">
                <a16:creationId xmlns:a16="http://schemas.microsoft.com/office/drawing/2014/main" id="{5BB26FB2-E7B0-9BF9-45BF-1AB5DD2A063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724855" y="3828050"/>
            <a:ext cx="2306512" cy="627767"/>
          </a:xfrm>
        </p:spPr>
        <p:txBody>
          <a:bodyPr/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None/>
              <a:defRPr kumimoji="0" lang="fr-FR" sz="1000" b="0" i="0" u="none" strike="noStrike" kern="1200" cap="none" spc="0" normalizeH="0" baseline="0" dirty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2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algn="ctr">
              <a:defRPr/>
            </a:lvl4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Prénom.nom@amitaconseil.com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+33 (0) 6 12 34 56 78</a:t>
            </a:r>
          </a:p>
        </p:txBody>
      </p:sp>
      <p:sp>
        <p:nvSpPr>
          <p:cNvPr id="45" name="Espace réservé pour une image  27">
            <a:extLst>
              <a:ext uri="{FF2B5EF4-FFF2-40B4-BE49-F238E27FC236}">
                <a16:creationId xmlns:a16="http://schemas.microsoft.com/office/drawing/2014/main" id="{E87B8E6C-BC45-A6D3-096D-B1798940D4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02609" y="1203492"/>
            <a:ext cx="1560512" cy="1628109"/>
          </a:xfrm>
        </p:spPr>
        <p:txBody>
          <a:bodyPr/>
          <a:lstStyle>
            <a:lvl1pPr rtl="0">
              <a:defRPr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51" name="Espace réservé du pied de page 50">
            <a:extLst>
              <a:ext uri="{FF2B5EF4-FFF2-40B4-BE49-F238E27FC236}">
                <a16:creationId xmlns:a16="http://schemas.microsoft.com/office/drawing/2014/main" id="{2BB51DBB-F4DD-F2BF-774A-D3D25DA76D5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920021" y="6340475"/>
            <a:ext cx="8351958" cy="365125"/>
          </a:xfrm>
        </p:spPr>
        <p:txBody>
          <a:bodyPr/>
          <a:lstStyle>
            <a:lvl1pPr algn="ctr"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A8C689-FE8E-03D2-D8C2-6C480215F59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380995" y="6340475"/>
            <a:ext cx="362086" cy="360001"/>
          </a:xfrm>
        </p:spPr>
        <p:txBody>
          <a:bodyPr vert="horz" lIns="91440" tIns="45720" rIns="91440" bIns="45720" rtlCol="0" anchor="ctr"/>
          <a:lstStyle>
            <a:lvl1pPr rtl="0">
              <a:defRPr lang="fr-FR" smtClean="0"/>
            </a:lvl1pPr>
          </a:lstStyle>
          <a:p>
            <a:fld id="{BD9892E7-E91F-405F-A6AB-FE5AB328526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725D12BC-F052-8411-1AF2-EA3837DBFB46}"/>
              </a:ext>
            </a:extLst>
          </p:cNvPr>
          <p:cNvSpPr txBox="1">
            <a:spLocks/>
          </p:cNvSpPr>
          <p:nvPr/>
        </p:nvSpPr>
        <p:spPr>
          <a:xfrm>
            <a:off x="5334375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NIORT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103 Avenue de Paris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79000 Niort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2291CCAE-FFC5-414F-E449-E46E9E9C6E50}"/>
              </a:ext>
            </a:extLst>
          </p:cNvPr>
          <p:cNvSpPr txBox="1">
            <a:spLocks/>
          </p:cNvSpPr>
          <p:nvPr/>
        </p:nvSpPr>
        <p:spPr>
          <a:xfrm>
            <a:off x="6910244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NANTES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17 Boulevard de Berlin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44000 Nantes</a:t>
            </a:r>
          </a:p>
        </p:txBody>
      </p:sp>
      <p:sp>
        <p:nvSpPr>
          <p:cNvPr id="17" name="Espace réservé de la date 10">
            <a:extLst>
              <a:ext uri="{FF2B5EF4-FFF2-40B4-BE49-F238E27FC236}">
                <a16:creationId xmlns:a16="http://schemas.microsoft.com/office/drawing/2014/main" id="{C7F826E3-2192-51E8-5AB6-6F6EC9785A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117694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80AF42E2-021C-4F41-8104-619F63EC6722}" type="datetime1">
              <a:rPr lang="fr-FR" smtClean="0"/>
              <a:t>08/04/2025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9859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t de la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00685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B4917B4-5954-0D76-BAA0-1A3698D526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pic>
        <p:nvPicPr>
          <p:cNvPr id="11" name="Graphique 10">
            <a:extLst>
              <a:ext uri="{FF2B5EF4-FFF2-40B4-BE49-F238E27FC236}">
                <a16:creationId xmlns:a16="http://schemas.microsoft.com/office/drawing/2014/main" id="{0DF46767-FF2E-A311-5FC8-FC3CCA8535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3370"/>
          <a:stretch/>
        </p:blipFill>
        <p:spPr>
          <a:xfrm>
            <a:off x="0" y="846925"/>
            <a:ext cx="12192000" cy="5676112"/>
          </a:xfrm>
          <a:prstGeom prst="rect">
            <a:avLst/>
          </a:prstGeom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6D93F71-C400-BDD2-7DE6-C958FFFC38C7}"/>
              </a:ext>
            </a:extLst>
          </p:cNvPr>
          <p:cNvSpPr txBox="1">
            <a:spLocks/>
          </p:cNvSpPr>
          <p:nvPr/>
        </p:nvSpPr>
        <p:spPr>
          <a:xfrm>
            <a:off x="986193" y="5253383"/>
            <a:ext cx="340889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fr-FR" sz="850" b="1">
                <a:solidFill>
                  <a:srgbClr val="353637"/>
                </a:solidFill>
                <a:latin typeface="Now" panose="00000800000000000000" pitchFamily="50" charset="0"/>
              </a:rPr>
              <a:t>CABINET DE CONSEIL EN TRANSFORMATION</a:t>
            </a:r>
          </a:p>
          <a:p>
            <a:pPr rtl="0"/>
            <a:r>
              <a:rPr lang="fr-FR" sz="700" b="1">
                <a:solidFill>
                  <a:srgbClr val="43A2BF"/>
                </a:solidFill>
                <a:latin typeface="Now" panose="00000800000000000000" pitchFamily="50" charset="0"/>
              </a:rPr>
              <a:t>PARIS – NANTES - NIORT</a:t>
            </a:r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1DFA8C9F-5730-AE6C-7035-33A8BDB25715}"/>
              </a:ext>
            </a:extLst>
          </p:cNvPr>
          <p:cNvSpPr txBox="1">
            <a:spLocks/>
          </p:cNvSpPr>
          <p:nvPr/>
        </p:nvSpPr>
        <p:spPr bwMode="auto">
          <a:xfrm>
            <a:off x="452123" y="5754279"/>
            <a:ext cx="1391963" cy="26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>
              <a:lnSpc>
                <a:spcPct val="90000"/>
              </a:lnSpc>
            </a:pPr>
            <a:r>
              <a:rPr lang="fr-FR" sz="900">
                <a:solidFill>
                  <a:schemeClr val="tx2"/>
                </a:solidFill>
                <a:latin typeface="+mn-lt"/>
                <a:ea typeface="+mj-ea"/>
                <a:cs typeface="+mj-cs"/>
              </a:rPr>
              <a:t>Mentions légales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296D9A24-28BA-F170-CE5D-7A98005351F0}"/>
              </a:ext>
            </a:extLst>
          </p:cNvPr>
          <p:cNvSpPr txBox="1">
            <a:spLocks/>
          </p:cNvSpPr>
          <p:nvPr/>
        </p:nvSpPr>
        <p:spPr>
          <a:xfrm>
            <a:off x="1844086" y="5754279"/>
            <a:ext cx="1847062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RCS Paris 844 224 881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APE 7022 Z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SAS au capital de 100 000 €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4F19F6FB-6C20-D474-9918-2BEDD82DC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" y="2473965"/>
            <a:ext cx="11430002" cy="694800"/>
          </a:xfrm>
        </p:spPr>
        <p:txBody>
          <a:bodyPr vert="horz"/>
          <a:lstStyle>
            <a:lvl1pPr marL="0" algn="ctr" defTabSz="914400" rtl="0" eaLnBrk="1" latinLnBrk="0" hangingPunct="1">
              <a:defRPr lang="fr-FR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9" name="Espace réservé du pied de page 50">
            <a:extLst>
              <a:ext uri="{FF2B5EF4-FFF2-40B4-BE49-F238E27FC236}">
                <a16:creationId xmlns:a16="http://schemas.microsoft.com/office/drawing/2014/main" id="{733E0ACB-D5D5-59BF-42BE-573460770651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920021" y="6340475"/>
            <a:ext cx="8351958" cy="365125"/>
          </a:xfrm>
        </p:spPr>
        <p:txBody>
          <a:bodyPr/>
          <a:lstStyle>
            <a:lvl1pPr algn="ctr" rtl="0">
              <a:defRPr/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4015D164-67AF-110B-1EB8-478D066B7517}"/>
              </a:ext>
            </a:extLst>
          </p:cNvPr>
          <p:cNvSpPr txBox="1">
            <a:spLocks/>
          </p:cNvSpPr>
          <p:nvPr/>
        </p:nvSpPr>
        <p:spPr>
          <a:xfrm>
            <a:off x="3758507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PARIS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16 Rue Auber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75009 Paris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8ADC259-7B80-9FBE-FD57-958EB94EE659}"/>
              </a:ext>
            </a:extLst>
          </p:cNvPr>
          <p:cNvSpPr txBox="1">
            <a:spLocks/>
          </p:cNvSpPr>
          <p:nvPr/>
        </p:nvSpPr>
        <p:spPr>
          <a:xfrm>
            <a:off x="5334375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NIORT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103 Avenue de Paris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79000 Niort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E0C088F5-249F-102E-09F8-5FB90B2D71BA}"/>
              </a:ext>
            </a:extLst>
          </p:cNvPr>
          <p:cNvSpPr txBox="1">
            <a:spLocks/>
          </p:cNvSpPr>
          <p:nvPr/>
        </p:nvSpPr>
        <p:spPr>
          <a:xfrm>
            <a:off x="6910244" y="5754279"/>
            <a:ext cx="1568745" cy="555626"/>
          </a:xfrm>
          <a:prstGeom prst="rect">
            <a:avLst/>
          </a:prstGeom>
          <a:ln>
            <a:noFill/>
          </a:ln>
        </p:spPr>
        <p:txBody>
          <a:bodyPr lIns="90000" tIns="46800" rIns="90000" bIns="468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rtl="0"/>
            <a:r>
              <a:rPr lang="fr-FR" sz="900" b="1">
                <a:solidFill>
                  <a:schemeClr val="bg1">
                    <a:lumMod val="50000"/>
                  </a:schemeClr>
                </a:solidFill>
                <a:latin typeface="+mn-lt"/>
              </a:rPr>
              <a:t>NANTES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17 Boulevard de Berlin</a:t>
            </a:r>
          </a:p>
          <a:p>
            <a:pPr rtl="0"/>
            <a:r>
              <a:rPr lang="fr-FR" sz="900">
                <a:solidFill>
                  <a:schemeClr val="bg1">
                    <a:lumMod val="50000"/>
                  </a:schemeClr>
                </a:solidFill>
                <a:latin typeface="+mn-lt"/>
              </a:rPr>
              <a:t>44000 Nantes</a:t>
            </a:r>
          </a:p>
        </p:txBody>
      </p:sp>
      <p:sp>
        <p:nvSpPr>
          <p:cNvPr id="17" name="Espace réservé du numéro de diapositive 3">
            <a:extLst>
              <a:ext uri="{FF2B5EF4-FFF2-40B4-BE49-F238E27FC236}">
                <a16:creationId xmlns:a16="http://schemas.microsoft.com/office/drawing/2014/main" id="{9E4CC770-9A02-5703-AA66-43EAB8B3510C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380995" y="6340475"/>
            <a:ext cx="362086" cy="360001"/>
          </a:xfrm>
        </p:spPr>
        <p:txBody>
          <a:bodyPr vert="horz" lIns="91440" tIns="45720" rIns="91440" bIns="45720" rtlCol="0" anchor="ctr"/>
          <a:lstStyle>
            <a:lvl1pPr rtl="0">
              <a:defRPr lang="fr-FR" smtClean="0"/>
            </a:lvl1pPr>
          </a:lstStyle>
          <a:p>
            <a:fld id="{BD9892E7-E91F-405F-A6AB-FE5AB328526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9" name="Espace réservé de la date 10">
            <a:extLst>
              <a:ext uri="{FF2B5EF4-FFF2-40B4-BE49-F238E27FC236}">
                <a16:creationId xmlns:a16="http://schemas.microsoft.com/office/drawing/2014/main" id="{1F098B08-9DB9-0E9F-0651-539F4FE4C7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117694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3A00B2B-991D-40B7-9911-432FF4699D27}" type="datetime1">
              <a:rPr lang="fr-FR" smtClean="0"/>
              <a:t>08/04/2025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8927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7B3CA7EB-DCE2-FE80-21CE-FFC228B6650F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4572" imgH="4572" progId="TCLayout.ActiveDocument.1">
                  <p:embed/>
                </p:oleObj>
              </mc:Choice>
              <mc:Fallback>
                <p:oleObj name="think-cell Slide" r:id="rId2" imgW="4572" imgH="4572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7B3CA7EB-DCE2-FE80-21CE-FFC228B665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070B4CB2-83A6-2168-3247-A5F53266B59C}"/>
              </a:ext>
            </a:extLst>
          </p:cNvPr>
          <p:cNvSpPr/>
          <p:nvPr/>
        </p:nvSpPr>
        <p:spPr>
          <a:xfrm>
            <a:off x="0" y="6356351"/>
            <a:ext cx="12191996" cy="501648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C7EB132-1A68-3543-1B8D-8EE09BADD7F0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15B7B09-14C3-C80F-3575-F79C2E1C226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rcRect/>
          <a:stretch>
            <a:fillRect/>
          </a:stretch>
        </p:blipFill>
        <p:spPr>
          <a:xfrm>
            <a:off x="6096003" y="152403"/>
            <a:ext cx="5940427" cy="655320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itre 2">
            <a:extLst>
              <a:ext uri="{FF2B5EF4-FFF2-40B4-BE49-F238E27FC236}">
                <a16:creationId xmlns:a16="http://schemas.microsoft.com/office/drawing/2014/main" id="{500B8AA5-4909-5605-DA89-71C25E0920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5390" y="2702737"/>
            <a:ext cx="5535027" cy="1200332"/>
          </a:xfrm>
        </p:spPr>
        <p:txBody>
          <a:bodyPr>
            <a:normAutofit/>
          </a:bodyPr>
          <a:lstStyle>
            <a:lvl1pPr>
              <a:spcBef>
                <a:spcPts val="1000"/>
              </a:spcBef>
              <a:defRPr sz="3500" b="1" spc="-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7" name="Espace réservé du texte 13">
            <a:extLst>
              <a:ext uri="{FF2B5EF4-FFF2-40B4-BE49-F238E27FC236}">
                <a16:creationId xmlns:a16="http://schemas.microsoft.com/office/drawing/2014/main" id="{931451E3-66BE-FF41-756C-A6A8E0CA8F9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05390" y="4171767"/>
            <a:ext cx="5535027" cy="615555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43A2BF"/>
                </a:solidFill>
              </a:defRPr>
            </a:lvl1pPr>
          </a:lstStyle>
          <a:p>
            <a:pPr lvl="0"/>
            <a:r>
              <a:rPr lang="fr-FR"/>
              <a:t>À l’attention de :</a:t>
            </a:r>
          </a:p>
        </p:txBody>
      </p:sp>
      <p:sp>
        <p:nvSpPr>
          <p:cNvPr id="8" name="Espace réservé du pied de page 2">
            <a:extLst>
              <a:ext uri="{FF2B5EF4-FFF2-40B4-BE49-F238E27FC236}">
                <a16:creationId xmlns:a16="http://schemas.microsoft.com/office/drawing/2014/main" id="{FD100E89-69D0-34E8-555C-967A6B81F146}"/>
              </a:ext>
            </a:extLst>
          </p:cNvPr>
          <p:cNvSpPr txBox="1"/>
          <p:nvPr/>
        </p:nvSpPr>
        <p:spPr>
          <a:xfrm>
            <a:off x="405390" y="1869618"/>
            <a:ext cx="38268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850" b="1" i="0" u="none" strike="noStrike" kern="1200" cap="none" spc="0" baseline="0">
                <a:solidFill>
                  <a:srgbClr val="353637"/>
                </a:solidFill>
                <a:uFillTx/>
                <a:latin typeface="Now" pitchFamily="50"/>
              </a:rPr>
              <a:t>CABINET DE CONSEIL EN TRANSFORMATION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700" b="1" i="0" u="none" strike="noStrike" kern="1200" cap="none" spc="0" baseline="0">
                <a:solidFill>
                  <a:srgbClr val="43A2BF"/>
                </a:solidFill>
                <a:uFillTx/>
                <a:latin typeface="Now" pitchFamily="50"/>
              </a:rPr>
              <a:t>PARIS – NANTES - NIORT</a:t>
            </a:r>
          </a:p>
        </p:txBody>
      </p:sp>
      <p:sp>
        <p:nvSpPr>
          <p:cNvPr id="9" name="Espace réservé du texte 13">
            <a:extLst>
              <a:ext uri="{FF2B5EF4-FFF2-40B4-BE49-F238E27FC236}">
                <a16:creationId xmlns:a16="http://schemas.microsoft.com/office/drawing/2014/main" id="{C4798AF1-D1EE-2240-6934-9C3386D1B60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05390" y="6232129"/>
            <a:ext cx="3398395" cy="365129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1050">
                <a:solidFill>
                  <a:srgbClr val="7F7F7F"/>
                </a:solidFill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10" name="Espace réservé pour une image  5">
            <a:extLst>
              <a:ext uri="{FF2B5EF4-FFF2-40B4-BE49-F238E27FC236}">
                <a16:creationId xmlns:a16="http://schemas.microsoft.com/office/drawing/2014/main" id="{56235ECB-078F-651F-2945-008E8632AD1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05390" y="4977911"/>
            <a:ext cx="3398404" cy="1063620"/>
          </a:xfrm>
        </p:spPr>
        <p:txBody>
          <a:bodyPr/>
          <a:lstStyle>
            <a:lvl1pPr marL="0" indent="0">
              <a:buNone/>
              <a:defRPr sz="1600">
                <a:solidFill>
                  <a:srgbClr val="7F7F7F"/>
                </a:solidFill>
              </a:defRPr>
            </a:lvl1pPr>
          </a:lstStyle>
          <a:p>
            <a:pPr lvl="0"/>
            <a:r>
              <a:rPr lang="fr-FR"/>
              <a:t>Insérer le logo client</a:t>
            </a:r>
          </a:p>
        </p:txBody>
      </p:sp>
      <p:pic>
        <p:nvPicPr>
          <p:cNvPr id="11" name="Espace réservé du contenu 14">
            <a:extLst>
              <a:ext uri="{FF2B5EF4-FFF2-40B4-BE49-F238E27FC236}">
                <a16:creationId xmlns:a16="http://schemas.microsoft.com/office/drawing/2014/main" id="{2349B697-AF8E-1957-9130-85A02EF178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269519" y="521015"/>
            <a:ext cx="3398239" cy="152877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ZoneTexte 4">
            <a:extLst>
              <a:ext uri="{FF2B5EF4-FFF2-40B4-BE49-F238E27FC236}">
                <a16:creationId xmlns:a16="http://schemas.microsoft.com/office/drawing/2014/main" id="{D7C5F624-CC9A-ED4E-0821-4FF1E543704C}"/>
              </a:ext>
            </a:extLst>
          </p:cNvPr>
          <p:cNvSpPr txBox="1"/>
          <p:nvPr/>
        </p:nvSpPr>
        <p:spPr>
          <a:xfrm>
            <a:off x="-1307966" y="4977911"/>
            <a:ext cx="1157767" cy="16115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35999" rIns="35999" bIns="35999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Pour insérer le logo client 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Cliquer sur l’icône au centre de la zone pour insérer la nouvelle image.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Ajuster le cadrage avec l’outil : </a:t>
            </a:r>
            <a:r>
              <a:rPr lang="fr-FR" sz="1000" b="1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Rogner &gt; Ajuster</a:t>
            </a:r>
          </a:p>
        </p:txBody>
      </p:sp>
      <p:sp>
        <p:nvSpPr>
          <p:cNvPr id="13" name="ZoneTexte 8">
            <a:extLst>
              <a:ext uri="{FF2B5EF4-FFF2-40B4-BE49-F238E27FC236}">
                <a16:creationId xmlns:a16="http://schemas.microsoft.com/office/drawing/2014/main" id="{31A42642-15FA-38AE-0AE2-818F7C20723D}"/>
              </a:ext>
            </a:extLst>
          </p:cNvPr>
          <p:cNvSpPr txBox="1"/>
          <p:nvPr/>
        </p:nvSpPr>
        <p:spPr>
          <a:xfrm>
            <a:off x="-1307966" y="1880088"/>
            <a:ext cx="1157767" cy="238102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35999" rIns="35999" bIns="35999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Trois images de couverture personnalisées existent pour les bureaux de Paris, Niort et Nantes.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0" i="0" u="none" strike="noStrike" kern="1200" cap="none" spc="0" baseline="0">
              <a:solidFill>
                <a:srgbClr val="353637"/>
              </a:solidFill>
              <a:uFillTx/>
              <a:latin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Faire un clic droit dans un espace vide de la diapositive, puis sur </a:t>
            </a:r>
            <a:r>
              <a:rPr lang="fr-FR" sz="1000" b="1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Diapositive de titre_Personnalisable</a:t>
            </a:r>
          </a:p>
        </p:txBody>
      </p:sp>
    </p:spTree>
    <p:extLst>
      <p:ext uri="{BB962C8B-B14F-4D97-AF65-F5344CB8AC3E}">
        <p14:creationId xmlns:p14="http://schemas.microsoft.com/office/powerpoint/2010/main" val="12127519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6" hidden="1">
            <a:extLst>
              <a:ext uri="{FF2B5EF4-FFF2-40B4-BE49-F238E27FC236}">
                <a16:creationId xmlns:a16="http://schemas.microsoft.com/office/drawing/2014/main" id="{98383059-5EC8-9709-00AD-BF6AAC762460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2" name="Objet 6" hidden="1">
                        <a:extLst>
                          <a:ext uri="{FF2B5EF4-FFF2-40B4-BE49-F238E27FC236}">
                            <a16:creationId xmlns:a16="http://schemas.microsoft.com/office/drawing/2014/main" id="{98383059-5EC8-9709-00AD-BF6AAC7624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C97969E5-6471-37E2-8885-2B9CDDCC7257}"/>
              </a:ext>
            </a:extLst>
          </p:cNvPr>
          <p:cNvSpPr/>
          <p:nvPr/>
        </p:nvSpPr>
        <p:spPr>
          <a:xfrm>
            <a:off x="0" y="0"/>
            <a:ext cx="742456" cy="678429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400" b="0" i="0" u="none" strike="noStrike" kern="1200" cap="none" spc="0" baseline="0">
              <a:solidFill>
                <a:srgbClr val="353637"/>
              </a:solidFill>
              <a:uFillTx/>
              <a:latin typeface="Arial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CDD5B1B-04F6-295B-5EB7-72D9ACA36F75}"/>
              </a:ext>
            </a:extLst>
          </p:cNvPr>
          <p:cNvSpPr/>
          <p:nvPr/>
        </p:nvSpPr>
        <p:spPr>
          <a:xfrm>
            <a:off x="155576" y="152403"/>
            <a:ext cx="3240002" cy="6553203"/>
          </a:xfrm>
          <a:prstGeom prst="rect">
            <a:avLst/>
          </a:prstGeom>
          <a:solidFill>
            <a:srgbClr val="43A2B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0510325D-0505-3342-072C-2E0CCC576C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7792" y="1606555"/>
            <a:ext cx="2855561" cy="742447"/>
          </a:xfrm>
        </p:spPr>
        <p:txBody>
          <a:bodyPr anchor="t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B4168C37-A7F2-614A-2D70-651AC890C5F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543299" y="6339416"/>
            <a:ext cx="57150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AMITA CONSEIL</a:t>
            </a:r>
          </a:p>
        </p:txBody>
      </p:sp>
      <p:sp>
        <p:nvSpPr>
          <p:cNvPr id="7" name="Espace réservé du contenu 11">
            <a:extLst>
              <a:ext uri="{FF2B5EF4-FFF2-40B4-BE49-F238E27FC236}">
                <a16:creationId xmlns:a16="http://schemas.microsoft.com/office/drawing/2014/main" id="{969927CF-850E-C009-8E07-119C6C689F3D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60257" y="1606555"/>
            <a:ext cx="7850745" cy="45704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AutoNum type="arabicPeriod"/>
              <a:defRPr sz="1800" b="1"/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2AF21E2D-15F5-11DE-A946-3E3191EA2E0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55576" y="6340477"/>
            <a:ext cx="362084" cy="36512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fld id="{DD65D917-EA9D-42EE-80EB-F61E9EDEA9D8}" type="slidenum"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69717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12825076-42BC-93AB-6D2D-E6C571C12191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4572" imgH="4572" progId="TCLayout.ActiveDocument.1">
                  <p:embed/>
                </p:oleObj>
              </mc:Choice>
              <mc:Fallback>
                <p:oleObj name="think-cell Slide" r:id="rId2" imgW="4572" imgH="4572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12825076-42BC-93AB-6D2D-E6C571C121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978CBD21-3D4A-E16D-7474-E5B7BDA9BE03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3116D412-BD8E-F584-A6C4-15DE0471D8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5390" y="2702737"/>
            <a:ext cx="5536801" cy="1200332"/>
          </a:xfrm>
        </p:spPr>
        <p:txBody>
          <a:bodyPr>
            <a:normAutofit/>
          </a:bodyPr>
          <a:lstStyle>
            <a:lvl1pPr>
              <a:spcBef>
                <a:spcPts val="1000"/>
              </a:spcBef>
              <a:defRPr sz="3500" b="1" spc="-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A26C9B24-B879-1C10-79D3-684EA93375B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05390" y="4171767"/>
            <a:ext cx="5536801" cy="615555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1700">
                <a:solidFill>
                  <a:srgbClr val="43A2BF"/>
                </a:solidFill>
              </a:defRPr>
            </a:lvl1pPr>
          </a:lstStyle>
          <a:p>
            <a:pPr lvl="0"/>
            <a:r>
              <a:rPr lang="fr-FR"/>
              <a:t>Sous-titre de la présentation</a:t>
            </a:r>
          </a:p>
        </p:txBody>
      </p:sp>
      <p:pic>
        <p:nvPicPr>
          <p:cNvPr id="6" name="Espace réservé du contenu 14" descr="Une image contenant Police, Graphique, graphisme, capture d’écran&#10;&#10;Description générée automatiquement">
            <a:extLst>
              <a:ext uri="{FF2B5EF4-FFF2-40B4-BE49-F238E27FC236}">
                <a16:creationId xmlns:a16="http://schemas.microsoft.com/office/drawing/2014/main" id="{3C1AC1A7-D94D-1237-7A9A-21A1D6397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19" y="518620"/>
            <a:ext cx="3398239" cy="153356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Espace réservé du pied de page 2">
            <a:extLst>
              <a:ext uri="{FF2B5EF4-FFF2-40B4-BE49-F238E27FC236}">
                <a16:creationId xmlns:a16="http://schemas.microsoft.com/office/drawing/2014/main" id="{33E7D42F-C3CD-2420-21B5-1D77546B93C6}"/>
              </a:ext>
            </a:extLst>
          </p:cNvPr>
          <p:cNvSpPr txBox="1"/>
          <p:nvPr/>
        </p:nvSpPr>
        <p:spPr>
          <a:xfrm>
            <a:off x="405390" y="6232129"/>
            <a:ext cx="38268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850" b="1" i="0" u="none" strike="noStrike" kern="1200" cap="none" spc="0" baseline="0">
                <a:solidFill>
                  <a:srgbClr val="353637"/>
                </a:solidFill>
                <a:uFillTx/>
                <a:latin typeface="Now" pitchFamily="50"/>
              </a:rPr>
              <a:t>CABINET DE CONSEIL EN TRANSFORMATION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700" b="1" i="0" u="none" strike="noStrike" kern="1200" cap="none" spc="0" baseline="0">
                <a:solidFill>
                  <a:srgbClr val="43A2BF"/>
                </a:solidFill>
                <a:uFillTx/>
                <a:latin typeface="Now" pitchFamily="50"/>
              </a:rPr>
              <a:t>PARIS – NANTES - NIORT</a:t>
            </a:r>
          </a:p>
        </p:txBody>
      </p:sp>
      <p:sp>
        <p:nvSpPr>
          <p:cNvPr id="8" name="Espace réservé du texte 13">
            <a:extLst>
              <a:ext uri="{FF2B5EF4-FFF2-40B4-BE49-F238E27FC236}">
                <a16:creationId xmlns:a16="http://schemas.microsoft.com/office/drawing/2014/main" id="{A6790C63-FFE3-448D-D15A-F51A524B653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05390" y="5306446"/>
            <a:ext cx="3398404" cy="365129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1050">
                <a:solidFill>
                  <a:srgbClr val="7F7F7F"/>
                </a:solidFill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pic>
        <p:nvPicPr>
          <p:cNvPr id="9" name="Picture Placeholder 4">
            <a:extLst>
              <a:ext uri="{FF2B5EF4-FFF2-40B4-BE49-F238E27FC236}">
                <a16:creationId xmlns:a16="http://schemas.microsoft.com/office/drawing/2014/main" id="{1BD48276-D4A4-E35F-8CF3-62557E6320E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rcRect/>
          <a:stretch>
            <a:fillRect/>
          </a:stretch>
        </p:blipFill>
        <p:spPr>
          <a:xfrm>
            <a:off x="6096003" y="152403"/>
            <a:ext cx="5940427" cy="655320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ZoneTexte 5">
            <a:extLst>
              <a:ext uri="{FF2B5EF4-FFF2-40B4-BE49-F238E27FC236}">
                <a16:creationId xmlns:a16="http://schemas.microsoft.com/office/drawing/2014/main" id="{A19225A2-040C-4F21-898D-D2A3652088F1}"/>
              </a:ext>
            </a:extLst>
          </p:cNvPr>
          <p:cNvSpPr txBox="1"/>
          <p:nvPr/>
        </p:nvSpPr>
        <p:spPr>
          <a:xfrm>
            <a:off x="-1307966" y="4977911"/>
            <a:ext cx="1157767" cy="16115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35999" rIns="35999" bIns="35999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Pour insérer le logo client 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Cliquer sur l’icône au centre de la zone pour insérer la nouvelle image.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Ajuster le cadrage avec l’outil : </a:t>
            </a:r>
            <a:r>
              <a:rPr lang="fr-FR" sz="1000" b="1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Rogner &gt; Ajuster</a:t>
            </a:r>
          </a:p>
        </p:txBody>
      </p:sp>
      <p:sp>
        <p:nvSpPr>
          <p:cNvPr id="11" name="ZoneTexte 6">
            <a:extLst>
              <a:ext uri="{FF2B5EF4-FFF2-40B4-BE49-F238E27FC236}">
                <a16:creationId xmlns:a16="http://schemas.microsoft.com/office/drawing/2014/main" id="{12BB399C-9AE7-E202-A64E-B0A954375EAB}"/>
              </a:ext>
            </a:extLst>
          </p:cNvPr>
          <p:cNvSpPr txBox="1"/>
          <p:nvPr/>
        </p:nvSpPr>
        <p:spPr>
          <a:xfrm>
            <a:off x="-1307966" y="0"/>
            <a:ext cx="1157767" cy="468935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35999" rIns="35999" bIns="35999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Pour modifier l’image de couverture (à droite) 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Insérer l’image souhaitée sur une autre diapositive.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Sélectionner l’image de couverture puis cliquer sur </a:t>
            </a:r>
            <a:r>
              <a:rPr lang="fr-FR" sz="1000" b="1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Reproduire la mise en forme (CTRL+SHIFT+C)</a:t>
            </a: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Se rendre sur l’autre diapositive, </a:t>
            </a:r>
            <a:r>
              <a:rPr lang="fr-FR" sz="1000" b="1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Reproduire la mise en forme (CTRL+SHIFT+V)</a:t>
            </a: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 sur l’image souhaitée, puis cliquer sur </a:t>
            </a:r>
            <a:r>
              <a:rPr lang="fr-FR" sz="1000" b="1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Copier</a:t>
            </a: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Faire un clic droit sur l’image de couverture puis </a:t>
            </a:r>
            <a:r>
              <a:rPr lang="fr-FR" sz="1000" b="1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: changer d’image &gt; À partir du presse papier </a:t>
            </a:r>
          </a:p>
        </p:txBody>
      </p:sp>
    </p:spTree>
    <p:extLst>
      <p:ext uri="{BB962C8B-B14F-4D97-AF65-F5344CB8AC3E}">
        <p14:creationId xmlns:p14="http://schemas.microsoft.com/office/powerpoint/2010/main" val="12306638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Personnalis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6020AF77-123B-E11C-1F4B-3F08590DAACA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4572" imgH="4572" progId="TCLayout.ActiveDocument.1">
                  <p:embed/>
                </p:oleObj>
              </mc:Choice>
              <mc:Fallback>
                <p:oleObj name="think-cell Slide" r:id="rId2" imgW="4572" imgH="4572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6020AF77-123B-E11C-1F4B-3F08590DAA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6">
            <a:extLst>
              <a:ext uri="{FF2B5EF4-FFF2-40B4-BE49-F238E27FC236}">
                <a16:creationId xmlns:a16="http://schemas.microsoft.com/office/drawing/2014/main" id="{8D432F53-72F2-2901-BF2D-8FD9F1B2C3E6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08B035-24AC-CF8F-8ECE-D6E850A533F2}"/>
              </a:ext>
            </a:extLst>
          </p:cNvPr>
          <p:cNvSpPr/>
          <p:nvPr/>
        </p:nvSpPr>
        <p:spPr>
          <a:xfrm>
            <a:off x="0" y="6356351"/>
            <a:ext cx="12191996" cy="501648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id="{6328352C-0204-8AB1-3BB5-8657C3364F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5390" y="2702737"/>
            <a:ext cx="5535027" cy="1200332"/>
          </a:xfrm>
        </p:spPr>
        <p:txBody>
          <a:bodyPr>
            <a:normAutofit/>
          </a:bodyPr>
          <a:lstStyle>
            <a:lvl1pPr>
              <a:spcBef>
                <a:spcPts val="1000"/>
              </a:spcBef>
              <a:defRPr sz="3500" b="1" spc="-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6" name="Espace réservé du texte 13">
            <a:extLst>
              <a:ext uri="{FF2B5EF4-FFF2-40B4-BE49-F238E27FC236}">
                <a16:creationId xmlns:a16="http://schemas.microsoft.com/office/drawing/2014/main" id="{5FB420AD-090A-699B-DA04-1F6ACD280F8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05390" y="4171767"/>
            <a:ext cx="5535027" cy="615555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43A2BF"/>
                </a:solidFill>
              </a:defRPr>
            </a:lvl1pPr>
          </a:lstStyle>
          <a:p>
            <a:pPr lvl="0"/>
            <a:r>
              <a:rPr lang="fr-FR"/>
              <a:t>À l’attention de :</a:t>
            </a:r>
          </a:p>
        </p:txBody>
      </p:sp>
      <p:sp>
        <p:nvSpPr>
          <p:cNvPr id="7" name="Espace réservé du pied de page 2">
            <a:extLst>
              <a:ext uri="{FF2B5EF4-FFF2-40B4-BE49-F238E27FC236}">
                <a16:creationId xmlns:a16="http://schemas.microsoft.com/office/drawing/2014/main" id="{93CBF215-E1FE-6B37-EFD2-F02D7A477D03}"/>
              </a:ext>
            </a:extLst>
          </p:cNvPr>
          <p:cNvSpPr txBox="1"/>
          <p:nvPr/>
        </p:nvSpPr>
        <p:spPr>
          <a:xfrm>
            <a:off x="405390" y="1869618"/>
            <a:ext cx="38268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850" b="1" i="0" u="none" strike="noStrike" kern="1200" cap="none" spc="0" baseline="0">
                <a:solidFill>
                  <a:srgbClr val="353637"/>
                </a:solidFill>
                <a:uFillTx/>
                <a:latin typeface="Now" pitchFamily="50"/>
              </a:rPr>
              <a:t>CABINET DE CONSEIL EN TRANSFORMATION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700" b="1" i="0" u="none" strike="noStrike" kern="1200" cap="none" spc="0" baseline="0">
                <a:solidFill>
                  <a:srgbClr val="43A2BF"/>
                </a:solidFill>
                <a:uFillTx/>
                <a:latin typeface="Now" pitchFamily="50"/>
              </a:rPr>
              <a:t>PARIS – NANTES - NIORT</a:t>
            </a:r>
          </a:p>
        </p:txBody>
      </p:sp>
      <p:sp>
        <p:nvSpPr>
          <p:cNvPr id="8" name="Espace réservé du texte 13">
            <a:extLst>
              <a:ext uri="{FF2B5EF4-FFF2-40B4-BE49-F238E27FC236}">
                <a16:creationId xmlns:a16="http://schemas.microsoft.com/office/drawing/2014/main" id="{3E318DD0-0F73-A638-5F44-4A758A73588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05390" y="6232129"/>
            <a:ext cx="3398404" cy="365129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1050">
                <a:solidFill>
                  <a:srgbClr val="7F7F7F"/>
                </a:solidFill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  <p:sp>
        <p:nvSpPr>
          <p:cNvPr id="9" name="Espace réservé pour une image  5">
            <a:extLst>
              <a:ext uri="{FF2B5EF4-FFF2-40B4-BE49-F238E27FC236}">
                <a16:creationId xmlns:a16="http://schemas.microsoft.com/office/drawing/2014/main" id="{BBBB7E7C-D4B1-0782-7734-DE2AE6E7A9DF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05390" y="4977911"/>
            <a:ext cx="3398404" cy="1063620"/>
          </a:xfrm>
        </p:spPr>
        <p:txBody>
          <a:bodyPr/>
          <a:lstStyle>
            <a:lvl1pPr marL="0" indent="0">
              <a:buNone/>
              <a:defRPr sz="1600">
                <a:solidFill>
                  <a:srgbClr val="7F7F7F"/>
                </a:solidFill>
              </a:defRPr>
            </a:lvl1pPr>
          </a:lstStyle>
          <a:p>
            <a:pPr lvl="0"/>
            <a:r>
              <a:rPr lang="fr-FR"/>
              <a:t>Insérer le logo client</a:t>
            </a:r>
          </a:p>
        </p:txBody>
      </p:sp>
      <p:pic>
        <p:nvPicPr>
          <p:cNvPr id="10" name="Espace réservé du contenu 14">
            <a:extLst>
              <a:ext uri="{FF2B5EF4-FFF2-40B4-BE49-F238E27FC236}">
                <a16:creationId xmlns:a16="http://schemas.microsoft.com/office/drawing/2014/main" id="{9BB4BBCA-9426-E867-0795-4B3C3DA4E5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269519" y="521015"/>
            <a:ext cx="3398239" cy="152877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ZoneTexte 2">
            <a:extLst>
              <a:ext uri="{FF2B5EF4-FFF2-40B4-BE49-F238E27FC236}">
                <a16:creationId xmlns:a16="http://schemas.microsoft.com/office/drawing/2014/main" id="{4284F13F-DB7D-0AB4-6B25-A0C1E0E18B27}"/>
              </a:ext>
            </a:extLst>
          </p:cNvPr>
          <p:cNvSpPr txBox="1"/>
          <p:nvPr/>
        </p:nvSpPr>
        <p:spPr>
          <a:xfrm>
            <a:off x="-1307966" y="4977911"/>
            <a:ext cx="1157767" cy="16115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35999" rIns="35999" bIns="35999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Pour insérer le logo client 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Cliquer sur l’icône au centre de la zone pour insérer la nouvelle image.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Ajuster le cadrage avec l’outil : </a:t>
            </a:r>
            <a:r>
              <a:rPr lang="fr-FR" sz="1000" b="1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Rogner &gt; Ajuster</a:t>
            </a:r>
          </a:p>
        </p:txBody>
      </p:sp>
      <p:sp>
        <p:nvSpPr>
          <p:cNvPr id="12" name="Espace réservé pour une image  8">
            <a:extLst>
              <a:ext uri="{FF2B5EF4-FFF2-40B4-BE49-F238E27FC236}">
                <a16:creationId xmlns:a16="http://schemas.microsoft.com/office/drawing/2014/main" id="{B7DD85D5-182B-00A7-E874-A6587673991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095993" y="152403"/>
            <a:ext cx="5940427" cy="655320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Cliquez sur l'icône pour ajouter une image</a:t>
            </a:r>
          </a:p>
        </p:txBody>
      </p:sp>
      <p:sp>
        <p:nvSpPr>
          <p:cNvPr id="13" name="ZoneTexte 14">
            <a:extLst>
              <a:ext uri="{FF2B5EF4-FFF2-40B4-BE49-F238E27FC236}">
                <a16:creationId xmlns:a16="http://schemas.microsoft.com/office/drawing/2014/main" id="{6383B1BC-8EC3-0FE9-50AB-F4088E10AF72}"/>
              </a:ext>
            </a:extLst>
          </p:cNvPr>
          <p:cNvSpPr txBox="1"/>
          <p:nvPr/>
        </p:nvSpPr>
        <p:spPr>
          <a:xfrm>
            <a:off x="-1307966" y="1880088"/>
            <a:ext cx="1157767" cy="276574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35999" rIns="35999" bIns="35999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Cliquez sur l’icone pour ajouter l’image de couverture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Dans l’explorateur de fichiers, rendez-vous dans </a:t>
            </a:r>
            <a:r>
              <a:rPr lang="fr-FR" sz="1000" b="1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01_Essentiels &gt; 03 Thèmes et templates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1" i="0" u="none" strike="noStrike" kern="1200" cap="none" spc="0" baseline="0">
              <a:solidFill>
                <a:srgbClr val="353637"/>
              </a:solidFill>
              <a:uFillTx/>
              <a:latin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0" baseline="0">
                <a:solidFill>
                  <a:srgbClr val="353637"/>
                </a:solidFill>
                <a:uFillTx/>
                <a:latin typeface="Arial"/>
              </a:rPr>
              <a:t>Choisissez parmi les images prédéfinies celle qui convient à votre présentation</a:t>
            </a:r>
          </a:p>
        </p:txBody>
      </p:sp>
    </p:spTree>
    <p:extLst>
      <p:ext uri="{BB962C8B-B14F-4D97-AF65-F5344CB8AC3E}">
        <p14:creationId xmlns:p14="http://schemas.microsoft.com/office/powerpoint/2010/main" val="16112491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6" hidden="1">
            <a:extLst>
              <a:ext uri="{FF2B5EF4-FFF2-40B4-BE49-F238E27FC236}">
                <a16:creationId xmlns:a16="http://schemas.microsoft.com/office/drawing/2014/main" id="{F4743791-EAA6-EFBD-5F0A-3A139A487077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2" name="Objet 6" hidden="1">
                        <a:extLst>
                          <a:ext uri="{FF2B5EF4-FFF2-40B4-BE49-F238E27FC236}">
                            <a16:creationId xmlns:a16="http://schemas.microsoft.com/office/drawing/2014/main" id="{F4743791-EAA6-EFBD-5F0A-3A139A487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90AB7785-37F4-7E30-CE84-7EEA816CFA6C}"/>
              </a:ext>
            </a:extLst>
          </p:cNvPr>
          <p:cNvSpPr/>
          <p:nvPr/>
        </p:nvSpPr>
        <p:spPr>
          <a:xfrm>
            <a:off x="0" y="0"/>
            <a:ext cx="742456" cy="678429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400" b="0" i="0" u="none" strike="noStrike" kern="1200" cap="none" spc="0" baseline="0">
              <a:solidFill>
                <a:srgbClr val="353637"/>
              </a:solidFill>
              <a:uFillTx/>
              <a:latin typeface="Arial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C9B927-A1A3-4490-B58B-5DF0DC91256E}"/>
              </a:ext>
            </a:extLst>
          </p:cNvPr>
          <p:cNvSpPr/>
          <p:nvPr/>
        </p:nvSpPr>
        <p:spPr>
          <a:xfrm>
            <a:off x="155576" y="152403"/>
            <a:ext cx="3240002" cy="6553203"/>
          </a:xfrm>
          <a:prstGeom prst="rect">
            <a:avLst/>
          </a:prstGeom>
          <a:solidFill>
            <a:srgbClr val="4D748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97E7A270-169A-A663-CB3D-D9DEA238EB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7792" y="1606555"/>
            <a:ext cx="2855561" cy="742447"/>
          </a:xfrm>
        </p:spPr>
        <p:txBody>
          <a:bodyPr anchor="t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4B9F3FBA-C298-9E2C-655E-FC6EB8DA6BF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543299" y="6339416"/>
            <a:ext cx="57150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AMITA CONSEIL</a:t>
            </a:r>
          </a:p>
        </p:txBody>
      </p:sp>
      <p:sp>
        <p:nvSpPr>
          <p:cNvPr id="7" name="Espace réservé du contenu 11">
            <a:extLst>
              <a:ext uri="{FF2B5EF4-FFF2-40B4-BE49-F238E27FC236}">
                <a16:creationId xmlns:a16="http://schemas.microsoft.com/office/drawing/2014/main" id="{2934512A-BF09-8ED0-839C-EC029ED2B5EF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60001" y="1606555"/>
            <a:ext cx="7851596" cy="45704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7480"/>
              </a:buClr>
              <a:buFont typeface="Arial"/>
              <a:buAutoNum type="arabicPeriod"/>
              <a:defRPr sz="1800" b="1"/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7480"/>
              </a:buClr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7480"/>
              </a:buClr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7480"/>
              </a:buClr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7480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852FFDAB-BE7C-B06D-2960-0B60A8ABF5B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55576" y="6340477"/>
            <a:ext cx="362084" cy="36512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fld id="{A22FB239-99EC-41E4-98B4-9FA381DD25B0}" type="slidenum"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9289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6" hidden="1">
            <a:extLst>
              <a:ext uri="{FF2B5EF4-FFF2-40B4-BE49-F238E27FC236}">
                <a16:creationId xmlns:a16="http://schemas.microsoft.com/office/drawing/2014/main" id="{46ADCE15-7FA0-0EAF-D268-239B9333E6F1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2" name="Objet 6" hidden="1">
                        <a:extLst>
                          <a:ext uri="{FF2B5EF4-FFF2-40B4-BE49-F238E27FC236}">
                            <a16:creationId xmlns:a16="http://schemas.microsoft.com/office/drawing/2014/main" id="{46ADCE15-7FA0-0EAF-D268-239B9333E6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E6615283-011A-031D-2C02-90DCEF32D785}"/>
              </a:ext>
            </a:extLst>
          </p:cNvPr>
          <p:cNvSpPr/>
          <p:nvPr/>
        </p:nvSpPr>
        <p:spPr>
          <a:xfrm>
            <a:off x="0" y="0"/>
            <a:ext cx="742456" cy="678429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400" b="0" i="0" u="none" strike="noStrike" kern="1200" cap="none" spc="0" baseline="0">
              <a:solidFill>
                <a:srgbClr val="353637"/>
              </a:solidFill>
              <a:uFillTx/>
              <a:latin typeface="Arial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90745A5-43BD-11D1-38D1-CC7F96824CE6}"/>
              </a:ext>
            </a:extLst>
          </p:cNvPr>
          <p:cNvSpPr/>
          <p:nvPr/>
        </p:nvSpPr>
        <p:spPr>
          <a:xfrm>
            <a:off x="155576" y="152403"/>
            <a:ext cx="3240002" cy="6553203"/>
          </a:xfrm>
          <a:prstGeom prst="rect">
            <a:avLst/>
          </a:prstGeom>
          <a:solidFill>
            <a:srgbClr val="B5E1E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FAA2C5F-36B0-682E-9FD2-E474F02294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7792" y="1606555"/>
            <a:ext cx="2855561" cy="742447"/>
          </a:xfrm>
        </p:spPr>
        <p:txBody>
          <a:bodyPr anchor="t"/>
          <a:lstStyle>
            <a:lvl1pPr>
              <a:defRPr b="1"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5CE1D8C5-6881-8695-E812-2FEA0D6C37B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543299" y="6339416"/>
            <a:ext cx="57150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AMITA CONSEIL</a:t>
            </a:r>
          </a:p>
        </p:txBody>
      </p:sp>
      <p:sp>
        <p:nvSpPr>
          <p:cNvPr id="7" name="Espace réservé du contenu 11">
            <a:extLst>
              <a:ext uri="{FF2B5EF4-FFF2-40B4-BE49-F238E27FC236}">
                <a16:creationId xmlns:a16="http://schemas.microsoft.com/office/drawing/2014/main" id="{B19EAA9E-009E-25AF-28B9-4EDEE52F8B6D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60001" y="1606555"/>
            <a:ext cx="7851596" cy="45704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5E1EF"/>
              </a:buClr>
              <a:buFont typeface="Arial"/>
              <a:buAutoNum type="arabicPeriod"/>
              <a:defRPr sz="1800" b="1"/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5E1EF"/>
              </a:buClr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5E1EF"/>
              </a:buClr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5E1EF"/>
              </a:buClr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5E1EF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CCD666F0-16F2-8339-1665-622166C8D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55576" y="6340477"/>
            <a:ext cx="362084" cy="365129"/>
          </a:xfrm>
        </p:spPr>
        <p:txBody>
          <a:bodyPr/>
          <a:lstStyle>
            <a:lvl1pPr>
              <a:defRPr>
                <a:solidFill>
                  <a:srgbClr val="848689"/>
                </a:solidFill>
              </a:defRPr>
            </a:lvl1pPr>
          </a:lstStyle>
          <a:p>
            <a:pPr lvl="0"/>
            <a:fld id="{5209A628-14C3-4B39-9E33-88E36A33D442}" type="slidenum"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18638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6" hidden="1">
            <a:extLst>
              <a:ext uri="{FF2B5EF4-FFF2-40B4-BE49-F238E27FC236}">
                <a16:creationId xmlns:a16="http://schemas.microsoft.com/office/drawing/2014/main" id="{A75BBFAF-7513-31DF-59E0-01BFCF687021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2" name="Objet 6" hidden="1">
                        <a:extLst>
                          <a:ext uri="{FF2B5EF4-FFF2-40B4-BE49-F238E27FC236}">
                            <a16:creationId xmlns:a16="http://schemas.microsoft.com/office/drawing/2014/main" id="{A75BBFAF-7513-31DF-59E0-01BFCF6870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6401B0E9-04EC-9F5B-6BBC-BCB89263EC44}"/>
              </a:ext>
            </a:extLst>
          </p:cNvPr>
          <p:cNvSpPr/>
          <p:nvPr/>
        </p:nvSpPr>
        <p:spPr>
          <a:xfrm>
            <a:off x="0" y="0"/>
            <a:ext cx="742456" cy="678429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400" b="0" i="0" u="none" strike="noStrike" kern="1200" cap="none" spc="0" baseline="0">
              <a:solidFill>
                <a:srgbClr val="353637"/>
              </a:solidFill>
              <a:uFillTx/>
              <a:latin typeface="Arial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799990C-0BA0-81A0-99FF-2BA62B51F358}"/>
              </a:ext>
            </a:extLst>
          </p:cNvPr>
          <p:cNvSpPr/>
          <p:nvPr/>
        </p:nvSpPr>
        <p:spPr>
          <a:xfrm>
            <a:off x="155576" y="152403"/>
            <a:ext cx="3240002" cy="6553203"/>
          </a:xfrm>
          <a:prstGeom prst="rect">
            <a:avLst/>
          </a:prstGeom>
          <a:solidFill>
            <a:srgbClr val="6AA6B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16E47C20-144F-CF8E-EBCC-C4C78B3507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7792" y="1606555"/>
            <a:ext cx="2855561" cy="742447"/>
          </a:xfrm>
        </p:spPr>
        <p:txBody>
          <a:bodyPr anchor="t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1EFF2362-4831-CD84-A92A-9240C3ACC14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543299" y="6339416"/>
            <a:ext cx="57150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AMITA CONSEIL</a:t>
            </a:r>
          </a:p>
        </p:txBody>
      </p:sp>
      <p:sp>
        <p:nvSpPr>
          <p:cNvPr id="7" name="Espace réservé du contenu 11">
            <a:extLst>
              <a:ext uri="{FF2B5EF4-FFF2-40B4-BE49-F238E27FC236}">
                <a16:creationId xmlns:a16="http://schemas.microsoft.com/office/drawing/2014/main" id="{D77D476D-A83B-6339-DF7E-88A5F183B2F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60001" y="1606555"/>
            <a:ext cx="7851596" cy="45704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6B7"/>
              </a:buClr>
              <a:buFont typeface="Arial"/>
              <a:buAutoNum type="arabicPeriod"/>
              <a:defRPr sz="1800" b="1"/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6B7"/>
              </a:buClr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6B7"/>
              </a:buClr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6B7"/>
              </a:buClr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AA6B7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A4A7872E-D123-5F69-EB12-388952397B8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55576" y="6340477"/>
            <a:ext cx="362084" cy="36512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fld id="{8F77155A-EAAD-4387-A351-A5852D634350}" type="slidenum"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61543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6" hidden="1">
            <a:extLst>
              <a:ext uri="{FF2B5EF4-FFF2-40B4-BE49-F238E27FC236}">
                <a16:creationId xmlns:a16="http://schemas.microsoft.com/office/drawing/2014/main" id="{A9C714A6-F011-D442-0C85-96E854534B6E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2" name="Objet 6" hidden="1">
                        <a:extLst>
                          <a:ext uri="{FF2B5EF4-FFF2-40B4-BE49-F238E27FC236}">
                            <a16:creationId xmlns:a16="http://schemas.microsoft.com/office/drawing/2014/main" id="{A9C714A6-F011-D442-0C85-96E854534B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8F47AA94-37C8-FD7F-A833-BF2317E9150A}"/>
              </a:ext>
            </a:extLst>
          </p:cNvPr>
          <p:cNvSpPr/>
          <p:nvPr/>
        </p:nvSpPr>
        <p:spPr>
          <a:xfrm>
            <a:off x="0" y="0"/>
            <a:ext cx="742456" cy="678429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400" b="0" i="0" u="none" strike="noStrike" kern="1200" cap="none" spc="0" baseline="0">
              <a:solidFill>
                <a:srgbClr val="353637"/>
              </a:solidFill>
              <a:uFillTx/>
              <a:latin typeface="Arial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EC5CB97-4113-66E7-004C-2CA27937660C}"/>
              </a:ext>
            </a:extLst>
          </p:cNvPr>
          <p:cNvSpPr/>
          <p:nvPr/>
        </p:nvSpPr>
        <p:spPr>
          <a:xfrm>
            <a:off x="155576" y="152403"/>
            <a:ext cx="3240002" cy="6553203"/>
          </a:xfrm>
          <a:prstGeom prst="rect">
            <a:avLst/>
          </a:prstGeom>
          <a:solidFill>
            <a:srgbClr val="FFAE1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C899BFF5-5BCA-87F1-5140-5605045C7A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7792" y="1606555"/>
            <a:ext cx="2855561" cy="742447"/>
          </a:xfrm>
        </p:spPr>
        <p:txBody>
          <a:bodyPr anchor="t"/>
          <a:lstStyle>
            <a:lvl1pPr>
              <a:defRPr b="1"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DCBC47D8-292A-427C-F3B0-BF74884422B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543299" y="6339416"/>
            <a:ext cx="57150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AMITA CONSEIL</a:t>
            </a:r>
          </a:p>
        </p:txBody>
      </p:sp>
      <p:sp>
        <p:nvSpPr>
          <p:cNvPr id="7" name="Espace réservé du contenu 11">
            <a:extLst>
              <a:ext uri="{FF2B5EF4-FFF2-40B4-BE49-F238E27FC236}">
                <a16:creationId xmlns:a16="http://schemas.microsoft.com/office/drawing/2014/main" id="{40CE271C-9468-C0DA-F9E3-E20F8A6F366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60001" y="1606555"/>
            <a:ext cx="7851596" cy="45704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AE19"/>
              </a:buClr>
              <a:buFont typeface="Arial"/>
              <a:buAutoNum type="arabicPeriod"/>
              <a:defRPr sz="1800" b="1"/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AE19"/>
              </a:buClr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AE19"/>
              </a:buClr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AE19"/>
              </a:buClr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AE19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B3E0AFB5-9DD2-D636-968A-CDFEE878361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55576" y="6340477"/>
            <a:ext cx="362084" cy="365129"/>
          </a:xfrm>
        </p:spPr>
        <p:txBody>
          <a:bodyPr/>
          <a:lstStyle>
            <a:lvl1pPr>
              <a:defRPr>
                <a:solidFill>
                  <a:srgbClr val="848689"/>
                </a:solidFill>
              </a:defRPr>
            </a:lvl1pPr>
          </a:lstStyle>
          <a:p>
            <a:pPr lvl="0"/>
            <a:fld id="{B813167B-AC09-4881-9301-D335A1801BEA}" type="slidenum"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71649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6" hidden="1">
            <a:extLst>
              <a:ext uri="{FF2B5EF4-FFF2-40B4-BE49-F238E27FC236}">
                <a16:creationId xmlns:a16="http://schemas.microsoft.com/office/drawing/2014/main" id="{6242F8CA-1608-FA38-1A64-B82048B70A40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2" name="Objet 6" hidden="1">
                        <a:extLst>
                          <a:ext uri="{FF2B5EF4-FFF2-40B4-BE49-F238E27FC236}">
                            <a16:creationId xmlns:a16="http://schemas.microsoft.com/office/drawing/2014/main" id="{6242F8CA-1608-FA38-1A64-B82048B70A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EED151EE-DD60-3885-4D8B-B82FDA6655B0}"/>
              </a:ext>
            </a:extLst>
          </p:cNvPr>
          <p:cNvSpPr/>
          <p:nvPr/>
        </p:nvSpPr>
        <p:spPr>
          <a:xfrm>
            <a:off x="0" y="0"/>
            <a:ext cx="742456" cy="678429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400" b="0" i="0" u="none" strike="noStrike" kern="1200" cap="none" spc="0" baseline="0">
              <a:solidFill>
                <a:srgbClr val="353637"/>
              </a:solidFill>
              <a:uFillTx/>
              <a:latin typeface="Arial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9D0389-A6C0-45DB-59A5-A25ADC296E90}"/>
              </a:ext>
            </a:extLst>
          </p:cNvPr>
          <p:cNvSpPr/>
          <p:nvPr/>
        </p:nvSpPr>
        <p:spPr>
          <a:xfrm>
            <a:off x="155576" y="152403"/>
            <a:ext cx="3240002" cy="6553203"/>
          </a:xfrm>
          <a:prstGeom prst="rect">
            <a:avLst/>
          </a:prstGeom>
          <a:solidFill>
            <a:srgbClr val="FF641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9466B332-D2E4-0DAB-375D-1B33BFFEC3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7792" y="1606555"/>
            <a:ext cx="2855561" cy="742447"/>
          </a:xfrm>
        </p:spPr>
        <p:txBody>
          <a:bodyPr anchor="t"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440DBED1-45C7-4C3E-4069-2BE15F20E79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543299" y="6339416"/>
            <a:ext cx="57150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AMITA CONSEIL</a:t>
            </a:r>
          </a:p>
        </p:txBody>
      </p:sp>
      <p:sp>
        <p:nvSpPr>
          <p:cNvPr id="7" name="Espace réservé du contenu 11">
            <a:extLst>
              <a:ext uri="{FF2B5EF4-FFF2-40B4-BE49-F238E27FC236}">
                <a16:creationId xmlns:a16="http://schemas.microsoft.com/office/drawing/2014/main" id="{88356FC9-95B2-066D-E153-3E96723E22C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60001" y="1606555"/>
            <a:ext cx="7851596" cy="45704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419"/>
              </a:buClr>
              <a:buFont typeface="Arial"/>
              <a:buAutoNum type="arabicPeriod"/>
              <a:defRPr sz="1800" b="1"/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419"/>
              </a:buClr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419"/>
              </a:buClr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419"/>
              </a:buClr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419"/>
              </a:buCl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60BCBD37-570A-00BF-D74A-3080DB55A3F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55576" y="6340477"/>
            <a:ext cx="362084" cy="36512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fld id="{D5C772E8-B514-40E3-B611-B276CCDF7917}" type="slidenum"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95603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9" hidden="1">
            <a:extLst>
              <a:ext uri="{FF2B5EF4-FFF2-40B4-BE49-F238E27FC236}">
                <a16:creationId xmlns:a16="http://schemas.microsoft.com/office/drawing/2014/main" id="{21A525F4-908D-1FBA-24CB-A042EBA8C430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2" name="Objet 9" hidden="1">
                        <a:extLst>
                          <a:ext uri="{FF2B5EF4-FFF2-40B4-BE49-F238E27FC236}">
                            <a16:creationId xmlns:a16="http://schemas.microsoft.com/office/drawing/2014/main" id="{21A525F4-908D-1FBA-24CB-A042EBA8C4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509CBE34-0DCC-FD31-48BA-83176CC35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0993" y="485692"/>
            <a:ext cx="11430000" cy="69515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pied de page 2">
            <a:extLst>
              <a:ext uri="{FF2B5EF4-FFF2-40B4-BE49-F238E27FC236}">
                <a16:creationId xmlns:a16="http://schemas.microsoft.com/office/drawing/2014/main" id="{E213A731-356B-C8FE-CC22-4713C8718AB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AMITA CONSEIL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8DC5952C-0165-DCBB-7C53-FED1FF98AB7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2D9DECC-39B2-447E-9074-5DD68A4D4895}" type="slidenum">
              <a:t>‹#›</a:t>
            </a:fld>
            <a:endParaRPr lang="fr-FR"/>
          </a:p>
        </p:txBody>
      </p:sp>
      <p:sp>
        <p:nvSpPr>
          <p:cNvPr id="6" name="Espace réservé du contenu 11">
            <a:extLst>
              <a:ext uri="{FF2B5EF4-FFF2-40B4-BE49-F238E27FC236}">
                <a16:creationId xmlns:a16="http://schemas.microsoft.com/office/drawing/2014/main" id="{E493E175-790C-81C7-0D4E-4DCCCCD52A3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80993" y="1984915"/>
            <a:ext cx="11430000" cy="419204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u texte 13">
            <a:extLst>
              <a:ext uri="{FF2B5EF4-FFF2-40B4-BE49-F238E27FC236}">
                <a16:creationId xmlns:a16="http://schemas.microsoft.com/office/drawing/2014/main" id="{193F8BCA-4864-33B1-14CF-DE49C19F4E5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80993" y="1199153"/>
            <a:ext cx="11430000" cy="626464"/>
          </a:xfrm>
        </p:spPr>
        <p:txBody>
          <a:bodyPr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 cap="all">
                <a:solidFill>
                  <a:srgbClr val="43A2BF"/>
                </a:solidFill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sp>
        <p:nvSpPr>
          <p:cNvPr id="8" name="Espace réservé de la date 10">
            <a:extLst>
              <a:ext uri="{FF2B5EF4-FFF2-40B4-BE49-F238E27FC236}">
                <a16:creationId xmlns:a16="http://schemas.microsoft.com/office/drawing/2014/main" id="{A0C10D2B-4D61-5172-7353-B6864FB537D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31B8FDF-61DE-468B-9B4F-CF7F60DE1E12}" type="datetime1">
              <a:rPr lang="fr-FR"/>
              <a:pPr lvl="0"/>
              <a:t>08/04/2025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8836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6" hidden="1">
            <a:extLst>
              <a:ext uri="{FF2B5EF4-FFF2-40B4-BE49-F238E27FC236}">
                <a16:creationId xmlns:a16="http://schemas.microsoft.com/office/drawing/2014/main" id="{AFAE5A76-A092-A819-4E87-0A7C6C45B60B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2" name="Objet 6" hidden="1">
                        <a:extLst>
                          <a:ext uri="{FF2B5EF4-FFF2-40B4-BE49-F238E27FC236}">
                            <a16:creationId xmlns:a16="http://schemas.microsoft.com/office/drawing/2014/main" id="{AFAE5A76-A092-A819-4E87-0A7C6C45B6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21595F04-FB86-9E2B-A18B-4E6FD88A561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pied de page 2">
            <a:extLst>
              <a:ext uri="{FF2B5EF4-FFF2-40B4-BE49-F238E27FC236}">
                <a16:creationId xmlns:a16="http://schemas.microsoft.com/office/drawing/2014/main" id="{9A84DBD6-2C54-A16D-183B-B5212E15560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AMITA CONSEIL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99BC1C10-F5F2-1C3F-9A21-4B73DA8A1A9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EB1DAF-DE02-428E-BE91-D78C74C5C2C6}" type="slidenum">
              <a:t>‹#›</a:t>
            </a:fld>
            <a:endParaRPr lang="fr-FR"/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FE9A0223-F4B2-E6AD-A483-0C65561A5FC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80993" y="1198796"/>
            <a:ext cx="5579997" cy="626400"/>
          </a:xfr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 cap="all">
                <a:solidFill>
                  <a:srgbClr val="43A2BF"/>
                </a:solidFill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033139E4-ADF4-10C0-5BE3-394D4F7AFD3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231005" y="1198796"/>
            <a:ext cx="5579997" cy="626400"/>
          </a:xfr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 cap="all">
                <a:solidFill>
                  <a:srgbClr val="43A2BF"/>
                </a:solidFill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sp>
        <p:nvSpPr>
          <p:cNvPr id="8" name="Espace réservé du contenu 11">
            <a:extLst>
              <a:ext uri="{FF2B5EF4-FFF2-40B4-BE49-F238E27FC236}">
                <a16:creationId xmlns:a16="http://schemas.microsoft.com/office/drawing/2014/main" id="{EF4D5981-2678-825D-14B1-857841D1825D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80993" y="1983598"/>
            <a:ext cx="5579997" cy="41939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312DA026-9581-1CE0-D4F9-570A5260D85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231005" y="1983598"/>
            <a:ext cx="5579997" cy="41939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e la date 10">
            <a:extLst>
              <a:ext uri="{FF2B5EF4-FFF2-40B4-BE49-F238E27FC236}">
                <a16:creationId xmlns:a16="http://schemas.microsoft.com/office/drawing/2014/main" id="{F67148FE-1F37-F5E6-4CF9-07398828797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4CE34CB-19DA-4731-82CD-849C7ABAC720}" type="datetime1">
              <a:rPr lang="fr-FR"/>
              <a:pPr lvl="0"/>
              <a:t>08/04/2025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75064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1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6" hidden="1">
            <a:extLst>
              <a:ext uri="{FF2B5EF4-FFF2-40B4-BE49-F238E27FC236}">
                <a16:creationId xmlns:a16="http://schemas.microsoft.com/office/drawing/2014/main" id="{1119DDD6-F66C-0CD3-5B5B-A0C9EF685A68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2" name="Objet 6" hidden="1">
                        <a:extLst>
                          <a:ext uri="{FF2B5EF4-FFF2-40B4-BE49-F238E27FC236}">
                            <a16:creationId xmlns:a16="http://schemas.microsoft.com/office/drawing/2014/main" id="{1119DDD6-F66C-0CD3-5B5B-A0C9EF685A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49B7E41D-D7E6-1DB0-40A7-ED98788B11A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pied de page 2">
            <a:extLst>
              <a:ext uri="{FF2B5EF4-FFF2-40B4-BE49-F238E27FC236}">
                <a16:creationId xmlns:a16="http://schemas.microsoft.com/office/drawing/2014/main" id="{2863900E-89FC-6E4C-C270-CC5A9A54282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AMITA CONSEIL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EDCE4EF3-B05B-1E9B-A2B4-0D079ABF0F7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10C4D04-026D-4AD8-855F-8DB7B3813B47}" type="slidenum">
              <a:t>‹#›</a:t>
            </a:fld>
            <a:endParaRPr lang="fr-FR"/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595D8482-7CD4-A77A-69F9-4A972F9FCBD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80993" y="1198796"/>
            <a:ext cx="3780001" cy="626400"/>
          </a:xfr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 cap="all">
                <a:solidFill>
                  <a:srgbClr val="43A2BF"/>
                </a:solidFill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sp>
        <p:nvSpPr>
          <p:cNvPr id="7" name="Espace réservé du contenu 11">
            <a:extLst>
              <a:ext uri="{FF2B5EF4-FFF2-40B4-BE49-F238E27FC236}">
                <a16:creationId xmlns:a16="http://schemas.microsoft.com/office/drawing/2014/main" id="{34F43AE2-A4FA-940F-FD9D-19AB59B7B7D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80993" y="1983598"/>
            <a:ext cx="3780001" cy="41939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F6178333-ED18-97D8-97F5-5ECCAFA5BFB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242002" y="1198796"/>
            <a:ext cx="7569000" cy="626400"/>
          </a:xfr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 cap="all">
                <a:solidFill>
                  <a:srgbClr val="43A2BF"/>
                </a:solidFill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628C1539-D121-E97F-5ADE-45516CB196A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242002" y="1983598"/>
            <a:ext cx="7569000" cy="41939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e la date 10">
            <a:extLst>
              <a:ext uri="{FF2B5EF4-FFF2-40B4-BE49-F238E27FC236}">
                <a16:creationId xmlns:a16="http://schemas.microsoft.com/office/drawing/2014/main" id="{B0DDDC6E-C277-7124-0ED4-92C664F9B9B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16DD624-4EE4-4A9D-96D6-D2D0420EC7B4}" type="datetime1">
              <a:rPr lang="fr-FR"/>
              <a:pPr lvl="0"/>
              <a:t>08/04/2025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98711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2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6" hidden="1">
            <a:extLst>
              <a:ext uri="{FF2B5EF4-FFF2-40B4-BE49-F238E27FC236}">
                <a16:creationId xmlns:a16="http://schemas.microsoft.com/office/drawing/2014/main" id="{DB8581BD-0131-43B9-F2F0-E0CD3E65FF37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2" name="Objet 6" hidden="1">
                        <a:extLst>
                          <a:ext uri="{FF2B5EF4-FFF2-40B4-BE49-F238E27FC236}">
                            <a16:creationId xmlns:a16="http://schemas.microsoft.com/office/drawing/2014/main" id="{DB8581BD-0131-43B9-F2F0-E0CD3E65FF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A792D53D-7113-AC78-28C1-DAAAA9CC5A3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pied de page 2">
            <a:extLst>
              <a:ext uri="{FF2B5EF4-FFF2-40B4-BE49-F238E27FC236}">
                <a16:creationId xmlns:a16="http://schemas.microsoft.com/office/drawing/2014/main" id="{C88E7AC2-80F8-598C-FD48-E5BD52FCE8C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AMITA CONSEIL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24C21E9-14F0-55F5-5849-78BCF2C563E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0B26E5-9190-4AC5-8A3D-062E7B1F28C7}" type="slidenum">
              <a:t>‹#›</a:t>
            </a:fld>
            <a:endParaRPr lang="fr-FR"/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B1581C54-B9F5-9CCD-25F7-4C34B32EBFC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80993" y="1198796"/>
            <a:ext cx="7641000" cy="626400"/>
          </a:xfr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 cap="all">
                <a:solidFill>
                  <a:srgbClr val="43A2BF"/>
                </a:solidFill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sp>
        <p:nvSpPr>
          <p:cNvPr id="7" name="Espace réservé du contenu 11">
            <a:extLst>
              <a:ext uri="{FF2B5EF4-FFF2-40B4-BE49-F238E27FC236}">
                <a16:creationId xmlns:a16="http://schemas.microsoft.com/office/drawing/2014/main" id="{FEA9DD75-CF07-5421-6348-E0D5F67BB36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80993" y="1983598"/>
            <a:ext cx="7641000" cy="41939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055219CF-CCBA-3914-7B5D-931051B95C1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103001" y="1198796"/>
            <a:ext cx="3708001" cy="626400"/>
          </a:xfr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 cap="all">
                <a:solidFill>
                  <a:srgbClr val="43A2BF"/>
                </a:solidFill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82D645D0-E321-0CD4-A150-FEAF7DE1D195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103001" y="1983598"/>
            <a:ext cx="3708001" cy="41939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e la date 10">
            <a:extLst>
              <a:ext uri="{FF2B5EF4-FFF2-40B4-BE49-F238E27FC236}">
                <a16:creationId xmlns:a16="http://schemas.microsoft.com/office/drawing/2014/main" id="{AC37095E-A689-EFC3-4DCF-8202E62C3C3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88A67F1-3144-4D7C-B538-5FF2B899A79D}" type="datetime1">
              <a:rPr lang="fr-FR"/>
              <a:pPr lvl="0"/>
              <a:t>08/04/2025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6487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6" hidden="1">
            <a:extLst>
              <a:ext uri="{FF2B5EF4-FFF2-40B4-BE49-F238E27FC236}">
                <a16:creationId xmlns:a16="http://schemas.microsoft.com/office/drawing/2014/main" id="{52DA5C6F-C064-46C8-0D8C-2B6B7DAAFF97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2" name="Objet 6" hidden="1">
                        <a:extLst>
                          <a:ext uri="{FF2B5EF4-FFF2-40B4-BE49-F238E27FC236}">
                            <a16:creationId xmlns:a16="http://schemas.microsoft.com/office/drawing/2014/main" id="{52DA5C6F-C064-46C8-0D8C-2B6B7DAAFF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E3CEE3CF-9483-15DB-A089-9F10DFA9842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pied de page 2">
            <a:extLst>
              <a:ext uri="{FF2B5EF4-FFF2-40B4-BE49-F238E27FC236}">
                <a16:creationId xmlns:a16="http://schemas.microsoft.com/office/drawing/2014/main" id="{BB772210-8448-090E-0F72-3A4B62309B1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AMITA CONSEIL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1610C01A-31DE-F639-E8A6-FB267DAC538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DD70C0-CFE2-463B-83B8-813B1C0713D1}" type="slidenum">
              <a:t>‹#›</a:t>
            </a:fld>
            <a:endParaRPr lang="fr-FR"/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ED23194E-FC02-7E78-24B5-9AAD793F129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80993" y="1198796"/>
            <a:ext cx="3780001" cy="626400"/>
          </a:xfr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 cap="all">
                <a:solidFill>
                  <a:srgbClr val="43A2BF"/>
                </a:solidFill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sp>
        <p:nvSpPr>
          <p:cNvPr id="7" name="Espace réservé du contenu 11">
            <a:extLst>
              <a:ext uri="{FF2B5EF4-FFF2-40B4-BE49-F238E27FC236}">
                <a16:creationId xmlns:a16="http://schemas.microsoft.com/office/drawing/2014/main" id="{5B5CF4AA-3345-BD44-8AB4-F3BFBABC875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80993" y="1983598"/>
            <a:ext cx="3780001" cy="41939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4EE0BBC5-6FC3-590B-C1E0-751E74816F4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206002" y="1198796"/>
            <a:ext cx="3780001" cy="626400"/>
          </a:xfr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 cap="all">
                <a:solidFill>
                  <a:srgbClr val="43A2BF"/>
                </a:solidFill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D8BE8F7D-D118-3BE3-E290-48627EB52CC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206002" y="1983598"/>
            <a:ext cx="3780001" cy="41939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751B92C3-88FD-329F-26F3-641DA0EC84C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031001" y="1198796"/>
            <a:ext cx="3780001" cy="626400"/>
          </a:xfr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 cap="all">
                <a:solidFill>
                  <a:srgbClr val="43A2BF"/>
                </a:solidFill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sp>
        <p:nvSpPr>
          <p:cNvPr id="11" name="Espace réservé du contenu 11">
            <a:extLst>
              <a:ext uri="{FF2B5EF4-FFF2-40B4-BE49-F238E27FC236}">
                <a16:creationId xmlns:a16="http://schemas.microsoft.com/office/drawing/2014/main" id="{B5855554-9233-A29A-CE54-ADFE3D732F1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031001" y="1983598"/>
            <a:ext cx="3780001" cy="41939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2" name="Espace réservé de la date 10">
            <a:extLst>
              <a:ext uri="{FF2B5EF4-FFF2-40B4-BE49-F238E27FC236}">
                <a16:creationId xmlns:a16="http://schemas.microsoft.com/office/drawing/2014/main" id="{73DA851B-58B2-DA37-5938-C0B156FCDB7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B8BBAFB-14F9-460B-A8B9-F0BF752E5782}" type="datetime1">
              <a:rPr lang="fr-FR"/>
              <a:pPr lvl="0"/>
              <a:t>08/04/2025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58509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5" hidden="1">
            <a:extLst>
              <a:ext uri="{FF2B5EF4-FFF2-40B4-BE49-F238E27FC236}">
                <a16:creationId xmlns:a16="http://schemas.microsoft.com/office/drawing/2014/main" id="{925924FB-FB27-416D-02E3-8618E8E210F9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2" name="Objet 5" hidden="1">
                        <a:extLst>
                          <a:ext uri="{FF2B5EF4-FFF2-40B4-BE49-F238E27FC236}">
                            <a16:creationId xmlns:a16="http://schemas.microsoft.com/office/drawing/2014/main" id="{925924FB-FB27-416D-02E3-8618E8E210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C12269E5-60E3-7EC1-09C7-DF942B93E15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pied de page 2">
            <a:extLst>
              <a:ext uri="{FF2B5EF4-FFF2-40B4-BE49-F238E27FC236}">
                <a16:creationId xmlns:a16="http://schemas.microsoft.com/office/drawing/2014/main" id="{16B2D881-6A4D-312C-E03A-A46EABB2C23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AMITA CONSEIL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CEAA2161-01C9-B011-4020-E72BF3333B6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6D7A8D4-BD67-4871-969D-277A7F945DB4}" type="slidenum">
              <a:t>‹#›</a:t>
            </a:fld>
            <a:endParaRPr lang="fr-FR"/>
          </a:p>
        </p:txBody>
      </p:sp>
      <p:sp>
        <p:nvSpPr>
          <p:cNvPr id="6" name="Espace réservé du texte 13">
            <a:extLst>
              <a:ext uri="{FF2B5EF4-FFF2-40B4-BE49-F238E27FC236}">
                <a16:creationId xmlns:a16="http://schemas.microsoft.com/office/drawing/2014/main" id="{DB9211E1-687E-4D08-0F85-700B261A28C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80993" y="1198796"/>
            <a:ext cx="11430000" cy="626400"/>
          </a:xfr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 cap="all">
                <a:solidFill>
                  <a:srgbClr val="43A2BF"/>
                </a:solidFill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sp>
        <p:nvSpPr>
          <p:cNvPr id="7" name="Espace réservé de la date 10">
            <a:extLst>
              <a:ext uri="{FF2B5EF4-FFF2-40B4-BE49-F238E27FC236}">
                <a16:creationId xmlns:a16="http://schemas.microsoft.com/office/drawing/2014/main" id="{076C91CE-8B58-529C-9759-F6D5F2A3F0F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63163B-C973-4815-B039-23D51F2CE856}" type="datetime1">
              <a:rPr lang="fr-FR"/>
              <a:pPr lvl="0"/>
              <a:t>08/04/2025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1510839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bleue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5" hidden="1">
            <a:extLst>
              <a:ext uri="{FF2B5EF4-FFF2-40B4-BE49-F238E27FC236}">
                <a16:creationId xmlns:a16="http://schemas.microsoft.com/office/drawing/2014/main" id="{AE05D79C-1806-2AC5-0195-6CF390C84B72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2" name="Objet 5" hidden="1">
                        <a:extLst>
                          <a:ext uri="{FF2B5EF4-FFF2-40B4-BE49-F238E27FC236}">
                            <a16:creationId xmlns:a16="http://schemas.microsoft.com/office/drawing/2014/main" id="{AE05D79C-1806-2AC5-0195-6CF390C84B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7">
            <a:extLst>
              <a:ext uri="{FF2B5EF4-FFF2-40B4-BE49-F238E27FC236}">
                <a16:creationId xmlns:a16="http://schemas.microsoft.com/office/drawing/2014/main" id="{D4B9DD90-7A0D-0284-E18B-B569C2D6132D}"/>
              </a:ext>
            </a:extLst>
          </p:cNvPr>
          <p:cNvSpPr/>
          <p:nvPr/>
        </p:nvSpPr>
        <p:spPr>
          <a:xfrm>
            <a:off x="9003886" y="6179570"/>
            <a:ext cx="3188110" cy="678429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400" b="0" i="0" u="none" strike="noStrike" kern="1200" cap="none" spc="0" baseline="0">
              <a:solidFill>
                <a:srgbClr val="353637"/>
              </a:solidFill>
              <a:uFillTx/>
              <a:latin typeface="Arial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2B0B7C6-B649-68A4-B7E1-CDD5D69CC3F5}"/>
              </a:ext>
            </a:extLst>
          </p:cNvPr>
          <p:cNvSpPr/>
          <p:nvPr/>
        </p:nvSpPr>
        <p:spPr>
          <a:xfrm>
            <a:off x="9504483" y="152403"/>
            <a:ext cx="2531937" cy="6548073"/>
          </a:xfrm>
          <a:prstGeom prst="rect">
            <a:avLst/>
          </a:prstGeom>
          <a:solidFill>
            <a:srgbClr val="43A2B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Raleway" pitchFamily="34"/>
                <a:cs typeface="Arial" pitchFamily="34"/>
              </a:rPr>
              <a:t> 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9A5FA25-40EA-D7A4-3269-5640C6CAC6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0993" y="485692"/>
            <a:ext cx="9041952" cy="69479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BA4E353F-C7D3-6174-9BDA-15E5877572D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1570427" y="6340477"/>
            <a:ext cx="7852528" cy="3599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AMITA CONSEIL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C3BFE00D-50AF-8EEB-A68E-F46E42FDA54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380993" y="6340477"/>
            <a:ext cx="362084" cy="359999"/>
          </a:xfrm>
        </p:spPr>
        <p:txBody>
          <a:bodyPr/>
          <a:lstStyle>
            <a:lvl1pPr>
              <a:defRPr/>
            </a:lvl1pPr>
          </a:lstStyle>
          <a:p>
            <a:pPr lvl="0"/>
            <a:fld id="{B1C2F356-A5BC-447B-9AB8-3EE375DC3290}" type="slidenum">
              <a:t>‹#›</a:t>
            </a:fld>
            <a:endParaRPr lang="fr-FR"/>
          </a:p>
        </p:txBody>
      </p:sp>
      <p:sp>
        <p:nvSpPr>
          <p:cNvPr id="8" name="Espace réservé du texte 13">
            <a:extLst>
              <a:ext uri="{FF2B5EF4-FFF2-40B4-BE49-F238E27FC236}">
                <a16:creationId xmlns:a16="http://schemas.microsoft.com/office/drawing/2014/main" id="{697B8401-66E7-BBEF-287D-363E22AD1D7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80993" y="1198796"/>
            <a:ext cx="9041952" cy="626400"/>
          </a:xfr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 cap="all">
                <a:solidFill>
                  <a:srgbClr val="43A2BF"/>
                </a:solidFill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2AED0A72-D010-9EC1-CDD6-AEBBDEF862D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80993" y="1983598"/>
            <a:ext cx="9041952" cy="41939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0" name="Graphique 11">
            <a:extLst>
              <a:ext uri="{FF2B5EF4-FFF2-40B4-BE49-F238E27FC236}">
                <a16:creationId xmlns:a16="http://schemas.microsoft.com/office/drawing/2014/main" id="{2D625997-64EE-5E08-E1AF-27AA7F2E2D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19769" y="286499"/>
            <a:ext cx="1901366" cy="85536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D25EE782-7EE9-CB19-AC0B-CABE3B08FB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2AF701B-424A-42CC-8A5D-750842EFF2D8}" type="datetime1">
              <a:rPr lang="fr-FR"/>
              <a:pPr lvl="0"/>
              <a:t>08/04/2025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69979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s contacts :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5" hidden="1">
            <a:extLst>
              <a:ext uri="{FF2B5EF4-FFF2-40B4-BE49-F238E27FC236}">
                <a16:creationId xmlns:a16="http://schemas.microsoft.com/office/drawing/2014/main" id="{6CDC3156-A039-C4A9-AB37-11A09F70D40F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2" name="Objet 5" hidden="1">
                        <a:extLst>
                          <a:ext uri="{FF2B5EF4-FFF2-40B4-BE49-F238E27FC236}">
                            <a16:creationId xmlns:a16="http://schemas.microsoft.com/office/drawing/2014/main" id="{6CDC3156-A039-C4A9-AB37-11A09F70D4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1">
            <a:extLst>
              <a:ext uri="{FF2B5EF4-FFF2-40B4-BE49-F238E27FC236}">
                <a16:creationId xmlns:a16="http://schemas.microsoft.com/office/drawing/2014/main" id="{F7DF5F94-F966-FF66-5FB8-ED8E43E5701A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" name="Graphique 1">
            <a:extLst>
              <a:ext uri="{FF2B5EF4-FFF2-40B4-BE49-F238E27FC236}">
                <a16:creationId xmlns:a16="http://schemas.microsoft.com/office/drawing/2014/main" id="{B0ECCCAD-4070-CD96-B0C1-06B3975B06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5865"/>
          <a:stretch>
            <a:fillRect/>
          </a:stretch>
        </p:blipFill>
        <p:spPr>
          <a:xfrm>
            <a:off x="8537853" y="0"/>
            <a:ext cx="3654152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itre 2">
            <a:extLst>
              <a:ext uri="{FF2B5EF4-FFF2-40B4-BE49-F238E27FC236}">
                <a16:creationId xmlns:a16="http://schemas.microsoft.com/office/drawing/2014/main" id="{85CFA35F-F2FD-3E42-0DAB-2A05B3EE277D}"/>
              </a:ext>
            </a:extLst>
          </p:cNvPr>
          <p:cNvSpPr txBox="1"/>
          <p:nvPr/>
        </p:nvSpPr>
        <p:spPr>
          <a:xfrm>
            <a:off x="452125" y="5754282"/>
            <a:ext cx="1391963" cy="26786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6798" rIns="90004" bIns="46798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0" i="0" u="none" strike="noStrike" kern="1200" cap="none" spc="0" baseline="0">
                <a:solidFill>
                  <a:srgbClr val="43A2BF"/>
                </a:solidFill>
                <a:uFillTx/>
                <a:latin typeface="Arial"/>
              </a:rPr>
              <a:t>Mentions légales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8216467-1D55-D14F-1BD0-0E537B199A6B}"/>
              </a:ext>
            </a:extLst>
          </p:cNvPr>
          <p:cNvSpPr txBox="1"/>
          <p:nvPr/>
        </p:nvSpPr>
        <p:spPr>
          <a:xfrm>
            <a:off x="1844088" y="5754282"/>
            <a:ext cx="1907301" cy="55562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6798" rIns="90004" bIns="46798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0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RCS Paris 844 224 881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0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APE 7022 Z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0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SAS au capital de 100 000 €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CA7FAA9A-875C-1685-5A92-A6CBCED7E305}"/>
              </a:ext>
            </a:extLst>
          </p:cNvPr>
          <p:cNvSpPr txBox="1"/>
          <p:nvPr/>
        </p:nvSpPr>
        <p:spPr>
          <a:xfrm>
            <a:off x="3758504" y="5754282"/>
            <a:ext cx="1568744" cy="55562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6798" rIns="90004" bIns="46798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1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PARIS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0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16 Rue Auber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0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75009 Paris</a:t>
            </a:r>
          </a:p>
        </p:txBody>
      </p:sp>
      <p:pic>
        <p:nvPicPr>
          <p:cNvPr id="8" name="Graphique 9">
            <a:extLst>
              <a:ext uri="{FF2B5EF4-FFF2-40B4-BE49-F238E27FC236}">
                <a16:creationId xmlns:a16="http://schemas.microsoft.com/office/drawing/2014/main" id="{9C8D87F1-EB3B-6696-ABC5-290B15D1D5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189" y="4436165"/>
            <a:ext cx="3408901" cy="153356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Espace réservé du pied de page 2">
            <a:extLst>
              <a:ext uri="{FF2B5EF4-FFF2-40B4-BE49-F238E27FC236}">
                <a16:creationId xmlns:a16="http://schemas.microsoft.com/office/drawing/2014/main" id="{ACEEE75C-8EC7-64FB-337D-CE8232858524}"/>
              </a:ext>
            </a:extLst>
          </p:cNvPr>
          <p:cNvSpPr txBox="1"/>
          <p:nvPr/>
        </p:nvSpPr>
        <p:spPr>
          <a:xfrm>
            <a:off x="986189" y="4837825"/>
            <a:ext cx="3408901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850" b="1" i="0" u="none" strike="noStrike" kern="1200" cap="none" spc="0" baseline="0">
                <a:solidFill>
                  <a:srgbClr val="353637"/>
                </a:solidFill>
                <a:uFillTx/>
                <a:latin typeface="Now" pitchFamily="50"/>
              </a:rPr>
              <a:t>CABINET DE CONSEIL EN TRANSFORMATION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700" b="1" i="0" u="none" strike="noStrike" kern="1200" cap="none" spc="0" baseline="0">
                <a:solidFill>
                  <a:srgbClr val="43A2BF"/>
                </a:solidFill>
                <a:uFillTx/>
                <a:latin typeface="Now" pitchFamily="50"/>
              </a:rPr>
              <a:t>PARIS – NANTES - NIORT</a:t>
            </a:r>
          </a:p>
        </p:txBody>
      </p:sp>
      <p:sp>
        <p:nvSpPr>
          <p:cNvPr id="10" name="Titre 12">
            <a:extLst>
              <a:ext uri="{FF2B5EF4-FFF2-40B4-BE49-F238E27FC236}">
                <a16:creationId xmlns:a16="http://schemas.microsoft.com/office/drawing/2014/main" id="{CC2AD1D4-1441-BB73-59FF-920504E1DE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125" y="485692"/>
            <a:ext cx="11287755" cy="694797"/>
          </a:xfr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fr-FR"/>
              <a:t>Vos contacts :</a:t>
            </a:r>
          </a:p>
        </p:txBody>
      </p:sp>
      <p:sp>
        <p:nvSpPr>
          <p:cNvPr id="11" name="Espace réservé du texte 22">
            <a:extLst>
              <a:ext uri="{FF2B5EF4-FFF2-40B4-BE49-F238E27FC236}">
                <a16:creationId xmlns:a16="http://schemas.microsoft.com/office/drawing/2014/main" id="{F869FF8A-26CB-C738-B187-371E1C1DB02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60413" y="2854601"/>
            <a:ext cx="2306509" cy="631283"/>
          </a:xfrm>
        </p:spPr>
        <p:txBody>
          <a:bodyPr anchor="ctr" anchorCtr="1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12" name="Espace réservé du texte 22">
            <a:extLst>
              <a:ext uri="{FF2B5EF4-FFF2-40B4-BE49-F238E27FC236}">
                <a16:creationId xmlns:a16="http://schemas.microsoft.com/office/drawing/2014/main" id="{8B358E53-6984-D3D2-99C8-97AFD8D82AC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60413" y="3485884"/>
            <a:ext cx="2306509" cy="342168"/>
          </a:xfrm>
        </p:spPr>
        <p:txBody>
          <a:bodyPr anchorCtr="1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43A2BF"/>
                </a:solidFill>
              </a:defRPr>
            </a:lvl1pPr>
          </a:lstStyle>
          <a:p>
            <a:pPr lvl="0"/>
            <a:r>
              <a:rPr lang="fr-FR"/>
              <a:t>GRADE</a:t>
            </a:r>
          </a:p>
        </p:txBody>
      </p:sp>
      <p:sp>
        <p:nvSpPr>
          <p:cNvPr id="13" name="Espace réservé du texte 22">
            <a:extLst>
              <a:ext uri="{FF2B5EF4-FFF2-40B4-BE49-F238E27FC236}">
                <a16:creationId xmlns:a16="http://schemas.microsoft.com/office/drawing/2014/main" id="{90C042C5-EBA7-749A-9911-25AF0838AE3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60413" y="3828053"/>
            <a:ext cx="2306509" cy="627763"/>
          </a:xfrm>
        </p:spPr>
        <p:txBody>
          <a:bodyPr anchorCtr="1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marL="0" lv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</a:lstStyle>
          <a:p>
            <a:pPr lvl="0"/>
            <a:r>
              <a:rPr lang="fr-FR"/>
              <a:t>Prénom.nom@amitaconseil.com</a:t>
            </a:r>
          </a:p>
          <a:p>
            <a:pPr lvl="0"/>
            <a:r>
              <a:rPr lang="fr-FR"/>
              <a:t>+33 (0) 6 12 34 56 78</a:t>
            </a:r>
          </a:p>
        </p:txBody>
      </p:sp>
      <p:sp>
        <p:nvSpPr>
          <p:cNvPr id="14" name="Espace réservé pour une image  27">
            <a:extLst>
              <a:ext uri="{FF2B5EF4-FFF2-40B4-BE49-F238E27FC236}">
                <a16:creationId xmlns:a16="http://schemas.microsoft.com/office/drawing/2014/main" id="{D0FC6A8C-85DD-629F-D411-1A3D13B1D938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38160" y="1203487"/>
            <a:ext cx="1560515" cy="16281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Cliquez sur l'icône pour ajouter une image</a:t>
            </a:r>
          </a:p>
        </p:txBody>
      </p:sp>
      <p:sp>
        <p:nvSpPr>
          <p:cNvPr id="15" name="Espace réservé du texte 22">
            <a:extLst>
              <a:ext uri="{FF2B5EF4-FFF2-40B4-BE49-F238E27FC236}">
                <a16:creationId xmlns:a16="http://schemas.microsoft.com/office/drawing/2014/main" id="{8A0F6859-C908-05B2-A3F2-796A2109C22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551578" y="2854601"/>
            <a:ext cx="2306509" cy="631283"/>
          </a:xfrm>
        </p:spPr>
        <p:txBody>
          <a:bodyPr anchor="ctr" anchorCtr="1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16" name="Espace réservé du texte 22">
            <a:extLst>
              <a:ext uri="{FF2B5EF4-FFF2-40B4-BE49-F238E27FC236}">
                <a16:creationId xmlns:a16="http://schemas.microsoft.com/office/drawing/2014/main" id="{1E1A3EAC-0C13-4DCB-27E3-3AE99177D53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551578" y="3485884"/>
            <a:ext cx="2306509" cy="342168"/>
          </a:xfrm>
        </p:spPr>
        <p:txBody>
          <a:bodyPr anchorCtr="1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43A2BF"/>
                </a:solidFill>
              </a:defRPr>
            </a:lvl1pPr>
          </a:lstStyle>
          <a:p>
            <a:pPr lvl="0"/>
            <a:r>
              <a:rPr lang="fr-FR"/>
              <a:t>GRADE</a:t>
            </a:r>
          </a:p>
        </p:txBody>
      </p:sp>
      <p:sp>
        <p:nvSpPr>
          <p:cNvPr id="17" name="Espace réservé du texte 22">
            <a:extLst>
              <a:ext uri="{FF2B5EF4-FFF2-40B4-BE49-F238E27FC236}">
                <a16:creationId xmlns:a16="http://schemas.microsoft.com/office/drawing/2014/main" id="{45FBD79F-E416-2A95-ED23-59339CFFD10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551578" y="3828053"/>
            <a:ext cx="2306509" cy="627763"/>
          </a:xfrm>
        </p:spPr>
        <p:txBody>
          <a:bodyPr anchorCtr="1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marL="0" lv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</a:lstStyle>
          <a:p>
            <a:pPr lvl="0"/>
            <a:r>
              <a:rPr lang="fr-FR"/>
              <a:t>Prénom.nom@amitaconseil.com</a:t>
            </a:r>
          </a:p>
          <a:p>
            <a:pPr lvl="0"/>
            <a:r>
              <a:rPr lang="fr-FR"/>
              <a:t>+33 (0) 6 12 34 56 78</a:t>
            </a:r>
          </a:p>
        </p:txBody>
      </p:sp>
      <p:sp>
        <p:nvSpPr>
          <p:cNvPr id="18" name="Espace réservé pour une image  27">
            <a:extLst>
              <a:ext uri="{FF2B5EF4-FFF2-40B4-BE49-F238E27FC236}">
                <a16:creationId xmlns:a16="http://schemas.microsoft.com/office/drawing/2014/main" id="{8FC41B9E-91D0-3522-0E57-07C576501136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2929326" y="1203487"/>
            <a:ext cx="1560515" cy="16281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Cliquez sur l'icône pour ajouter une image</a:t>
            </a:r>
          </a:p>
        </p:txBody>
      </p:sp>
      <p:sp>
        <p:nvSpPr>
          <p:cNvPr id="19" name="Espace réservé du texte 22">
            <a:extLst>
              <a:ext uri="{FF2B5EF4-FFF2-40B4-BE49-F238E27FC236}">
                <a16:creationId xmlns:a16="http://schemas.microsoft.com/office/drawing/2014/main" id="{5B1B7AEF-58FD-2BCD-FF9E-14CDCB22F80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942743" y="2854601"/>
            <a:ext cx="2306509" cy="631283"/>
          </a:xfrm>
        </p:spPr>
        <p:txBody>
          <a:bodyPr anchor="ctr" anchorCtr="1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20" name="Espace réservé du texte 22">
            <a:extLst>
              <a:ext uri="{FF2B5EF4-FFF2-40B4-BE49-F238E27FC236}">
                <a16:creationId xmlns:a16="http://schemas.microsoft.com/office/drawing/2014/main" id="{874504B2-E23D-4F04-367C-135CE894186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942743" y="3485884"/>
            <a:ext cx="2306509" cy="342168"/>
          </a:xfrm>
        </p:spPr>
        <p:txBody>
          <a:bodyPr anchorCtr="1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43A2BF"/>
                </a:solidFill>
              </a:defRPr>
            </a:lvl1pPr>
          </a:lstStyle>
          <a:p>
            <a:pPr lvl="0"/>
            <a:r>
              <a:rPr lang="fr-FR"/>
              <a:t>GRADE</a:t>
            </a:r>
          </a:p>
        </p:txBody>
      </p:sp>
      <p:sp>
        <p:nvSpPr>
          <p:cNvPr id="21" name="Espace réservé du texte 22">
            <a:extLst>
              <a:ext uri="{FF2B5EF4-FFF2-40B4-BE49-F238E27FC236}">
                <a16:creationId xmlns:a16="http://schemas.microsoft.com/office/drawing/2014/main" id="{A5F42A1E-7AFB-D966-B700-2F6F065BF93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942743" y="3828053"/>
            <a:ext cx="2306509" cy="627763"/>
          </a:xfrm>
        </p:spPr>
        <p:txBody>
          <a:bodyPr anchorCtr="1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marL="0" lv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</a:lstStyle>
          <a:p>
            <a:pPr lvl="0"/>
            <a:r>
              <a:rPr lang="fr-FR"/>
              <a:t>Prénom.nom@amitaconseil.com</a:t>
            </a:r>
          </a:p>
          <a:p>
            <a:pPr lvl="0"/>
            <a:r>
              <a:rPr lang="fr-FR"/>
              <a:t>+33 (0) 6 12 34 56 78</a:t>
            </a:r>
          </a:p>
        </p:txBody>
      </p:sp>
      <p:sp>
        <p:nvSpPr>
          <p:cNvPr id="22" name="Espace réservé pour une image  27">
            <a:extLst>
              <a:ext uri="{FF2B5EF4-FFF2-40B4-BE49-F238E27FC236}">
                <a16:creationId xmlns:a16="http://schemas.microsoft.com/office/drawing/2014/main" id="{99C23FE5-FC01-37F4-F33B-014F902AC3B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320500" y="1203487"/>
            <a:ext cx="1560515" cy="16281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Cliquez sur l'icône pour ajouter une image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DE9E86CA-2D60-DE58-EA06-115016B3A47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333908" y="2854601"/>
            <a:ext cx="2306509" cy="631283"/>
          </a:xfrm>
        </p:spPr>
        <p:txBody>
          <a:bodyPr anchor="ctr" anchorCtr="1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24" name="Espace réservé du texte 22">
            <a:extLst>
              <a:ext uri="{FF2B5EF4-FFF2-40B4-BE49-F238E27FC236}">
                <a16:creationId xmlns:a16="http://schemas.microsoft.com/office/drawing/2014/main" id="{5FDFCE97-F88D-5887-C126-84F56DBD74C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333908" y="3485884"/>
            <a:ext cx="2306509" cy="342168"/>
          </a:xfrm>
        </p:spPr>
        <p:txBody>
          <a:bodyPr anchorCtr="1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43A2BF"/>
                </a:solidFill>
              </a:defRPr>
            </a:lvl1pPr>
          </a:lstStyle>
          <a:p>
            <a:pPr lvl="0"/>
            <a:r>
              <a:rPr lang="fr-FR"/>
              <a:t>GRADE</a:t>
            </a:r>
          </a:p>
        </p:txBody>
      </p:sp>
      <p:sp>
        <p:nvSpPr>
          <p:cNvPr id="25" name="Espace réservé du texte 22">
            <a:extLst>
              <a:ext uri="{FF2B5EF4-FFF2-40B4-BE49-F238E27FC236}">
                <a16:creationId xmlns:a16="http://schemas.microsoft.com/office/drawing/2014/main" id="{DEC2E6AE-E0FF-EB77-9209-139306BA7FF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333908" y="3828053"/>
            <a:ext cx="2306509" cy="627763"/>
          </a:xfrm>
        </p:spPr>
        <p:txBody>
          <a:bodyPr anchorCtr="1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marL="0" lv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</a:lstStyle>
          <a:p>
            <a:pPr lvl="0"/>
            <a:r>
              <a:rPr lang="fr-FR"/>
              <a:t>Prénom.nom@amitaconseil.com</a:t>
            </a:r>
          </a:p>
          <a:p>
            <a:pPr lvl="0"/>
            <a:r>
              <a:rPr lang="fr-FR"/>
              <a:t>+33 (0) 6 12 34 56 78</a:t>
            </a:r>
          </a:p>
        </p:txBody>
      </p:sp>
      <p:sp>
        <p:nvSpPr>
          <p:cNvPr id="26" name="Espace réservé pour une image  27">
            <a:extLst>
              <a:ext uri="{FF2B5EF4-FFF2-40B4-BE49-F238E27FC236}">
                <a16:creationId xmlns:a16="http://schemas.microsoft.com/office/drawing/2014/main" id="{2D67FB4E-3938-57F0-B307-2D9C26C55159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711665" y="1203487"/>
            <a:ext cx="1560515" cy="16281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Cliquez sur l'icône pour ajouter une image</a:t>
            </a:r>
          </a:p>
        </p:txBody>
      </p:sp>
      <p:sp>
        <p:nvSpPr>
          <p:cNvPr id="27" name="Espace réservé du texte 22">
            <a:extLst>
              <a:ext uri="{FF2B5EF4-FFF2-40B4-BE49-F238E27FC236}">
                <a16:creationId xmlns:a16="http://schemas.microsoft.com/office/drawing/2014/main" id="{40C3E88F-BD54-73D6-E682-133E4DA735B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724854" y="2854601"/>
            <a:ext cx="2306509" cy="631283"/>
          </a:xfrm>
        </p:spPr>
        <p:txBody>
          <a:bodyPr anchor="ctr" anchorCtr="1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/>
            </a:lvl1pPr>
          </a:lstStyle>
          <a:p>
            <a:pPr lvl="0"/>
            <a:r>
              <a:rPr lang="fr-FR"/>
              <a:t>NOM PRENOM</a:t>
            </a:r>
          </a:p>
        </p:txBody>
      </p:sp>
      <p:sp>
        <p:nvSpPr>
          <p:cNvPr id="28" name="Espace réservé du texte 22">
            <a:extLst>
              <a:ext uri="{FF2B5EF4-FFF2-40B4-BE49-F238E27FC236}">
                <a16:creationId xmlns:a16="http://schemas.microsoft.com/office/drawing/2014/main" id="{FFC8CD57-C972-ACC7-2E47-62F6388F1F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724854" y="3485884"/>
            <a:ext cx="2306509" cy="342168"/>
          </a:xfrm>
        </p:spPr>
        <p:txBody>
          <a:bodyPr anchorCtr="1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43A2BF"/>
                </a:solidFill>
              </a:defRPr>
            </a:lvl1pPr>
          </a:lstStyle>
          <a:p>
            <a:pPr lvl="0"/>
            <a:r>
              <a:rPr lang="fr-FR"/>
              <a:t>GRADE</a:t>
            </a:r>
          </a:p>
        </p:txBody>
      </p:sp>
      <p:sp>
        <p:nvSpPr>
          <p:cNvPr id="29" name="Espace réservé du texte 22">
            <a:extLst>
              <a:ext uri="{FF2B5EF4-FFF2-40B4-BE49-F238E27FC236}">
                <a16:creationId xmlns:a16="http://schemas.microsoft.com/office/drawing/2014/main" id="{84CF03C9-B44A-D9E4-BCE7-173C95ACAB7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724854" y="3828053"/>
            <a:ext cx="2306509" cy="627763"/>
          </a:xfrm>
        </p:spPr>
        <p:txBody>
          <a:bodyPr anchorCtr="1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marL="0" lv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</a:lstStyle>
          <a:p>
            <a:pPr lvl="0"/>
            <a:r>
              <a:rPr lang="fr-FR"/>
              <a:t>Prénom.nom@amitaconseil.com</a:t>
            </a:r>
          </a:p>
          <a:p>
            <a:pPr lvl="0"/>
            <a:r>
              <a:rPr lang="fr-FR"/>
              <a:t>+33 (0) 6 12 34 56 78</a:t>
            </a:r>
          </a:p>
        </p:txBody>
      </p:sp>
      <p:sp>
        <p:nvSpPr>
          <p:cNvPr id="30" name="Espace réservé pour une image  27">
            <a:extLst>
              <a:ext uri="{FF2B5EF4-FFF2-40B4-BE49-F238E27FC236}">
                <a16:creationId xmlns:a16="http://schemas.microsoft.com/office/drawing/2014/main" id="{588AE03B-97F1-4069-584D-6B9A04D3348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0102611" y="1203487"/>
            <a:ext cx="1560515" cy="16281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Cliquez sur l'icône pour ajouter une image</a:t>
            </a:r>
          </a:p>
        </p:txBody>
      </p:sp>
      <p:sp>
        <p:nvSpPr>
          <p:cNvPr id="31" name="Espace réservé du pied de page 50">
            <a:extLst>
              <a:ext uri="{FF2B5EF4-FFF2-40B4-BE49-F238E27FC236}">
                <a16:creationId xmlns:a16="http://schemas.microsoft.com/office/drawing/2014/main" id="{F624449A-C950-D8A7-DB38-DF330096E49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1920020" y="6340477"/>
            <a:ext cx="8351955" cy="365129"/>
          </a:xfrm>
        </p:spPr>
        <p:txBody>
          <a:bodyPr anchorCtr="1"/>
          <a:lstStyle>
            <a:lvl1pPr algn="ctr">
              <a:defRPr/>
            </a:lvl1pPr>
          </a:lstStyle>
          <a:p>
            <a:pPr lvl="0"/>
            <a:r>
              <a:rPr lang="fr-FR"/>
              <a:t>AMITA CONSEIL</a:t>
            </a:r>
          </a:p>
        </p:txBody>
      </p:sp>
      <p:sp>
        <p:nvSpPr>
          <p:cNvPr id="32" name="Espace réservé du numéro de diapositive 3">
            <a:extLst>
              <a:ext uri="{FF2B5EF4-FFF2-40B4-BE49-F238E27FC236}">
                <a16:creationId xmlns:a16="http://schemas.microsoft.com/office/drawing/2014/main" id="{81E48732-2FCE-1732-2A14-16921E86CEA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380993" y="6340477"/>
            <a:ext cx="362084" cy="359999"/>
          </a:xfrm>
        </p:spPr>
        <p:txBody>
          <a:bodyPr/>
          <a:lstStyle>
            <a:lvl1pPr>
              <a:defRPr/>
            </a:lvl1pPr>
          </a:lstStyle>
          <a:p>
            <a:pPr lvl="0"/>
            <a:fld id="{69F8E530-1776-43C3-80E5-00100B670210}" type="slidenum">
              <a:t>‹#›</a:t>
            </a:fld>
            <a:endParaRPr lang="fr-FR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3FB16300-1794-BFB8-556E-262F306A35BD}"/>
              </a:ext>
            </a:extLst>
          </p:cNvPr>
          <p:cNvSpPr txBox="1"/>
          <p:nvPr/>
        </p:nvSpPr>
        <p:spPr>
          <a:xfrm>
            <a:off x="5334371" y="5754282"/>
            <a:ext cx="1568744" cy="55562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6798" rIns="90004" bIns="46798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1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NIORT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0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103 Avenue de Paris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0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79000 Niort</a:t>
            </a:r>
          </a:p>
        </p:txBody>
      </p:sp>
      <p:sp>
        <p:nvSpPr>
          <p:cNvPr id="34" name="Text Placeholder 16">
            <a:extLst>
              <a:ext uri="{FF2B5EF4-FFF2-40B4-BE49-F238E27FC236}">
                <a16:creationId xmlns:a16="http://schemas.microsoft.com/office/drawing/2014/main" id="{9ACB23B9-6142-B74F-3BB1-7D5C4C7326A6}"/>
              </a:ext>
            </a:extLst>
          </p:cNvPr>
          <p:cNvSpPr txBox="1"/>
          <p:nvPr/>
        </p:nvSpPr>
        <p:spPr>
          <a:xfrm>
            <a:off x="6910239" y="5754282"/>
            <a:ext cx="1568744" cy="55562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6798" rIns="90004" bIns="46798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1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NANTES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0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17 Boulevard de Berlin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0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44000 Nantes</a:t>
            </a:r>
          </a:p>
        </p:txBody>
      </p:sp>
      <p:sp>
        <p:nvSpPr>
          <p:cNvPr id="35" name="Espace réservé de la date 10">
            <a:extLst>
              <a:ext uri="{FF2B5EF4-FFF2-40B4-BE49-F238E27FC236}">
                <a16:creationId xmlns:a16="http://schemas.microsoft.com/office/drawing/2014/main" id="{391F1140-C4C5-54DB-1FD7-5552D24351F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743078" y="6340477"/>
            <a:ext cx="1176942" cy="365119"/>
          </a:xfrm>
        </p:spPr>
        <p:txBody>
          <a:bodyPr/>
          <a:lstStyle>
            <a:lvl1pPr>
              <a:defRPr/>
            </a:lvl1pPr>
          </a:lstStyle>
          <a:p>
            <a:pPr lvl="0"/>
            <a:fld id="{D9FEADC3-64DB-462B-8768-45E4D4A89FEF}" type="datetime1">
              <a:rPr lang="fr-FR"/>
              <a:pPr lvl="0"/>
              <a:t>08/04/2025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96229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t de la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5" hidden="1">
            <a:extLst>
              <a:ext uri="{FF2B5EF4-FFF2-40B4-BE49-F238E27FC236}">
                <a16:creationId xmlns:a16="http://schemas.microsoft.com/office/drawing/2014/main" id="{A99A4CAF-71D8-4CCF-CB45-C6ADEC98E73A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2" name="Objet 5" hidden="1">
                        <a:extLst>
                          <a:ext uri="{FF2B5EF4-FFF2-40B4-BE49-F238E27FC236}">
                            <a16:creationId xmlns:a16="http://schemas.microsoft.com/office/drawing/2014/main" id="{A99A4CAF-71D8-4CCF-CB45-C6ADEC98E7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28F6633C-ACDD-7743-DC9D-3E6901724710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" name="Graphique 10">
            <a:extLst>
              <a:ext uri="{FF2B5EF4-FFF2-40B4-BE49-F238E27FC236}">
                <a16:creationId xmlns:a16="http://schemas.microsoft.com/office/drawing/2014/main" id="{285428E9-B1C4-45AF-6F08-3E6738761A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370"/>
          <a:stretch>
            <a:fillRect/>
          </a:stretch>
        </p:blipFill>
        <p:spPr>
          <a:xfrm>
            <a:off x="0" y="846926"/>
            <a:ext cx="12191996" cy="567611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5E3EE90A-B99F-B4A2-C1FB-31F7F7686312}"/>
              </a:ext>
            </a:extLst>
          </p:cNvPr>
          <p:cNvSpPr txBox="1"/>
          <p:nvPr/>
        </p:nvSpPr>
        <p:spPr>
          <a:xfrm>
            <a:off x="986189" y="5253383"/>
            <a:ext cx="3408901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850" b="1" i="0" u="none" strike="noStrike" kern="1200" cap="none" spc="0" baseline="0">
                <a:solidFill>
                  <a:srgbClr val="353637"/>
                </a:solidFill>
                <a:uFillTx/>
                <a:latin typeface="Now" pitchFamily="50"/>
              </a:rPr>
              <a:t>CABINET DE CONSEIL EN TRANSFORMATION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700" b="1" i="0" u="none" strike="noStrike" kern="1200" cap="none" spc="0" baseline="0">
                <a:solidFill>
                  <a:srgbClr val="43A2BF"/>
                </a:solidFill>
                <a:uFillTx/>
                <a:latin typeface="Now" pitchFamily="50"/>
              </a:rPr>
              <a:t>PARIS – NANTES - NIORT</a:t>
            </a:r>
          </a:p>
        </p:txBody>
      </p:sp>
      <p:sp>
        <p:nvSpPr>
          <p:cNvPr id="6" name="Titre 2">
            <a:extLst>
              <a:ext uri="{FF2B5EF4-FFF2-40B4-BE49-F238E27FC236}">
                <a16:creationId xmlns:a16="http://schemas.microsoft.com/office/drawing/2014/main" id="{427FBF18-D8BB-AFEA-607D-65F43B6A3BC0}"/>
              </a:ext>
            </a:extLst>
          </p:cNvPr>
          <p:cNvSpPr txBox="1"/>
          <p:nvPr/>
        </p:nvSpPr>
        <p:spPr>
          <a:xfrm>
            <a:off x="452125" y="5754282"/>
            <a:ext cx="1391963" cy="26786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6798" rIns="90004" bIns="46798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0" i="0" u="none" strike="noStrike" kern="1200" cap="none" spc="0" baseline="0">
                <a:solidFill>
                  <a:srgbClr val="43A2BF"/>
                </a:solidFill>
                <a:uFillTx/>
                <a:latin typeface="Arial"/>
              </a:rPr>
              <a:t>Mentions légales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00F2A94D-FE72-BFAF-2C7E-6145A1DB2FDD}"/>
              </a:ext>
            </a:extLst>
          </p:cNvPr>
          <p:cNvSpPr txBox="1"/>
          <p:nvPr/>
        </p:nvSpPr>
        <p:spPr>
          <a:xfrm>
            <a:off x="1844088" y="5754282"/>
            <a:ext cx="1847060" cy="55562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6798" rIns="90004" bIns="46798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0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RCS Paris 844 224 881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0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APE 7022 Z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0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SAS au capital de 100 000 €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D747B780-EC58-3C25-0962-D42DF00EAF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0993" y="2473964"/>
            <a:ext cx="11430000" cy="694797"/>
          </a:xfrm>
        </p:spPr>
        <p:txBody>
          <a:bodyPr anchorCtr="1"/>
          <a:lstStyle>
            <a:lvl1pPr algn="ctr">
              <a:defRPr sz="2000" b="1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9" name="Espace réservé du pied de page 50">
            <a:extLst>
              <a:ext uri="{FF2B5EF4-FFF2-40B4-BE49-F238E27FC236}">
                <a16:creationId xmlns:a16="http://schemas.microsoft.com/office/drawing/2014/main" id="{5C4FB839-0496-C0E8-8F7D-5B9AF5B0346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1920020" y="6340477"/>
            <a:ext cx="8351955" cy="365129"/>
          </a:xfrm>
        </p:spPr>
        <p:txBody>
          <a:bodyPr anchorCtr="1"/>
          <a:lstStyle>
            <a:lvl1pPr algn="ctr">
              <a:defRPr/>
            </a:lvl1pPr>
          </a:lstStyle>
          <a:p>
            <a:pPr lvl="0"/>
            <a:r>
              <a:rPr lang="fr-FR"/>
              <a:t>AMITA CONSEIL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341EA67-453B-EF30-9F7E-49A17723F808}"/>
              </a:ext>
            </a:extLst>
          </p:cNvPr>
          <p:cNvSpPr txBox="1"/>
          <p:nvPr/>
        </p:nvSpPr>
        <p:spPr>
          <a:xfrm>
            <a:off x="3758504" y="5754282"/>
            <a:ext cx="1568744" cy="55562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6798" rIns="90004" bIns="46798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1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PARIS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0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16 Rue Auber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0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75009 Paris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8A63BCB5-94A1-9A0A-48AF-C1F51C5FED8C}"/>
              </a:ext>
            </a:extLst>
          </p:cNvPr>
          <p:cNvSpPr txBox="1"/>
          <p:nvPr/>
        </p:nvSpPr>
        <p:spPr>
          <a:xfrm>
            <a:off x="5334371" y="5754282"/>
            <a:ext cx="1568744" cy="55562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6798" rIns="90004" bIns="46798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1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NIORT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0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103 Avenue de Paris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0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79000 Niort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C8A64673-ED36-7264-F81F-EE5441B82985}"/>
              </a:ext>
            </a:extLst>
          </p:cNvPr>
          <p:cNvSpPr txBox="1"/>
          <p:nvPr/>
        </p:nvSpPr>
        <p:spPr>
          <a:xfrm>
            <a:off x="6910239" y="5754282"/>
            <a:ext cx="1568744" cy="55562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6798" rIns="90004" bIns="46798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1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NANTES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0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17 Boulevard de Berlin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900" b="0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44000 Nantes</a:t>
            </a:r>
          </a:p>
        </p:txBody>
      </p:sp>
      <p:sp>
        <p:nvSpPr>
          <p:cNvPr id="13" name="Espace réservé du numéro de diapositive 3">
            <a:extLst>
              <a:ext uri="{FF2B5EF4-FFF2-40B4-BE49-F238E27FC236}">
                <a16:creationId xmlns:a16="http://schemas.microsoft.com/office/drawing/2014/main" id="{66B78B8C-DC94-676C-AEA2-41F78477A8F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380993" y="6340477"/>
            <a:ext cx="362084" cy="359999"/>
          </a:xfrm>
        </p:spPr>
        <p:txBody>
          <a:bodyPr/>
          <a:lstStyle>
            <a:lvl1pPr>
              <a:defRPr/>
            </a:lvl1pPr>
          </a:lstStyle>
          <a:p>
            <a:pPr lvl="0"/>
            <a:fld id="{7F563C3B-36C6-41D8-A0A7-201FD35B0B61}" type="slidenum">
              <a:t>‹#›</a:t>
            </a:fld>
            <a:endParaRPr lang="fr-FR"/>
          </a:p>
        </p:txBody>
      </p:sp>
      <p:sp>
        <p:nvSpPr>
          <p:cNvPr id="14" name="Espace réservé de la date 10">
            <a:extLst>
              <a:ext uri="{FF2B5EF4-FFF2-40B4-BE49-F238E27FC236}">
                <a16:creationId xmlns:a16="http://schemas.microsoft.com/office/drawing/2014/main" id="{6413BAD2-3B93-68A7-CBDA-C063BE25B6D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743078" y="6340477"/>
            <a:ext cx="1176942" cy="365119"/>
          </a:xfrm>
        </p:spPr>
        <p:txBody>
          <a:bodyPr/>
          <a:lstStyle>
            <a:lvl1pPr>
              <a:defRPr/>
            </a:lvl1pPr>
          </a:lstStyle>
          <a:p>
            <a:pPr lvl="0"/>
            <a:fld id="{343BAD50-B888-45D6-AA41-C46E9702932C}" type="datetime1">
              <a:rPr lang="fr-FR"/>
              <a:pPr lvl="0"/>
              <a:t>08/04/2025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892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oleObject" Target="../embeddings/oleObject20.bin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image" Target="../media/image3.svg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B068B94B-670C-F133-CB86-3E259DD20AD6}"/>
              </a:ext>
            </a:extLst>
          </p:cNvPr>
          <p:cNvGraphicFramePr>
            <a:graphicFrameLocks noChangeAspect="1"/>
          </p:cNvGraphicFramePr>
          <p:nvPr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499218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359" imgH="360" progId="TCLayout.ActiveDocument.1">
                  <p:embed/>
                </p:oleObj>
              </mc:Choice>
              <mc:Fallback>
                <p:oleObj name="think-cell Slide" r:id="rId21" imgW="359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B068B94B-670C-F133-CB86-3E259DD20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AD48E1-B2D6-0FB1-1BBC-D92CA4BA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" y="485693"/>
            <a:ext cx="11430002" cy="694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ECA95B-165B-9DA2-D8F5-BC9BCA12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7" y="1983600"/>
            <a:ext cx="11430003" cy="419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A6FC88-E0F2-E7D8-A6EE-622B5540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0426" y="6340475"/>
            <a:ext cx="76690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/>
              <a:t>AMITA CONSEIL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5DD3F-8A0A-C37D-6F0C-0CD7DA21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0997" y="6340475"/>
            <a:ext cx="3620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0" lang="fr-FR" sz="700" b="0" i="0" u="none" strike="noStrike" kern="1200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fld id="{BD9892E7-E91F-405F-A6AB-FE5AB328526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1775F55-D649-105E-BB88-44CDE1F10776}"/>
              </a:ext>
            </a:extLst>
          </p:cNvPr>
          <p:cNvSpPr txBox="1"/>
          <p:nvPr/>
        </p:nvSpPr>
        <p:spPr>
          <a:xfrm>
            <a:off x="9239464" y="6340476"/>
            <a:ext cx="1382110" cy="365124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 rtl="0"/>
            <a:r>
              <a:rPr lang="fr-FR" sz="700">
                <a:solidFill>
                  <a:schemeClr val="bg1">
                    <a:lumMod val="50000"/>
                  </a:schemeClr>
                </a:solidFill>
                <a:latin typeface="+mn-lt"/>
              </a:rPr>
              <a:t>DOCUMENT CONFIDENTIEL</a:t>
            </a:r>
          </a:p>
        </p:txBody>
      </p:sp>
      <p:pic>
        <p:nvPicPr>
          <p:cNvPr id="10" name="Espace réservé du contenu 19">
            <a:extLst>
              <a:ext uri="{FF2B5EF4-FFF2-40B4-BE49-F238E27FC236}">
                <a16:creationId xmlns:a16="http://schemas.microsoft.com/office/drawing/2014/main" id="{21E15E84-437F-13B1-07E8-D06B251E45C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10570881" y="6251120"/>
            <a:ext cx="1346895" cy="605929"/>
          </a:xfrm>
          <a:prstGeom prst="rect">
            <a:avLst/>
          </a:prstGeom>
        </p:spPr>
      </p:pic>
      <p:sp>
        <p:nvSpPr>
          <p:cNvPr id="7" name="Triangle isocèle 6">
            <a:extLst>
              <a:ext uri="{FF2B5EF4-FFF2-40B4-BE49-F238E27FC236}">
                <a16:creationId xmlns:a16="http://schemas.microsoft.com/office/drawing/2014/main" id="{89A10469-81FC-EB5E-ED6E-7AE4FBED36E8}"/>
              </a:ext>
            </a:extLst>
          </p:cNvPr>
          <p:cNvSpPr/>
          <p:nvPr/>
        </p:nvSpPr>
        <p:spPr>
          <a:xfrm rot="15131171">
            <a:off x="75423" y="142623"/>
            <a:ext cx="378055" cy="325910"/>
          </a:xfrm>
          <a:prstGeom prst="triangle">
            <a:avLst/>
          </a:prstGeom>
          <a:solidFill>
            <a:srgbClr val="1AC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0C7D9D68-6C57-3DD6-C000-3F9EEBEA0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3081" y="6340475"/>
            <a:ext cx="82734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fr-FR" sz="700" kern="1200" cap="all" baseline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9CA19EF-D4BE-4F92-9509-E047DF919FAE}" type="datetime1">
              <a:rPr lang="fr-FR" smtClean="0"/>
              <a:t>08/04/2025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0797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fr-FR" sz="2400" kern="1200" cap="all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41338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SzPct val="110000"/>
        <a:buFont typeface="Arial" panose="020B0604020202020204" pitchFamily="34" charset="0"/>
        <a:buChar char="•"/>
        <a:defRPr lang="fr-FR" sz="1100" b="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896938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16205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616075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065338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2"/>
        </a:buClr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8">
          <p15:clr>
            <a:srgbClr val="F26B43"/>
          </p15:clr>
        </p15:guide>
        <p15:guide id="2" pos="7582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24">
          <p15:clr>
            <a:srgbClr val="F26B43"/>
          </p15:clr>
        </p15:guide>
        <p15:guide id="5" pos="234">
          <p15:clr>
            <a:srgbClr val="F26B43"/>
          </p15:clr>
        </p15:guide>
        <p15:guide id="6" pos="7446">
          <p15:clr>
            <a:srgbClr val="F26B43"/>
          </p15:clr>
        </p15:guide>
        <p15:guide id="7" orient="horz" pos="1253">
          <p15:clr>
            <a:srgbClr val="F26B43"/>
          </p15:clr>
        </p15:guide>
        <p15:guide id="8" orient="horz" pos="754">
          <p15:clr>
            <a:srgbClr val="F26B43"/>
          </p15:clr>
        </p15:guide>
        <p15:guide id="9" orient="horz" pos="388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8" hidden="1">
            <a:extLst>
              <a:ext uri="{FF2B5EF4-FFF2-40B4-BE49-F238E27FC236}">
                <a16:creationId xmlns:a16="http://schemas.microsoft.com/office/drawing/2014/main" id="{ACEDF546-94A7-984E-7E83-1AD199148C32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9525" imgH="9525" progId="TCLayout.ActiveDocument.1">
                  <p:embed/>
                </p:oleObj>
              </mc:Choice>
              <mc:Fallback>
                <p:oleObj name="think-cell Slide" r:id="rId20" imgW="9525" imgH="9525" progId="TCLayout.ActiveDocument.1">
                  <p:embed/>
                  <p:pic>
                    <p:nvPicPr>
                      <p:cNvPr id="2" name="Objet 8" hidden="1">
                        <a:extLst>
                          <a:ext uri="{FF2B5EF4-FFF2-40B4-BE49-F238E27FC236}">
                            <a16:creationId xmlns:a16="http://schemas.microsoft.com/office/drawing/2014/main" id="{ACEDF546-94A7-984E-7E83-1AD199148C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032B6B1F-3EDA-5276-06DC-9152509A5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0993" y="485692"/>
            <a:ext cx="11430000" cy="6947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lvl="0"/>
            <a:r>
              <a:rPr lang="fr-FR"/>
              <a:t>TITRE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8C1D867C-26B2-4CCE-2D36-7667933C57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993" y="1983598"/>
            <a:ext cx="11430000" cy="41939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  <a:p>
            <a:pPr lvl="5"/>
            <a:r>
              <a:rPr lang="fr-FR"/>
              <a:t>Sixième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CF3D5A-5751-C227-F90E-F9CD2EDB378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1570427" y="6340477"/>
            <a:ext cx="766903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700" b="0" i="0" u="none" strike="noStrike" kern="1200" cap="all" spc="0" baseline="0">
                <a:solidFill>
                  <a:srgbClr val="7F7F7F"/>
                </a:solidFill>
                <a:uFillTx/>
                <a:latin typeface="Arial"/>
              </a:defRPr>
            </a:lvl1pPr>
          </a:lstStyle>
          <a:p>
            <a:pPr lvl="0"/>
            <a:r>
              <a:rPr lang="fr-FR"/>
              <a:t>AMITA CONSEIL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9BCA6D-14FC-1B65-AC22-77490CF1A04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380993" y="6340477"/>
            <a:ext cx="362084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700" b="0" i="0" u="none" strike="noStrike" kern="1200" cap="none" spc="0" baseline="0">
                <a:solidFill>
                  <a:srgbClr val="7F7F7F"/>
                </a:solidFill>
                <a:uFillTx/>
                <a:latin typeface="Arial"/>
              </a:defRPr>
            </a:lvl1pPr>
          </a:lstStyle>
          <a:p>
            <a:pPr lvl="0"/>
            <a:fld id="{044687E7-CCDB-4C47-8581-23D7D965B375}" type="slidenum">
              <a:t>‹#›</a:t>
            </a:fld>
            <a:endParaRPr lang="fr-FR"/>
          </a:p>
        </p:txBody>
      </p:sp>
      <p:sp>
        <p:nvSpPr>
          <p:cNvPr id="7" name="ZoneTexte 7">
            <a:extLst>
              <a:ext uri="{FF2B5EF4-FFF2-40B4-BE49-F238E27FC236}">
                <a16:creationId xmlns:a16="http://schemas.microsoft.com/office/drawing/2014/main" id="{3B56AB05-02C4-49E9-6B98-2C455A91F2F1}"/>
              </a:ext>
            </a:extLst>
          </p:cNvPr>
          <p:cNvSpPr txBox="1"/>
          <p:nvPr/>
        </p:nvSpPr>
        <p:spPr>
          <a:xfrm>
            <a:off x="9239463" y="6340477"/>
            <a:ext cx="1382106" cy="36511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700" b="0" i="0" u="none" strike="noStrike" kern="1200" cap="none" spc="0" baseline="0">
                <a:solidFill>
                  <a:srgbClr val="7F7F7F"/>
                </a:solidFill>
                <a:uFillTx/>
                <a:latin typeface="Arial"/>
              </a:rPr>
              <a:t>DOCUMENT CONFIDENTIEL</a:t>
            </a:r>
          </a:p>
        </p:txBody>
      </p:sp>
      <p:pic>
        <p:nvPicPr>
          <p:cNvPr id="8" name="Espace réservé du contenu 19">
            <a:extLst>
              <a:ext uri="{FF2B5EF4-FFF2-40B4-BE49-F238E27FC236}">
                <a16:creationId xmlns:a16="http://schemas.microsoft.com/office/drawing/2014/main" id="{20FA6D73-0CB5-2744-9859-F8266C66952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10570884" y="6251121"/>
            <a:ext cx="1346892" cy="60592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riangle isocèle 6">
            <a:extLst>
              <a:ext uri="{FF2B5EF4-FFF2-40B4-BE49-F238E27FC236}">
                <a16:creationId xmlns:a16="http://schemas.microsoft.com/office/drawing/2014/main" id="{99CA2B9F-3BD0-3902-4817-09F0777DD8C9}"/>
              </a:ext>
            </a:extLst>
          </p:cNvPr>
          <p:cNvSpPr/>
          <p:nvPr/>
        </p:nvSpPr>
        <p:spPr>
          <a:xfrm rot="15131174">
            <a:off x="75423" y="142605"/>
            <a:ext cx="378058" cy="32591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val 50000"/>
              <a:gd name="f8" fmla="+- 0 0 -360"/>
              <a:gd name="f9" fmla="+- 0 0 -270"/>
              <a:gd name="f10" fmla="+- 0 0 -180"/>
              <a:gd name="f11" fmla="+- 0 0 -90"/>
              <a:gd name="f12" fmla="abs f3"/>
              <a:gd name="f13" fmla="abs f4"/>
              <a:gd name="f14" fmla="abs f5"/>
              <a:gd name="f15" fmla="*/ f8 f0 1"/>
              <a:gd name="f16" fmla="*/ f9 f0 1"/>
              <a:gd name="f17" fmla="*/ f10 f0 1"/>
              <a:gd name="f18" fmla="*/ f11 f0 1"/>
              <a:gd name="f19" fmla="?: f12 f3 1"/>
              <a:gd name="f20" fmla="?: f13 f4 1"/>
              <a:gd name="f21" fmla="?: f14 f5 1"/>
              <a:gd name="f22" fmla="*/ f15 1 f2"/>
              <a:gd name="f23" fmla="*/ f16 1 f2"/>
              <a:gd name="f24" fmla="*/ f17 1 f2"/>
              <a:gd name="f25" fmla="*/ f18 1 f2"/>
              <a:gd name="f26" fmla="*/ f19 1 21600"/>
              <a:gd name="f27" fmla="*/ f20 1 21600"/>
              <a:gd name="f28" fmla="*/ 21600 f19 1"/>
              <a:gd name="f29" fmla="*/ 21600 f20 1"/>
              <a:gd name="f30" fmla="+- f22 0 f1"/>
              <a:gd name="f31" fmla="+- f23 0 f1"/>
              <a:gd name="f32" fmla="+- f24 0 f1"/>
              <a:gd name="f33" fmla="+- f25 0 f1"/>
              <a:gd name="f34" fmla="min f27 f26"/>
              <a:gd name="f35" fmla="*/ f28 1 f21"/>
              <a:gd name="f36" fmla="*/ f29 1 f21"/>
              <a:gd name="f37" fmla="val f35"/>
              <a:gd name="f38" fmla="val f36"/>
              <a:gd name="f39" fmla="*/ f6 f34 1"/>
              <a:gd name="f40" fmla="+- f38 0 f6"/>
              <a:gd name="f41" fmla="+- f37 0 f6"/>
              <a:gd name="f42" fmla="*/ f38 f34 1"/>
              <a:gd name="f43" fmla="*/ f37 f34 1"/>
              <a:gd name="f44" fmla="*/ f40 1 2"/>
              <a:gd name="f45" fmla="*/ f41 1 2"/>
              <a:gd name="f46" fmla="*/ f41 f7 1"/>
              <a:gd name="f47" fmla="+- f6 f44 0"/>
              <a:gd name="f48" fmla="*/ f46 1 200000"/>
              <a:gd name="f49" fmla="*/ f46 1 100000"/>
              <a:gd name="f50" fmla="+- f48 f45 0"/>
              <a:gd name="f51" fmla="*/ f48 f34 1"/>
              <a:gd name="f52" fmla="*/ f47 f34 1"/>
              <a:gd name="f53" fmla="*/ f49 f34 1"/>
              <a:gd name="f54" fmla="*/ f50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3" y="f39"/>
              </a:cxn>
              <a:cxn ang="f31">
                <a:pos x="f51" y="f52"/>
              </a:cxn>
              <a:cxn ang="f32">
                <a:pos x="f39" y="f42"/>
              </a:cxn>
              <a:cxn ang="f32">
                <a:pos x="f53" y="f42"/>
              </a:cxn>
              <a:cxn ang="f32">
                <a:pos x="f43" y="f42"/>
              </a:cxn>
              <a:cxn ang="f33">
                <a:pos x="f54" y="f52"/>
              </a:cxn>
            </a:cxnLst>
            <a:rect l="f51" t="f52" r="f54" b="f42"/>
            <a:pathLst>
              <a:path>
                <a:moveTo>
                  <a:pt x="f39" y="f42"/>
                </a:moveTo>
                <a:lnTo>
                  <a:pt x="f53" y="f39"/>
                </a:lnTo>
                <a:lnTo>
                  <a:pt x="f43" y="f42"/>
                </a:lnTo>
                <a:close/>
              </a:path>
            </a:pathLst>
          </a:custGeom>
          <a:solidFill>
            <a:srgbClr val="1AC9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400" b="0" i="0" u="none" strike="noStrike" kern="1200" cap="none" spc="0" baseline="0">
              <a:solidFill>
                <a:srgbClr val="353637"/>
              </a:solidFill>
              <a:uFillTx/>
              <a:latin typeface="Arial"/>
            </a:endParaRPr>
          </a:p>
        </p:txBody>
      </p:sp>
      <p:sp>
        <p:nvSpPr>
          <p:cNvPr id="10" name="Espace réservé de la date 10">
            <a:extLst>
              <a:ext uri="{FF2B5EF4-FFF2-40B4-BE49-F238E27FC236}">
                <a16:creationId xmlns:a16="http://schemas.microsoft.com/office/drawing/2014/main" id="{2F17D359-E3F9-BAF0-7629-90CB97284C4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743078" y="6340477"/>
            <a:ext cx="827349" cy="36511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700" b="0" i="0" u="none" strike="noStrike" kern="1200" cap="all" spc="0" baseline="0">
                <a:solidFill>
                  <a:srgbClr val="7F7F7F"/>
                </a:solidFill>
                <a:uFillTx/>
                <a:latin typeface="Arial"/>
              </a:defRPr>
            </a:lvl1pPr>
          </a:lstStyle>
          <a:p>
            <a:pPr lvl="0"/>
            <a:fld id="{1EAEA5B9-C2BD-455F-A073-B768CA5624FC}" type="datetime1">
              <a:rPr lang="fr-FR"/>
              <a:pPr lvl="0"/>
              <a:t>08/04/2025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7318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  <p:sldLayoutId id="2147483795" r:id="rId18"/>
  </p:sldLayoutIdLst>
  <p:txStyles>
    <p:title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fr-FR" sz="2400" b="0" i="0" u="none" strike="noStrike" kern="1200" cap="all" spc="0" baseline="0">
          <a:solidFill>
            <a:srgbClr val="353637"/>
          </a:solidFill>
          <a:uFillTx/>
          <a:latin typeface="Arial"/>
        </a:defRPr>
      </a:lvl1pPr>
    </p:titleStyle>
    <p:bodyStyle>
      <a:lvl1pPr marL="171450" marR="0" lvl="0" indent="-171450" algn="l" defTabSz="914400" rtl="0" fontAlgn="auto" hangingPunct="1">
        <a:lnSpc>
          <a:spcPct val="100000"/>
        </a:lnSpc>
        <a:spcBef>
          <a:spcPts val="600"/>
        </a:spcBef>
        <a:spcAft>
          <a:spcPts val="400"/>
        </a:spcAft>
        <a:buClr>
          <a:srgbClr val="43A2BF"/>
        </a:buClr>
        <a:buSzPct val="100000"/>
        <a:buFont typeface="Arial" pitchFamily="34"/>
        <a:buChar char="•"/>
        <a:tabLst/>
        <a:defRPr lang="fr-FR" sz="1200" b="0" i="0" u="none" strike="noStrike" kern="1200" cap="none" spc="0" baseline="0">
          <a:solidFill>
            <a:srgbClr val="353637"/>
          </a:solidFill>
          <a:uFillTx/>
          <a:latin typeface="Arial"/>
        </a:defRPr>
      </a:lvl1pPr>
      <a:lvl2pPr marL="541333" marR="0" lvl="1" indent="-228600" algn="l" defTabSz="914400" rtl="0" fontAlgn="auto" hangingPunct="1">
        <a:lnSpc>
          <a:spcPct val="100000"/>
        </a:lnSpc>
        <a:spcBef>
          <a:spcPts val="600"/>
        </a:spcBef>
        <a:spcAft>
          <a:spcPts val="400"/>
        </a:spcAft>
        <a:buClr>
          <a:srgbClr val="43A2BF"/>
        </a:buClr>
        <a:buSzPct val="110000"/>
        <a:buFont typeface="Arial" pitchFamily="34"/>
        <a:buChar char="•"/>
        <a:tabLst/>
        <a:defRPr lang="fr-FR" sz="1100" b="0" i="0" u="none" strike="noStrike" kern="1200" cap="none" spc="0" baseline="0">
          <a:solidFill>
            <a:srgbClr val="353637"/>
          </a:solidFill>
          <a:uFillTx/>
          <a:latin typeface="Arial"/>
        </a:defRPr>
      </a:lvl2pPr>
      <a:lvl3pPr marL="896934" marR="0" lvl="2" indent="-228600" algn="l" defTabSz="914400" rtl="0" fontAlgn="auto" hangingPunct="1">
        <a:lnSpc>
          <a:spcPct val="100000"/>
        </a:lnSpc>
        <a:spcBef>
          <a:spcPts val="600"/>
        </a:spcBef>
        <a:spcAft>
          <a:spcPts val="400"/>
        </a:spcAft>
        <a:buClr>
          <a:srgbClr val="43A2BF"/>
        </a:buClr>
        <a:buSzPct val="100000"/>
        <a:buFont typeface="Arial" pitchFamily="34"/>
        <a:buChar char="•"/>
        <a:tabLst/>
        <a:defRPr lang="fr-FR" sz="1050" b="0" i="0" u="none" strike="noStrike" kern="1200" cap="none" spc="0" baseline="0">
          <a:solidFill>
            <a:srgbClr val="353637"/>
          </a:solidFill>
          <a:uFillTx/>
          <a:latin typeface="Arial"/>
        </a:defRPr>
      </a:lvl3pPr>
      <a:lvl4pPr marL="1162046" marR="0" lvl="3" indent="-228600" algn="l" defTabSz="914400" rtl="0" fontAlgn="auto" hangingPunct="1">
        <a:lnSpc>
          <a:spcPct val="100000"/>
        </a:lnSpc>
        <a:spcBef>
          <a:spcPts val="600"/>
        </a:spcBef>
        <a:spcAft>
          <a:spcPts val="400"/>
        </a:spcAft>
        <a:buClr>
          <a:srgbClr val="43A2BF"/>
        </a:buClr>
        <a:buSzPct val="100000"/>
        <a:buFont typeface="Arial" pitchFamily="34"/>
        <a:buChar char="•"/>
        <a:tabLst/>
        <a:defRPr lang="fr-FR" sz="1000" b="0" i="0" u="none" strike="noStrike" kern="1200" cap="none" spc="0" baseline="0">
          <a:solidFill>
            <a:srgbClr val="353637"/>
          </a:solidFill>
          <a:uFillTx/>
          <a:latin typeface="Arial"/>
        </a:defRPr>
      </a:lvl4pPr>
      <a:lvl5pPr marL="1616073" marR="0" lvl="4" indent="-228600" algn="l" defTabSz="914400" rtl="0" fontAlgn="auto" hangingPunct="1">
        <a:lnSpc>
          <a:spcPct val="100000"/>
        </a:lnSpc>
        <a:spcBef>
          <a:spcPts val="600"/>
        </a:spcBef>
        <a:spcAft>
          <a:spcPts val="400"/>
        </a:spcAft>
        <a:buClr>
          <a:srgbClr val="43A2BF"/>
        </a:buClr>
        <a:buSzPct val="100000"/>
        <a:buFont typeface="Arial" pitchFamily="34"/>
        <a:buChar char="•"/>
        <a:tabLst/>
        <a:defRPr lang="fr-FR" sz="900" b="0" i="0" u="none" strike="noStrike" kern="1200" cap="none" spc="0" baseline="0">
          <a:solidFill>
            <a:srgbClr val="353637"/>
          </a:solidFill>
          <a:uFillTx/>
          <a:latin typeface="Arial"/>
        </a:defRPr>
      </a:lvl5pPr>
      <a:lvl6pPr marL="2065336" marR="0" lvl="5" indent="-228600" algn="l" defTabSz="914400" rtl="0" fontAlgn="auto" hangingPunct="1">
        <a:lnSpc>
          <a:spcPct val="100000"/>
        </a:lnSpc>
        <a:spcBef>
          <a:spcPts val="600"/>
        </a:spcBef>
        <a:spcAft>
          <a:spcPts val="400"/>
        </a:spcAft>
        <a:buClr>
          <a:srgbClr val="43A2BF"/>
        </a:buClr>
        <a:buSzPct val="100000"/>
        <a:buFont typeface="Arial" pitchFamily="34"/>
        <a:buChar char="•"/>
        <a:tabLst/>
        <a:defRPr lang="fr-FR" sz="900" b="0" i="0" u="none" strike="noStrike" kern="1200" cap="none" spc="0" baseline="0">
          <a:solidFill>
            <a:srgbClr val="353637"/>
          </a:solidFill>
          <a:uFillTx/>
          <a:latin typeface="Arial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CC361-72BD-3283-ADD9-8F6B435AD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5E95900-8BAE-B2F3-9155-721DBEC01A8B}"/>
              </a:ext>
            </a:extLst>
          </p:cNvPr>
          <p:cNvGraphicFramePr/>
          <p:nvPr/>
        </p:nvGraphicFramePr>
        <p:xfrm>
          <a:off x="1591" y="1591"/>
          <a:ext cx="1591" cy="1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4572" imgH="4572" progId="TCLayout.ActiveDocument.1">
                  <p:embed/>
                </p:oleObj>
              </mc:Choice>
              <mc:Fallback>
                <p:oleObj name="think-cell Slide" r:id="rId2" imgW="4572" imgH="4572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E95900-8BAE-B2F3-9155-721DBEC01A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91" cy="1591"/>
                      </a:xfrm>
                      <a:prstGeom prst="rect">
                        <a:avLst/>
                      </a:prstGeom>
                      <a:noFill/>
                      <a:ln cap="flat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 : coins arrondis 41">
            <a:extLst>
              <a:ext uri="{FF2B5EF4-FFF2-40B4-BE49-F238E27FC236}">
                <a16:creationId xmlns:a16="http://schemas.microsoft.com/office/drawing/2014/main" id="{99D24253-F5FE-DD16-B356-DFE06D5010AF}"/>
              </a:ext>
            </a:extLst>
          </p:cNvPr>
          <p:cNvSpPr/>
          <p:nvPr/>
        </p:nvSpPr>
        <p:spPr>
          <a:xfrm>
            <a:off x="124694" y="573523"/>
            <a:ext cx="4002520" cy="5848831"/>
          </a:xfrm>
          <a:custGeom>
            <a:avLst>
              <a:gd name="f10" fmla="val 9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92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134656"/>
          </a:solidFill>
          <a:ln w="12701" cap="flat">
            <a:solidFill>
              <a:srgbClr val="4D748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ZoneTexte 15">
            <a:extLst>
              <a:ext uri="{FF2B5EF4-FFF2-40B4-BE49-F238E27FC236}">
                <a16:creationId xmlns:a16="http://schemas.microsoft.com/office/drawing/2014/main" id="{DB0FA311-D843-133C-0FE2-28A374C72ABA}"/>
              </a:ext>
            </a:extLst>
          </p:cNvPr>
          <p:cNvSpPr txBox="1"/>
          <p:nvPr/>
        </p:nvSpPr>
        <p:spPr>
          <a:xfrm>
            <a:off x="560322" y="706283"/>
            <a:ext cx="3642704" cy="84638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24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Julie Massé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CONSULTAN</a:t>
            </a:r>
            <a:r>
              <a:rPr kumimoji="0" lang="fr-FR" sz="1600" b="1" i="0" u="none" strike="noStrike" kern="0" cap="none" spc="0" normalizeH="0" baseline="0" noProof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 DATA</a:t>
            </a:r>
            <a:endParaRPr kumimoji="0" lang="fr-FR" sz="900" b="1" i="0" u="none" strike="noStrike" kern="1200" cap="none" spc="0" normalizeH="0" baseline="0" noProof="0">
              <a:ln>
                <a:noFill/>
              </a:ln>
              <a:solidFill>
                <a:srgbClr val="43A2B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 ANS D’EXPÉRIENCE</a:t>
            </a:r>
          </a:p>
        </p:txBody>
      </p:sp>
      <p:sp>
        <p:nvSpPr>
          <p:cNvPr id="5" name="ZoneTexte 16">
            <a:extLst>
              <a:ext uri="{FF2B5EF4-FFF2-40B4-BE49-F238E27FC236}">
                <a16:creationId xmlns:a16="http://schemas.microsoft.com/office/drawing/2014/main" id="{4CD4A42B-C02C-693C-F226-50E778A041C5}"/>
              </a:ext>
            </a:extLst>
          </p:cNvPr>
          <p:cNvSpPr txBox="1"/>
          <p:nvPr/>
        </p:nvSpPr>
        <p:spPr>
          <a:xfrm>
            <a:off x="4203026" y="659107"/>
            <a:ext cx="7571899" cy="11079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JM est une consultante de formation école d’ingénieur avec une spécialisation en Data Science à l’Ecole Polytechnique. Elle dispose de 3 ans d’expériences en Machine Learning et en Deep Learning dans le secteur de l’assurance et de la défense. Elle a notamment </a:t>
            </a: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pu développer des algorithmes et travailler sur des problématiques complexes mélangeant Natural </a:t>
            </a:r>
            <a:r>
              <a:rPr kumimoji="0" lang="fr-FR" sz="1100" b="0" i="0" u="none" strike="noStrike" kern="1200" cap="none" spc="0" normalizeH="0" baseline="0" noProof="0" err="1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Language</a:t>
            </a: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</a:t>
            </a:r>
            <a:r>
              <a:rPr kumimoji="0" lang="fr-FR" sz="1100" b="0" i="0" u="none" strike="noStrike" kern="1200" cap="none" spc="0" normalizeH="0" baseline="0" noProof="0" err="1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Processing</a:t>
            </a: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et Computer Vision.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Lors de ses expériences elle a pu démontrer son autonomie dans la gestion des problématiques client et sa capacité à réaliser des projets de développement d’algorithme d’IA de bout en bout.</a:t>
            </a: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35363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DA49DA4E-4B7F-E102-FC74-691279B57EDC}"/>
              </a:ext>
            </a:extLst>
          </p:cNvPr>
          <p:cNvSpPr/>
          <p:nvPr/>
        </p:nvSpPr>
        <p:spPr>
          <a:xfrm>
            <a:off x="368576" y="5288596"/>
            <a:ext cx="3582335" cy="8429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Forme libre : forme 19">
            <a:extLst>
              <a:ext uri="{FF2B5EF4-FFF2-40B4-BE49-F238E27FC236}">
                <a16:creationId xmlns:a16="http://schemas.microsoft.com/office/drawing/2014/main" id="{9E581288-3C26-279A-90D8-72303934850C}"/>
              </a:ext>
            </a:extLst>
          </p:cNvPr>
          <p:cNvSpPr/>
          <p:nvPr/>
        </p:nvSpPr>
        <p:spPr>
          <a:xfrm>
            <a:off x="164427" y="2714693"/>
            <a:ext cx="2419511" cy="35999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429303"/>
              <a:gd name="f7" fmla="val 458973"/>
              <a:gd name="f8" fmla="val 2216112"/>
              <a:gd name="f9" fmla="val 9525"/>
              <a:gd name="f10" fmla="val 2233199"/>
              <a:gd name="f11" fmla="val 11341"/>
              <a:gd name="f12" fmla="val 2259078"/>
              <a:gd name="f13" fmla="val 14091"/>
              <a:gd name="f14" fmla="val 2356225"/>
              <a:gd name="f15" fmla="val 35045"/>
              <a:gd name="f16" fmla="val 125651"/>
              <a:gd name="f17" fmla="val 234249"/>
              <a:gd name="f18" fmla="val 342847"/>
              <a:gd name="f19" fmla="val 433453"/>
              <a:gd name="f20" fmla="val 454408"/>
              <a:gd name="f21" fmla="val 457157"/>
              <a:gd name="f22" fmla="val 458972"/>
              <a:gd name="f23" fmla="val 2216122"/>
              <a:gd name="f24" fmla="val 2216119"/>
              <a:gd name="f25" fmla="val 2216115"/>
              <a:gd name="f26" fmla="val 2216109"/>
              <a:gd name="f27" fmla="val 2216106"/>
              <a:gd name="f28" fmla="val 2216103"/>
              <a:gd name="f29" fmla="+- 0 0 -90"/>
              <a:gd name="f30" fmla="*/ f3 1 2429303"/>
              <a:gd name="f31" fmla="*/ f4 1 458973"/>
              <a:gd name="f32" fmla="+- f7 0 f5"/>
              <a:gd name="f33" fmla="+- f6 0 f5"/>
              <a:gd name="f34" fmla="*/ f29 f0 1"/>
              <a:gd name="f35" fmla="*/ f33 1 2429303"/>
              <a:gd name="f36" fmla="*/ f32 1 458973"/>
              <a:gd name="f37" fmla="*/ 0 f32 1"/>
              <a:gd name="f38" fmla="*/ 9525 f32 1"/>
              <a:gd name="f39" fmla="*/ 11341 f32 1"/>
              <a:gd name="f40" fmla="*/ 14091 f32 1"/>
              <a:gd name="f41" fmla="*/ 234249 f32 1"/>
              <a:gd name="f42" fmla="*/ 454408 f32 1"/>
              <a:gd name="f43" fmla="*/ 457157 f32 1"/>
              <a:gd name="f44" fmla="*/ 458972 f32 1"/>
              <a:gd name="f45" fmla="*/ 458973 f32 1"/>
              <a:gd name="f46" fmla="*/ 0 f33 1"/>
              <a:gd name="f47" fmla="*/ 2216112 f33 1"/>
              <a:gd name="f48" fmla="*/ 2233199 f33 1"/>
              <a:gd name="f49" fmla="*/ 2259078 f33 1"/>
              <a:gd name="f50" fmla="*/ 2429303 f33 1"/>
              <a:gd name="f51" fmla="*/ 2216122 f33 1"/>
              <a:gd name="f52" fmla="*/ 2216103 f33 1"/>
              <a:gd name="f53" fmla="*/ f34 1 f2"/>
              <a:gd name="f54" fmla="*/ f37 1 458973"/>
              <a:gd name="f55" fmla="*/ f38 1 458973"/>
              <a:gd name="f56" fmla="*/ f39 1 458973"/>
              <a:gd name="f57" fmla="*/ f40 1 458973"/>
              <a:gd name="f58" fmla="*/ f41 1 458973"/>
              <a:gd name="f59" fmla="*/ f42 1 458973"/>
              <a:gd name="f60" fmla="*/ f43 1 458973"/>
              <a:gd name="f61" fmla="*/ f44 1 458973"/>
              <a:gd name="f62" fmla="*/ f45 1 458973"/>
              <a:gd name="f63" fmla="*/ f46 1 2429303"/>
              <a:gd name="f64" fmla="*/ f47 1 2429303"/>
              <a:gd name="f65" fmla="*/ f48 1 2429303"/>
              <a:gd name="f66" fmla="*/ f49 1 2429303"/>
              <a:gd name="f67" fmla="*/ f50 1 2429303"/>
              <a:gd name="f68" fmla="*/ f51 1 2429303"/>
              <a:gd name="f69" fmla="*/ f52 1 2429303"/>
              <a:gd name="f70" fmla="*/ f5 1 f35"/>
              <a:gd name="f71" fmla="*/ f6 1 f35"/>
              <a:gd name="f72" fmla="*/ f5 1 f36"/>
              <a:gd name="f73" fmla="*/ f7 1 f36"/>
              <a:gd name="f74" fmla="+- f53 0 f1"/>
              <a:gd name="f75" fmla="*/ f63 1 f35"/>
              <a:gd name="f76" fmla="*/ f54 1 f36"/>
              <a:gd name="f77" fmla="*/ f64 1 f35"/>
              <a:gd name="f78" fmla="*/ f55 1 f36"/>
              <a:gd name="f79" fmla="*/ f65 1 f35"/>
              <a:gd name="f80" fmla="*/ f56 1 f36"/>
              <a:gd name="f81" fmla="*/ f66 1 f35"/>
              <a:gd name="f82" fmla="*/ f57 1 f36"/>
              <a:gd name="f83" fmla="*/ f67 1 f35"/>
              <a:gd name="f84" fmla="*/ f58 1 f36"/>
              <a:gd name="f85" fmla="*/ f59 1 f36"/>
              <a:gd name="f86" fmla="*/ f60 1 f36"/>
              <a:gd name="f87" fmla="*/ f61 1 f36"/>
              <a:gd name="f88" fmla="*/ f68 1 f35"/>
              <a:gd name="f89" fmla="*/ f62 1 f36"/>
              <a:gd name="f90" fmla="*/ f69 1 f35"/>
              <a:gd name="f91" fmla="*/ f70 f30 1"/>
              <a:gd name="f92" fmla="*/ f71 f30 1"/>
              <a:gd name="f93" fmla="*/ f73 f31 1"/>
              <a:gd name="f94" fmla="*/ f72 f31 1"/>
              <a:gd name="f95" fmla="*/ f75 f30 1"/>
              <a:gd name="f96" fmla="*/ f76 f31 1"/>
              <a:gd name="f97" fmla="*/ f77 f30 1"/>
              <a:gd name="f98" fmla="*/ f78 f31 1"/>
              <a:gd name="f99" fmla="*/ f79 f30 1"/>
              <a:gd name="f100" fmla="*/ f80 f31 1"/>
              <a:gd name="f101" fmla="*/ f81 f30 1"/>
              <a:gd name="f102" fmla="*/ f82 f31 1"/>
              <a:gd name="f103" fmla="*/ f83 f30 1"/>
              <a:gd name="f104" fmla="*/ f84 f31 1"/>
              <a:gd name="f105" fmla="*/ f85 f31 1"/>
              <a:gd name="f106" fmla="*/ f86 f31 1"/>
              <a:gd name="f107" fmla="*/ f87 f31 1"/>
              <a:gd name="f108" fmla="*/ f88 f30 1"/>
              <a:gd name="f109" fmla="*/ f89 f31 1"/>
              <a:gd name="f110" fmla="*/ f90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74">
                <a:pos x="f95" y="f96"/>
              </a:cxn>
              <a:cxn ang="f74">
                <a:pos x="f97" y="f98"/>
              </a:cxn>
              <a:cxn ang="f74">
                <a:pos x="f99" y="f98"/>
              </a:cxn>
              <a:cxn ang="f74">
                <a:pos x="f99" y="f100"/>
              </a:cxn>
              <a:cxn ang="f74">
                <a:pos x="f101" y="f102"/>
              </a:cxn>
              <a:cxn ang="f74">
                <a:pos x="f103" y="f104"/>
              </a:cxn>
              <a:cxn ang="f74">
                <a:pos x="f101" y="f105"/>
              </a:cxn>
              <a:cxn ang="f74">
                <a:pos x="f99" y="f106"/>
              </a:cxn>
              <a:cxn ang="f74">
                <a:pos x="f99" y="f107"/>
              </a:cxn>
              <a:cxn ang="f74">
                <a:pos x="f108" y="f107"/>
              </a:cxn>
              <a:cxn ang="f74">
                <a:pos x="f97" y="f109"/>
              </a:cxn>
              <a:cxn ang="f74">
                <a:pos x="f110" y="f107"/>
              </a:cxn>
              <a:cxn ang="f74">
                <a:pos x="f95" y="f107"/>
              </a:cxn>
              <a:cxn ang="f74">
                <a:pos x="f95" y="f96"/>
              </a:cxn>
            </a:cxnLst>
            <a:rect l="f91" t="f94" r="f92" b="f93"/>
            <a:pathLst>
              <a:path w="2429303" h="458973">
                <a:moveTo>
                  <a:pt x="f5" y="f5"/>
                </a:moveTo>
                <a:lnTo>
                  <a:pt x="f8" y="f9"/>
                </a:lnTo>
                <a:lnTo>
                  <a:pt x="f10" y="f9"/>
                </a:lnTo>
                <a:lnTo>
                  <a:pt x="f10" y="f11"/>
                </a:lnTo>
                <a:lnTo>
                  <a:pt x="f12" y="f13"/>
                </a:lnTo>
                <a:cubicBezTo>
                  <a:pt x="f14" y="f15"/>
                  <a:pt x="f6" y="f16"/>
                  <a:pt x="f6" y="f17"/>
                </a:cubicBezTo>
                <a:cubicBezTo>
                  <a:pt x="f6" y="f18"/>
                  <a:pt x="f14" y="f19"/>
                  <a:pt x="f12" y="f20"/>
                </a:cubicBezTo>
                <a:lnTo>
                  <a:pt x="f10" y="f21"/>
                </a:lnTo>
                <a:lnTo>
                  <a:pt x="f10" y="f22"/>
                </a:lnTo>
                <a:lnTo>
                  <a:pt x="f23" y="f22"/>
                </a:lnTo>
                <a:cubicBezTo>
                  <a:pt x="f24" y="f22"/>
                  <a:pt x="f25" y="f7"/>
                  <a:pt x="f8" y="f7"/>
                </a:cubicBezTo>
                <a:cubicBezTo>
                  <a:pt x="f26" y="f7"/>
                  <a:pt x="f27" y="f22"/>
                  <a:pt x="f28" y="f22"/>
                </a:cubicBezTo>
                <a:lnTo>
                  <a:pt x="f5" y="f22"/>
                </a:lnTo>
                <a:lnTo>
                  <a:pt x="f5" y="f5"/>
                </a:lnTo>
                <a:close/>
              </a:path>
            </a:pathLst>
          </a:custGeom>
          <a:solidFill>
            <a:srgbClr val="B3CAD1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200" b="1" i="0" u="none" strike="noStrike" kern="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itchFamily="34"/>
                <a:ea typeface="+mn-ea"/>
                <a:cs typeface="Arial" pitchFamily="34"/>
              </a:rPr>
              <a:t>COMPÉTENCES</a:t>
            </a:r>
            <a:endParaRPr kumimoji="0" lang="fr-FR" sz="1600" b="1" i="0" u="none" strike="noStrike" kern="0" cap="none" spc="0" normalizeH="0" baseline="0" noProof="0">
              <a:ln>
                <a:noFill/>
              </a:ln>
              <a:solidFill>
                <a:srgbClr val="353637"/>
              </a:solidFill>
              <a:effectLst/>
              <a:uLnTx/>
              <a:uFillTx/>
              <a:latin typeface="Arial" pitchFamily="34"/>
              <a:ea typeface="+mn-ea"/>
              <a:cs typeface="Arial" pitchFamily="34"/>
            </a:endParaRPr>
          </a:p>
        </p:txBody>
      </p:sp>
      <p:sp>
        <p:nvSpPr>
          <p:cNvPr id="8" name="Forme libre : forme 21">
            <a:extLst>
              <a:ext uri="{FF2B5EF4-FFF2-40B4-BE49-F238E27FC236}">
                <a16:creationId xmlns:a16="http://schemas.microsoft.com/office/drawing/2014/main" id="{7032FE3B-DBEB-E366-1B3B-5152C6869E47}"/>
              </a:ext>
            </a:extLst>
          </p:cNvPr>
          <p:cNvSpPr/>
          <p:nvPr/>
        </p:nvSpPr>
        <p:spPr>
          <a:xfrm>
            <a:off x="156567" y="4549703"/>
            <a:ext cx="2419511" cy="35999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429303"/>
              <a:gd name="f7" fmla="val 458973"/>
              <a:gd name="f8" fmla="val 2216112"/>
              <a:gd name="f9" fmla="val 9525"/>
              <a:gd name="f10" fmla="val 2233199"/>
              <a:gd name="f11" fmla="val 11341"/>
              <a:gd name="f12" fmla="val 2259078"/>
              <a:gd name="f13" fmla="val 14091"/>
              <a:gd name="f14" fmla="val 2356225"/>
              <a:gd name="f15" fmla="val 35045"/>
              <a:gd name="f16" fmla="val 125651"/>
              <a:gd name="f17" fmla="val 234249"/>
              <a:gd name="f18" fmla="val 342847"/>
              <a:gd name="f19" fmla="val 433453"/>
              <a:gd name="f20" fmla="val 454408"/>
              <a:gd name="f21" fmla="val 457157"/>
              <a:gd name="f22" fmla="val 458972"/>
              <a:gd name="f23" fmla="val 2216122"/>
              <a:gd name="f24" fmla="val 2216119"/>
              <a:gd name="f25" fmla="val 2216115"/>
              <a:gd name="f26" fmla="val 2216109"/>
              <a:gd name="f27" fmla="val 2216106"/>
              <a:gd name="f28" fmla="val 2216103"/>
              <a:gd name="f29" fmla="+- 0 0 -90"/>
              <a:gd name="f30" fmla="*/ f3 1 2429303"/>
              <a:gd name="f31" fmla="*/ f4 1 458973"/>
              <a:gd name="f32" fmla="+- f7 0 f5"/>
              <a:gd name="f33" fmla="+- f6 0 f5"/>
              <a:gd name="f34" fmla="*/ f29 f0 1"/>
              <a:gd name="f35" fmla="*/ f33 1 2429303"/>
              <a:gd name="f36" fmla="*/ f32 1 458973"/>
              <a:gd name="f37" fmla="*/ 0 f32 1"/>
              <a:gd name="f38" fmla="*/ 9525 f32 1"/>
              <a:gd name="f39" fmla="*/ 11341 f32 1"/>
              <a:gd name="f40" fmla="*/ 14091 f32 1"/>
              <a:gd name="f41" fmla="*/ 234249 f32 1"/>
              <a:gd name="f42" fmla="*/ 454408 f32 1"/>
              <a:gd name="f43" fmla="*/ 457157 f32 1"/>
              <a:gd name="f44" fmla="*/ 458972 f32 1"/>
              <a:gd name="f45" fmla="*/ 458973 f32 1"/>
              <a:gd name="f46" fmla="*/ 0 f33 1"/>
              <a:gd name="f47" fmla="*/ 2216112 f33 1"/>
              <a:gd name="f48" fmla="*/ 2233199 f33 1"/>
              <a:gd name="f49" fmla="*/ 2259078 f33 1"/>
              <a:gd name="f50" fmla="*/ 2429303 f33 1"/>
              <a:gd name="f51" fmla="*/ 2216122 f33 1"/>
              <a:gd name="f52" fmla="*/ 2216103 f33 1"/>
              <a:gd name="f53" fmla="*/ f34 1 f2"/>
              <a:gd name="f54" fmla="*/ f37 1 458973"/>
              <a:gd name="f55" fmla="*/ f38 1 458973"/>
              <a:gd name="f56" fmla="*/ f39 1 458973"/>
              <a:gd name="f57" fmla="*/ f40 1 458973"/>
              <a:gd name="f58" fmla="*/ f41 1 458973"/>
              <a:gd name="f59" fmla="*/ f42 1 458973"/>
              <a:gd name="f60" fmla="*/ f43 1 458973"/>
              <a:gd name="f61" fmla="*/ f44 1 458973"/>
              <a:gd name="f62" fmla="*/ f45 1 458973"/>
              <a:gd name="f63" fmla="*/ f46 1 2429303"/>
              <a:gd name="f64" fmla="*/ f47 1 2429303"/>
              <a:gd name="f65" fmla="*/ f48 1 2429303"/>
              <a:gd name="f66" fmla="*/ f49 1 2429303"/>
              <a:gd name="f67" fmla="*/ f50 1 2429303"/>
              <a:gd name="f68" fmla="*/ f51 1 2429303"/>
              <a:gd name="f69" fmla="*/ f52 1 2429303"/>
              <a:gd name="f70" fmla="*/ f5 1 f35"/>
              <a:gd name="f71" fmla="*/ f6 1 f35"/>
              <a:gd name="f72" fmla="*/ f5 1 f36"/>
              <a:gd name="f73" fmla="*/ f7 1 f36"/>
              <a:gd name="f74" fmla="+- f53 0 f1"/>
              <a:gd name="f75" fmla="*/ f63 1 f35"/>
              <a:gd name="f76" fmla="*/ f54 1 f36"/>
              <a:gd name="f77" fmla="*/ f64 1 f35"/>
              <a:gd name="f78" fmla="*/ f55 1 f36"/>
              <a:gd name="f79" fmla="*/ f65 1 f35"/>
              <a:gd name="f80" fmla="*/ f56 1 f36"/>
              <a:gd name="f81" fmla="*/ f66 1 f35"/>
              <a:gd name="f82" fmla="*/ f57 1 f36"/>
              <a:gd name="f83" fmla="*/ f67 1 f35"/>
              <a:gd name="f84" fmla="*/ f58 1 f36"/>
              <a:gd name="f85" fmla="*/ f59 1 f36"/>
              <a:gd name="f86" fmla="*/ f60 1 f36"/>
              <a:gd name="f87" fmla="*/ f61 1 f36"/>
              <a:gd name="f88" fmla="*/ f68 1 f35"/>
              <a:gd name="f89" fmla="*/ f62 1 f36"/>
              <a:gd name="f90" fmla="*/ f69 1 f35"/>
              <a:gd name="f91" fmla="*/ f70 f30 1"/>
              <a:gd name="f92" fmla="*/ f71 f30 1"/>
              <a:gd name="f93" fmla="*/ f73 f31 1"/>
              <a:gd name="f94" fmla="*/ f72 f31 1"/>
              <a:gd name="f95" fmla="*/ f75 f30 1"/>
              <a:gd name="f96" fmla="*/ f76 f31 1"/>
              <a:gd name="f97" fmla="*/ f77 f30 1"/>
              <a:gd name="f98" fmla="*/ f78 f31 1"/>
              <a:gd name="f99" fmla="*/ f79 f30 1"/>
              <a:gd name="f100" fmla="*/ f80 f31 1"/>
              <a:gd name="f101" fmla="*/ f81 f30 1"/>
              <a:gd name="f102" fmla="*/ f82 f31 1"/>
              <a:gd name="f103" fmla="*/ f83 f30 1"/>
              <a:gd name="f104" fmla="*/ f84 f31 1"/>
              <a:gd name="f105" fmla="*/ f85 f31 1"/>
              <a:gd name="f106" fmla="*/ f86 f31 1"/>
              <a:gd name="f107" fmla="*/ f87 f31 1"/>
              <a:gd name="f108" fmla="*/ f88 f30 1"/>
              <a:gd name="f109" fmla="*/ f89 f31 1"/>
              <a:gd name="f110" fmla="*/ f90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74">
                <a:pos x="f95" y="f96"/>
              </a:cxn>
              <a:cxn ang="f74">
                <a:pos x="f97" y="f98"/>
              </a:cxn>
              <a:cxn ang="f74">
                <a:pos x="f99" y="f98"/>
              </a:cxn>
              <a:cxn ang="f74">
                <a:pos x="f99" y="f100"/>
              </a:cxn>
              <a:cxn ang="f74">
                <a:pos x="f101" y="f102"/>
              </a:cxn>
              <a:cxn ang="f74">
                <a:pos x="f103" y="f104"/>
              </a:cxn>
              <a:cxn ang="f74">
                <a:pos x="f101" y="f105"/>
              </a:cxn>
              <a:cxn ang="f74">
                <a:pos x="f99" y="f106"/>
              </a:cxn>
              <a:cxn ang="f74">
                <a:pos x="f99" y="f107"/>
              </a:cxn>
              <a:cxn ang="f74">
                <a:pos x="f108" y="f107"/>
              </a:cxn>
              <a:cxn ang="f74">
                <a:pos x="f97" y="f109"/>
              </a:cxn>
              <a:cxn ang="f74">
                <a:pos x="f110" y="f107"/>
              </a:cxn>
              <a:cxn ang="f74">
                <a:pos x="f95" y="f107"/>
              </a:cxn>
              <a:cxn ang="f74">
                <a:pos x="f95" y="f96"/>
              </a:cxn>
            </a:cxnLst>
            <a:rect l="f91" t="f94" r="f92" b="f93"/>
            <a:pathLst>
              <a:path w="2429303" h="458973">
                <a:moveTo>
                  <a:pt x="f5" y="f5"/>
                </a:moveTo>
                <a:lnTo>
                  <a:pt x="f8" y="f9"/>
                </a:lnTo>
                <a:lnTo>
                  <a:pt x="f10" y="f9"/>
                </a:lnTo>
                <a:lnTo>
                  <a:pt x="f10" y="f11"/>
                </a:lnTo>
                <a:lnTo>
                  <a:pt x="f12" y="f13"/>
                </a:lnTo>
                <a:cubicBezTo>
                  <a:pt x="f14" y="f15"/>
                  <a:pt x="f6" y="f16"/>
                  <a:pt x="f6" y="f17"/>
                </a:cubicBezTo>
                <a:cubicBezTo>
                  <a:pt x="f6" y="f18"/>
                  <a:pt x="f14" y="f19"/>
                  <a:pt x="f12" y="f20"/>
                </a:cubicBezTo>
                <a:lnTo>
                  <a:pt x="f10" y="f21"/>
                </a:lnTo>
                <a:lnTo>
                  <a:pt x="f10" y="f22"/>
                </a:lnTo>
                <a:lnTo>
                  <a:pt x="f23" y="f22"/>
                </a:lnTo>
                <a:cubicBezTo>
                  <a:pt x="f24" y="f22"/>
                  <a:pt x="f25" y="f7"/>
                  <a:pt x="f8" y="f7"/>
                </a:cubicBezTo>
                <a:cubicBezTo>
                  <a:pt x="f26" y="f7"/>
                  <a:pt x="f27" y="f22"/>
                  <a:pt x="f28" y="f22"/>
                </a:cubicBezTo>
                <a:lnTo>
                  <a:pt x="f5" y="f22"/>
                </a:lnTo>
                <a:lnTo>
                  <a:pt x="f5" y="f5"/>
                </a:lnTo>
                <a:close/>
              </a:path>
            </a:pathLst>
          </a:custGeom>
          <a:solidFill>
            <a:srgbClr val="B3CAD1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200" b="1" i="0" u="none" strike="noStrike" kern="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itchFamily="34"/>
                <a:ea typeface="+mn-ea"/>
                <a:cs typeface="Arial" pitchFamily="34"/>
              </a:rPr>
              <a:t>OUTILS / MÉTHODES</a:t>
            </a:r>
            <a:endParaRPr kumimoji="0" lang="fr-FR" sz="1600" b="1" i="0" u="none" strike="noStrike" kern="0" cap="none" spc="0" normalizeH="0" baseline="0" noProof="0">
              <a:ln>
                <a:noFill/>
              </a:ln>
              <a:solidFill>
                <a:srgbClr val="353637"/>
              </a:solidFill>
              <a:effectLst/>
              <a:uLnTx/>
              <a:uFillTx/>
              <a:latin typeface="Arial" pitchFamily="34"/>
              <a:ea typeface="+mn-ea"/>
              <a:cs typeface="Arial" pitchFamily="34"/>
            </a:endParaRPr>
          </a:p>
        </p:txBody>
      </p:sp>
      <p:sp>
        <p:nvSpPr>
          <p:cNvPr id="9" name="Forme libre : forme 22">
            <a:extLst>
              <a:ext uri="{FF2B5EF4-FFF2-40B4-BE49-F238E27FC236}">
                <a16:creationId xmlns:a16="http://schemas.microsoft.com/office/drawing/2014/main" id="{D7F0CF3A-7C8D-2464-C091-A74D315DFE8C}"/>
              </a:ext>
            </a:extLst>
          </p:cNvPr>
          <p:cNvSpPr/>
          <p:nvPr/>
        </p:nvSpPr>
        <p:spPr>
          <a:xfrm>
            <a:off x="164427" y="1742116"/>
            <a:ext cx="2403793" cy="35999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429303"/>
              <a:gd name="f7" fmla="val 458973"/>
              <a:gd name="f8" fmla="val 2216112"/>
              <a:gd name="f9" fmla="val 9525"/>
              <a:gd name="f10" fmla="val 2233199"/>
              <a:gd name="f11" fmla="val 11341"/>
              <a:gd name="f12" fmla="val 2259078"/>
              <a:gd name="f13" fmla="val 14091"/>
              <a:gd name="f14" fmla="val 2356225"/>
              <a:gd name="f15" fmla="val 35045"/>
              <a:gd name="f16" fmla="val 125651"/>
              <a:gd name="f17" fmla="val 234249"/>
              <a:gd name="f18" fmla="val 342847"/>
              <a:gd name="f19" fmla="val 433453"/>
              <a:gd name="f20" fmla="val 454408"/>
              <a:gd name="f21" fmla="val 457157"/>
              <a:gd name="f22" fmla="val 458972"/>
              <a:gd name="f23" fmla="val 2216122"/>
              <a:gd name="f24" fmla="val 2216119"/>
              <a:gd name="f25" fmla="val 2216115"/>
              <a:gd name="f26" fmla="val 2216109"/>
              <a:gd name="f27" fmla="val 2216106"/>
              <a:gd name="f28" fmla="val 2216103"/>
              <a:gd name="f29" fmla="+- 0 0 -90"/>
              <a:gd name="f30" fmla="*/ f3 1 2429303"/>
              <a:gd name="f31" fmla="*/ f4 1 458973"/>
              <a:gd name="f32" fmla="+- f7 0 f5"/>
              <a:gd name="f33" fmla="+- f6 0 f5"/>
              <a:gd name="f34" fmla="*/ f29 f0 1"/>
              <a:gd name="f35" fmla="*/ f33 1 2429303"/>
              <a:gd name="f36" fmla="*/ f32 1 458973"/>
              <a:gd name="f37" fmla="*/ 0 f32 1"/>
              <a:gd name="f38" fmla="*/ 9525 f32 1"/>
              <a:gd name="f39" fmla="*/ 11341 f32 1"/>
              <a:gd name="f40" fmla="*/ 14091 f32 1"/>
              <a:gd name="f41" fmla="*/ 234249 f32 1"/>
              <a:gd name="f42" fmla="*/ 454408 f32 1"/>
              <a:gd name="f43" fmla="*/ 457157 f32 1"/>
              <a:gd name="f44" fmla="*/ 458972 f32 1"/>
              <a:gd name="f45" fmla="*/ 458973 f32 1"/>
              <a:gd name="f46" fmla="*/ 0 f33 1"/>
              <a:gd name="f47" fmla="*/ 2216112 f33 1"/>
              <a:gd name="f48" fmla="*/ 2233199 f33 1"/>
              <a:gd name="f49" fmla="*/ 2259078 f33 1"/>
              <a:gd name="f50" fmla="*/ 2429303 f33 1"/>
              <a:gd name="f51" fmla="*/ 2216122 f33 1"/>
              <a:gd name="f52" fmla="*/ 2216103 f33 1"/>
              <a:gd name="f53" fmla="*/ f34 1 f2"/>
              <a:gd name="f54" fmla="*/ f37 1 458973"/>
              <a:gd name="f55" fmla="*/ f38 1 458973"/>
              <a:gd name="f56" fmla="*/ f39 1 458973"/>
              <a:gd name="f57" fmla="*/ f40 1 458973"/>
              <a:gd name="f58" fmla="*/ f41 1 458973"/>
              <a:gd name="f59" fmla="*/ f42 1 458973"/>
              <a:gd name="f60" fmla="*/ f43 1 458973"/>
              <a:gd name="f61" fmla="*/ f44 1 458973"/>
              <a:gd name="f62" fmla="*/ f45 1 458973"/>
              <a:gd name="f63" fmla="*/ f46 1 2429303"/>
              <a:gd name="f64" fmla="*/ f47 1 2429303"/>
              <a:gd name="f65" fmla="*/ f48 1 2429303"/>
              <a:gd name="f66" fmla="*/ f49 1 2429303"/>
              <a:gd name="f67" fmla="*/ f50 1 2429303"/>
              <a:gd name="f68" fmla="*/ f51 1 2429303"/>
              <a:gd name="f69" fmla="*/ f52 1 2429303"/>
              <a:gd name="f70" fmla="*/ f5 1 f35"/>
              <a:gd name="f71" fmla="*/ f6 1 f35"/>
              <a:gd name="f72" fmla="*/ f5 1 f36"/>
              <a:gd name="f73" fmla="*/ f7 1 f36"/>
              <a:gd name="f74" fmla="+- f53 0 f1"/>
              <a:gd name="f75" fmla="*/ f63 1 f35"/>
              <a:gd name="f76" fmla="*/ f54 1 f36"/>
              <a:gd name="f77" fmla="*/ f64 1 f35"/>
              <a:gd name="f78" fmla="*/ f55 1 f36"/>
              <a:gd name="f79" fmla="*/ f65 1 f35"/>
              <a:gd name="f80" fmla="*/ f56 1 f36"/>
              <a:gd name="f81" fmla="*/ f66 1 f35"/>
              <a:gd name="f82" fmla="*/ f57 1 f36"/>
              <a:gd name="f83" fmla="*/ f67 1 f35"/>
              <a:gd name="f84" fmla="*/ f58 1 f36"/>
              <a:gd name="f85" fmla="*/ f59 1 f36"/>
              <a:gd name="f86" fmla="*/ f60 1 f36"/>
              <a:gd name="f87" fmla="*/ f61 1 f36"/>
              <a:gd name="f88" fmla="*/ f68 1 f35"/>
              <a:gd name="f89" fmla="*/ f62 1 f36"/>
              <a:gd name="f90" fmla="*/ f69 1 f35"/>
              <a:gd name="f91" fmla="*/ f70 f30 1"/>
              <a:gd name="f92" fmla="*/ f71 f30 1"/>
              <a:gd name="f93" fmla="*/ f73 f31 1"/>
              <a:gd name="f94" fmla="*/ f72 f31 1"/>
              <a:gd name="f95" fmla="*/ f75 f30 1"/>
              <a:gd name="f96" fmla="*/ f76 f31 1"/>
              <a:gd name="f97" fmla="*/ f77 f30 1"/>
              <a:gd name="f98" fmla="*/ f78 f31 1"/>
              <a:gd name="f99" fmla="*/ f79 f30 1"/>
              <a:gd name="f100" fmla="*/ f80 f31 1"/>
              <a:gd name="f101" fmla="*/ f81 f30 1"/>
              <a:gd name="f102" fmla="*/ f82 f31 1"/>
              <a:gd name="f103" fmla="*/ f83 f30 1"/>
              <a:gd name="f104" fmla="*/ f84 f31 1"/>
              <a:gd name="f105" fmla="*/ f85 f31 1"/>
              <a:gd name="f106" fmla="*/ f86 f31 1"/>
              <a:gd name="f107" fmla="*/ f87 f31 1"/>
              <a:gd name="f108" fmla="*/ f88 f30 1"/>
              <a:gd name="f109" fmla="*/ f89 f31 1"/>
              <a:gd name="f110" fmla="*/ f90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74">
                <a:pos x="f95" y="f96"/>
              </a:cxn>
              <a:cxn ang="f74">
                <a:pos x="f97" y="f98"/>
              </a:cxn>
              <a:cxn ang="f74">
                <a:pos x="f99" y="f98"/>
              </a:cxn>
              <a:cxn ang="f74">
                <a:pos x="f99" y="f100"/>
              </a:cxn>
              <a:cxn ang="f74">
                <a:pos x="f101" y="f102"/>
              </a:cxn>
              <a:cxn ang="f74">
                <a:pos x="f103" y="f104"/>
              </a:cxn>
              <a:cxn ang="f74">
                <a:pos x="f101" y="f105"/>
              </a:cxn>
              <a:cxn ang="f74">
                <a:pos x="f99" y="f106"/>
              </a:cxn>
              <a:cxn ang="f74">
                <a:pos x="f99" y="f107"/>
              </a:cxn>
              <a:cxn ang="f74">
                <a:pos x="f108" y="f107"/>
              </a:cxn>
              <a:cxn ang="f74">
                <a:pos x="f97" y="f109"/>
              </a:cxn>
              <a:cxn ang="f74">
                <a:pos x="f110" y="f107"/>
              </a:cxn>
              <a:cxn ang="f74">
                <a:pos x="f95" y="f107"/>
              </a:cxn>
              <a:cxn ang="f74">
                <a:pos x="f95" y="f96"/>
              </a:cxn>
            </a:cxnLst>
            <a:rect l="f91" t="f94" r="f92" b="f93"/>
            <a:pathLst>
              <a:path w="2429303" h="458973">
                <a:moveTo>
                  <a:pt x="f5" y="f5"/>
                </a:moveTo>
                <a:lnTo>
                  <a:pt x="f8" y="f9"/>
                </a:lnTo>
                <a:lnTo>
                  <a:pt x="f10" y="f9"/>
                </a:lnTo>
                <a:lnTo>
                  <a:pt x="f10" y="f11"/>
                </a:lnTo>
                <a:lnTo>
                  <a:pt x="f12" y="f13"/>
                </a:lnTo>
                <a:cubicBezTo>
                  <a:pt x="f14" y="f15"/>
                  <a:pt x="f6" y="f16"/>
                  <a:pt x="f6" y="f17"/>
                </a:cubicBezTo>
                <a:cubicBezTo>
                  <a:pt x="f6" y="f18"/>
                  <a:pt x="f14" y="f19"/>
                  <a:pt x="f12" y="f20"/>
                </a:cubicBezTo>
                <a:lnTo>
                  <a:pt x="f10" y="f21"/>
                </a:lnTo>
                <a:lnTo>
                  <a:pt x="f10" y="f22"/>
                </a:lnTo>
                <a:lnTo>
                  <a:pt x="f23" y="f22"/>
                </a:lnTo>
                <a:cubicBezTo>
                  <a:pt x="f24" y="f22"/>
                  <a:pt x="f25" y="f7"/>
                  <a:pt x="f8" y="f7"/>
                </a:cubicBezTo>
                <a:cubicBezTo>
                  <a:pt x="f26" y="f7"/>
                  <a:pt x="f27" y="f22"/>
                  <a:pt x="f28" y="f22"/>
                </a:cubicBezTo>
                <a:lnTo>
                  <a:pt x="f5" y="f22"/>
                </a:lnTo>
                <a:lnTo>
                  <a:pt x="f5" y="f5"/>
                </a:lnTo>
                <a:close/>
              </a:path>
            </a:pathLst>
          </a:custGeom>
          <a:solidFill>
            <a:srgbClr val="B3CAD1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200" b="1" i="0" u="none" strike="noStrike" kern="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 pitchFamily="34"/>
                <a:ea typeface="+mn-ea"/>
                <a:cs typeface="Arial" pitchFamily="34"/>
              </a:rPr>
              <a:t>FORMATIONS</a:t>
            </a:r>
            <a:endParaRPr kumimoji="0" lang="fr-FR" sz="1600" b="1" i="0" u="none" strike="noStrike" kern="0" cap="none" spc="0" normalizeH="0" baseline="0" noProof="0">
              <a:ln>
                <a:noFill/>
              </a:ln>
              <a:solidFill>
                <a:srgbClr val="353637"/>
              </a:solidFill>
              <a:effectLst/>
              <a:uLnTx/>
              <a:uFillTx/>
              <a:latin typeface="Arial" pitchFamily="34"/>
              <a:ea typeface="+mn-ea"/>
              <a:cs typeface="Arial" pitchFamily="34"/>
            </a:endParaRPr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19DF63CA-1A6F-79D2-FA42-20EC03A5B3AE}"/>
              </a:ext>
            </a:extLst>
          </p:cNvPr>
          <p:cNvSpPr/>
          <p:nvPr/>
        </p:nvSpPr>
        <p:spPr>
          <a:xfrm>
            <a:off x="312857" y="2148995"/>
            <a:ext cx="3579427" cy="69494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175893" marR="0" lvl="0" indent="-175893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43A2BF"/>
              </a:buClr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M2 Data Science Institut Polytechnique de Paris – Ecole Polytechnique</a:t>
            </a:r>
          </a:p>
          <a:p>
            <a:pPr marL="175893" marR="0" lvl="0" indent="-175893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43A2BF"/>
              </a:buClr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Diplôme d'Ingénieur Institut d'Optique </a:t>
            </a:r>
            <a:r>
              <a:rPr kumimoji="0" lang="fr-FR" sz="1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Graduate</a:t>
            </a: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fr-FR" sz="1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School</a:t>
            </a: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Forme libre : forme 40">
            <a:extLst>
              <a:ext uri="{FF2B5EF4-FFF2-40B4-BE49-F238E27FC236}">
                <a16:creationId xmlns:a16="http://schemas.microsoft.com/office/drawing/2014/main" id="{99F67601-C5E5-0A17-5377-87CFBE44BB0F}"/>
              </a:ext>
            </a:extLst>
          </p:cNvPr>
          <p:cNvSpPr/>
          <p:nvPr/>
        </p:nvSpPr>
        <p:spPr>
          <a:xfrm>
            <a:off x="4166947" y="1788996"/>
            <a:ext cx="4944261" cy="35999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193356"/>
              <a:gd name="f7" fmla="val 449448"/>
              <a:gd name="f8" fmla="val 4980165"/>
              <a:gd name="f9" fmla="val 4997252"/>
              <a:gd name="f10" fmla="val 1816"/>
              <a:gd name="f11" fmla="val 5023131"/>
              <a:gd name="f12" fmla="val 4566"/>
              <a:gd name="f13" fmla="val 5120278"/>
              <a:gd name="f14" fmla="val 25520"/>
              <a:gd name="f15" fmla="val 116126"/>
              <a:gd name="f16" fmla="val 224724"/>
              <a:gd name="f17" fmla="val 333322"/>
              <a:gd name="f18" fmla="val 423928"/>
              <a:gd name="f19" fmla="val 444883"/>
              <a:gd name="f20" fmla="val 447632"/>
              <a:gd name="f21" fmla="val 449447"/>
              <a:gd name="f22" fmla="val 4980175"/>
              <a:gd name="f23" fmla="val 4980156"/>
              <a:gd name="f24" fmla="+- 0 0 -90"/>
              <a:gd name="f25" fmla="*/ f3 1 5193356"/>
              <a:gd name="f26" fmla="*/ f4 1 449448"/>
              <a:gd name="f27" fmla="+- f7 0 f5"/>
              <a:gd name="f28" fmla="+- f6 0 f5"/>
              <a:gd name="f29" fmla="*/ f24 f0 1"/>
              <a:gd name="f30" fmla="*/ f28 1 5193356"/>
              <a:gd name="f31" fmla="*/ f27 1 449448"/>
              <a:gd name="f32" fmla="*/ 0 f28 1"/>
              <a:gd name="f33" fmla="*/ 0 f27 1"/>
              <a:gd name="f34" fmla="*/ 4980165 f28 1"/>
              <a:gd name="f35" fmla="*/ 4997252 f28 1"/>
              <a:gd name="f36" fmla="*/ 1816 f27 1"/>
              <a:gd name="f37" fmla="*/ 5023131 f28 1"/>
              <a:gd name="f38" fmla="*/ 4566 f27 1"/>
              <a:gd name="f39" fmla="*/ 5193356 f28 1"/>
              <a:gd name="f40" fmla="*/ 224724 f27 1"/>
              <a:gd name="f41" fmla="*/ 444883 f27 1"/>
              <a:gd name="f42" fmla="*/ 447632 f27 1"/>
              <a:gd name="f43" fmla="*/ 449447 f27 1"/>
              <a:gd name="f44" fmla="*/ 4980175 f28 1"/>
              <a:gd name="f45" fmla="*/ 449448 f27 1"/>
              <a:gd name="f46" fmla="*/ 4980156 f28 1"/>
              <a:gd name="f47" fmla="*/ f29 1 f2"/>
              <a:gd name="f48" fmla="*/ f32 1 5193356"/>
              <a:gd name="f49" fmla="*/ f33 1 449448"/>
              <a:gd name="f50" fmla="*/ f34 1 5193356"/>
              <a:gd name="f51" fmla="*/ f35 1 5193356"/>
              <a:gd name="f52" fmla="*/ f36 1 449448"/>
              <a:gd name="f53" fmla="*/ f37 1 5193356"/>
              <a:gd name="f54" fmla="*/ f38 1 449448"/>
              <a:gd name="f55" fmla="*/ f39 1 5193356"/>
              <a:gd name="f56" fmla="*/ f40 1 449448"/>
              <a:gd name="f57" fmla="*/ f41 1 449448"/>
              <a:gd name="f58" fmla="*/ f42 1 449448"/>
              <a:gd name="f59" fmla="*/ f43 1 449448"/>
              <a:gd name="f60" fmla="*/ f44 1 5193356"/>
              <a:gd name="f61" fmla="*/ f45 1 449448"/>
              <a:gd name="f62" fmla="*/ f46 1 5193356"/>
              <a:gd name="f63" fmla="*/ f5 1 f30"/>
              <a:gd name="f64" fmla="*/ f6 1 f30"/>
              <a:gd name="f65" fmla="*/ f5 1 f31"/>
              <a:gd name="f66" fmla="*/ f7 1 f31"/>
              <a:gd name="f67" fmla="+- f47 0 f1"/>
              <a:gd name="f68" fmla="*/ f48 1 f30"/>
              <a:gd name="f69" fmla="*/ f49 1 f31"/>
              <a:gd name="f70" fmla="*/ f50 1 f30"/>
              <a:gd name="f71" fmla="*/ f51 1 f30"/>
              <a:gd name="f72" fmla="*/ f52 1 f31"/>
              <a:gd name="f73" fmla="*/ f53 1 f30"/>
              <a:gd name="f74" fmla="*/ f54 1 f31"/>
              <a:gd name="f75" fmla="*/ f55 1 f30"/>
              <a:gd name="f76" fmla="*/ f56 1 f31"/>
              <a:gd name="f77" fmla="*/ f57 1 f31"/>
              <a:gd name="f78" fmla="*/ f58 1 f31"/>
              <a:gd name="f79" fmla="*/ f59 1 f31"/>
              <a:gd name="f80" fmla="*/ f60 1 f30"/>
              <a:gd name="f81" fmla="*/ f61 1 f31"/>
              <a:gd name="f82" fmla="*/ f62 1 f30"/>
              <a:gd name="f83" fmla="*/ f63 f25 1"/>
              <a:gd name="f84" fmla="*/ f64 f25 1"/>
              <a:gd name="f85" fmla="*/ f66 f26 1"/>
              <a:gd name="f86" fmla="*/ f65 f26 1"/>
              <a:gd name="f87" fmla="*/ f68 f25 1"/>
              <a:gd name="f88" fmla="*/ f69 f26 1"/>
              <a:gd name="f89" fmla="*/ f70 f25 1"/>
              <a:gd name="f90" fmla="*/ f71 f25 1"/>
              <a:gd name="f91" fmla="*/ f72 f26 1"/>
              <a:gd name="f92" fmla="*/ f73 f25 1"/>
              <a:gd name="f93" fmla="*/ f74 f26 1"/>
              <a:gd name="f94" fmla="*/ f75 f25 1"/>
              <a:gd name="f95" fmla="*/ f76 f26 1"/>
              <a:gd name="f96" fmla="*/ f77 f26 1"/>
              <a:gd name="f97" fmla="*/ f78 f26 1"/>
              <a:gd name="f98" fmla="*/ f79 f26 1"/>
              <a:gd name="f99" fmla="*/ f80 f25 1"/>
              <a:gd name="f100" fmla="*/ f81 f26 1"/>
              <a:gd name="f101" fmla="*/ f82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7">
                <a:pos x="f87" y="f88"/>
              </a:cxn>
              <a:cxn ang="f67">
                <a:pos x="f89" y="f88"/>
              </a:cxn>
              <a:cxn ang="f67">
                <a:pos x="f90" y="f88"/>
              </a:cxn>
              <a:cxn ang="f67">
                <a:pos x="f90" y="f91"/>
              </a:cxn>
              <a:cxn ang="f67">
                <a:pos x="f92" y="f93"/>
              </a:cxn>
              <a:cxn ang="f67">
                <a:pos x="f94" y="f95"/>
              </a:cxn>
              <a:cxn ang="f67">
                <a:pos x="f92" y="f96"/>
              </a:cxn>
              <a:cxn ang="f67">
                <a:pos x="f90" y="f97"/>
              </a:cxn>
              <a:cxn ang="f67">
                <a:pos x="f90" y="f98"/>
              </a:cxn>
              <a:cxn ang="f67">
                <a:pos x="f99" y="f98"/>
              </a:cxn>
              <a:cxn ang="f67">
                <a:pos x="f89" y="f100"/>
              </a:cxn>
              <a:cxn ang="f67">
                <a:pos x="f101" y="f98"/>
              </a:cxn>
              <a:cxn ang="f67">
                <a:pos x="f87" y="f98"/>
              </a:cxn>
            </a:cxnLst>
            <a:rect l="f83" t="f86" r="f84" b="f85"/>
            <a:pathLst>
              <a:path w="5193356" h="449448">
                <a:moveTo>
                  <a:pt x="f5" y="f5"/>
                </a:moveTo>
                <a:lnTo>
                  <a:pt x="f8" y="f5"/>
                </a:lnTo>
                <a:lnTo>
                  <a:pt x="f9" y="f5"/>
                </a:lnTo>
                <a:lnTo>
                  <a:pt x="f9" y="f10"/>
                </a:lnTo>
                <a:lnTo>
                  <a:pt x="f11" y="f12"/>
                </a:lnTo>
                <a:cubicBezTo>
                  <a:pt x="f13" y="f14"/>
                  <a:pt x="f6" y="f15"/>
                  <a:pt x="f6" y="f16"/>
                </a:cubicBezTo>
                <a:cubicBezTo>
                  <a:pt x="f6" y="f17"/>
                  <a:pt x="f13" y="f18"/>
                  <a:pt x="f11" y="f19"/>
                </a:cubicBezTo>
                <a:lnTo>
                  <a:pt x="f9" y="f20"/>
                </a:lnTo>
                <a:lnTo>
                  <a:pt x="f9" y="f21"/>
                </a:lnTo>
                <a:lnTo>
                  <a:pt x="f22" y="f21"/>
                </a:lnTo>
                <a:lnTo>
                  <a:pt x="f8" y="f7"/>
                </a:lnTo>
                <a:lnTo>
                  <a:pt x="f23" y="f21"/>
                </a:lnTo>
                <a:lnTo>
                  <a:pt x="f5" y="f21"/>
                </a:lnTo>
                <a:close/>
              </a:path>
            </a:pathLst>
          </a:custGeom>
          <a:solidFill>
            <a:srgbClr val="43A2B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/>
                <a:ea typeface="+mn-ea"/>
                <a:cs typeface="Arial" pitchFamily="34"/>
              </a:rPr>
              <a:t>PRINCIPALES EXPÉRIENCES EN LIEN AVEC LA MISSION</a:t>
            </a:r>
          </a:p>
        </p:txBody>
      </p:sp>
      <p:sp>
        <p:nvSpPr>
          <p:cNvPr id="12" name="ZoneTexte 8">
            <a:extLst>
              <a:ext uri="{FF2B5EF4-FFF2-40B4-BE49-F238E27FC236}">
                <a16:creationId xmlns:a16="http://schemas.microsoft.com/office/drawing/2014/main" id="{328CE097-C2F1-8985-0D7A-AC180EF95310}"/>
              </a:ext>
            </a:extLst>
          </p:cNvPr>
          <p:cNvSpPr txBox="1"/>
          <p:nvPr/>
        </p:nvSpPr>
        <p:spPr>
          <a:xfrm>
            <a:off x="4813770" y="2231716"/>
            <a:ext cx="6957852" cy="44957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1000" b="1" i="0" u="none" strike="noStrike" kern="1200" cap="none" spc="0" normalizeH="0" baseline="0" noProof="0" err="1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Projet</a:t>
            </a: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Interne AMITA – Data Scientist (1 an)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43A2B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Mise </a:t>
            </a:r>
            <a:r>
              <a:rPr kumimoji="0" lang="en-US" sz="1000" b="1" i="0" u="none" strike="noStrike" kern="0" cap="none" spc="0" normalizeH="0" baseline="0" noProof="0" err="1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</a:t>
            </a: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place </a:t>
            </a:r>
            <a:r>
              <a:rPr kumimoji="0" lang="en-US" sz="1000" b="1" i="0" u="none" strike="noStrike" kern="0" cap="none" spc="0" normalizeH="0" baseline="0" noProof="0" err="1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d’une</a:t>
            </a: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pipeline RAG sur </a:t>
            </a:r>
            <a:r>
              <a:rPr kumimoji="0" lang="en-US" sz="1000" b="1" i="0" u="none" strike="noStrike" kern="0" cap="none" spc="0" normalizeH="0" baseline="0" noProof="0" err="1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une</a:t>
            </a: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base </a:t>
            </a:r>
            <a:r>
              <a:rPr kumimoji="0" lang="en-US" sz="1000" b="1" i="0" u="none" strike="noStrike" kern="0" cap="none" spc="0" normalizeH="0" baseline="0" noProof="0" err="1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documentaire</a:t>
            </a: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interne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Benchmark des différentes briques techniques de la solution (modèle d’</a:t>
            </a:r>
            <a:r>
              <a:rPr kumimoji="0" lang="fr-FR" sz="1000" b="0" i="0" u="none" strike="noStrike" kern="1200" cap="none" spc="0" normalizeH="0" baseline="0" noProof="0" err="1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embedding</a:t>
            </a: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, modèle de LLM, Framework, </a:t>
            </a:r>
            <a:r>
              <a:rPr kumimoji="0" lang="fr-FR" sz="1000" b="0" i="0" u="none" strike="noStrike" kern="1200" cap="none" spc="0" normalizeH="0" baseline="0" noProof="0" err="1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Vector</a:t>
            </a: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Store) selon différents critères (coût, sécurité, performance, évolutivité …)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35363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ts val="1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Conception et élaboration de l’architecture technique cible</a:t>
            </a:r>
          </a:p>
          <a:p>
            <a:pPr marL="628650" marR="0" lvl="1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ts val="1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Définition d’une stratégie d’évaluation des performances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ts val="1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Développement d’un POC et préparation des travaux de MVP</a:t>
            </a:r>
            <a:endParaRPr kumimoji="0" lang="fr-FR" sz="1000" b="1" i="0" u="none" strike="noStrike" kern="1200" cap="none" spc="0" normalizeH="0" baseline="0" noProof="0">
              <a:ln>
                <a:noFill/>
              </a:ln>
              <a:solidFill>
                <a:srgbClr val="353637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ts val="1000"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353637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35363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1" i="0" u="none" strike="noStrike" kern="0" cap="none" spc="0" normalizeH="0" baseline="0" noProof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Malakoff Humanis 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– </a:t>
            </a:r>
            <a:r>
              <a:rPr kumimoji="0" lang="fr-FR" sz="1000" b="1" i="0" u="none" strike="noStrike" kern="0" cap="none" spc="0" normalizeH="0" baseline="0" noProof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</a:t>
            </a:r>
            <a:r>
              <a:rPr kumimoji="0" lang="fr-FR" sz="1000" b="1" i="0" u="none" strike="noStrike" kern="0" cap="none" spc="0" normalizeH="0" baseline="0" noProof="0" err="1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Scientist</a:t>
            </a:r>
            <a:r>
              <a:rPr kumimoji="0" lang="fr-FR" sz="1000" b="1" i="0" u="none" strike="noStrike" kern="0" cap="none" spc="0" normalizeH="0" baseline="0" noProof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(1 an)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fr-FR" sz="1000" b="1" i="0" u="none" strike="noStrike" kern="0" cap="none" spc="0" normalizeH="0" baseline="0" noProof="0">
              <a:ln>
                <a:noFill/>
              </a:ln>
              <a:solidFill>
                <a:srgbClr val="43A2B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ts val="1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1" i="0" u="none" strike="noStrike" kern="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Développement d'algorithmes pour la détection de fraudes documentaires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ts val="1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Extraction d’informations de documents et analyse de cohérence de ces informations (Computer Vision/Natural </a:t>
            </a:r>
            <a:r>
              <a:rPr kumimoji="0" lang="fr-FR" sz="1000" b="0" i="0" u="none" strike="noStrike" kern="1200" cap="none" spc="0" normalizeH="0" baseline="0" noProof="0" err="1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Language</a:t>
            </a: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fr-FR" sz="1000" b="0" i="0" u="none" strike="noStrike" kern="1200" cap="none" spc="0" normalizeH="0" baseline="0" noProof="0" err="1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Processing</a:t>
            </a: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)</a:t>
            </a:r>
          </a:p>
          <a:p>
            <a:pPr marL="628650" marR="0" lvl="1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ts val="1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Entraînement de modèles de Deep Learning (</a:t>
            </a:r>
            <a:r>
              <a:rPr kumimoji="0" lang="fr-FR" sz="1000" b="0" i="0" u="none" strike="noStrike" kern="1200" cap="none" spc="0" normalizeH="0" baseline="0" noProof="0" err="1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Named</a:t>
            </a: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fr-FR" sz="1000" b="0" i="0" u="none" strike="noStrike" kern="1200" cap="none" spc="0" normalizeH="0" baseline="0" noProof="0" err="1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Entity</a:t>
            </a: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Recognition, détection d'objets, Optical </a:t>
            </a:r>
            <a:r>
              <a:rPr kumimoji="0" lang="fr-FR" sz="1000" b="0" i="0" u="none" strike="noStrike" kern="1200" cap="none" spc="0" normalizeH="0" baseline="0" noProof="0" err="1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Character</a:t>
            </a: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Recognition)</a:t>
            </a:r>
          </a:p>
          <a:p>
            <a:pPr marL="628650" marR="0" lvl="1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ts val="1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Utilisation de </a:t>
            </a:r>
            <a:r>
              <a:rPr kumimoji="0" lang="fr-FR" sz="1000" b="0" i="0" u="none" strike="noStrike" kern="1200" cap="none" spc="0" normalizeH="0" baseline="0" noProof="0" err="1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Dataiku</a:t>
            </a: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pour la mise en production</a:t>
            </a:r>
            <a:endParaRPr kumimoji="0" lang="fr-FR" sz="1000" b="1" i="0" u="none" strike="noStrike" kern="1200" cap="none" spc="0" normalizeH="0" baseline="0" noProof="0">
              <a:ln>
                <a:noFill/>
              </a:ln>
              <a:solidFill>
                <a:srgbClr val="35363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35363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Safran Electronics &amp; </a:t>
            </a:r>
            <a:r>
              <a:rPr kumimoji="0" lang="en-GB" sz="1000" b="1" i="0" u="none" strike="noStrike" kern="1200" cap="none" spc="0" normalizeH="0" baseline="0" noProof="0" err="1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Defense</a:t>
            </a: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– </a:t>
            </a:r>
            <a:r>
              <a:rPr kumimoji="0" lang="fr-FR" sz="1000" b="1" i="0" u="none" strike="noStrike" kern="0" cap="none" spc="0" normalizeH="0" baseline="0" noProof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</a:t>
            </a:r>
            <a:r>
              <a:rPr kumimoji="0" lang="fr-FR" sz="1000" b="1" i="0" u="none" strike="noStrike" kern="0" cap="none" spc="0" normalizeH="0" baseline="0" noProof="0" err="1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Scientist</a:t>
            </a:r>
            <a:r>
              <a:rPr kumimoji="0" lang="fr-FR" sz="1000" b="1" i="0" u="none" strike="noStrike" kern="0" cap="none" spc="0" normalizeH="0" baseline="0" noProof="0">
                <a:ln>
                  <a:noFill/>
                </a:ln>
                <a:solidFill>
                  <a:srgbClr val="43A2B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(1 an)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fr-FR" sz="1000" b="1" i="0" u="none" strike="noStrike" kern="0" cap="none" spc="0" normalizeH="0" baseline="0" noProof="0">
              <a:ln>
                <a:noFill/>
              </a:ln>
              <a:solidFill>
                <a:srgbClr val="43A2B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1" i="0" u="none" strike="noStrike" kern="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Élaboration d'une solution basée sur des algorithmes de Deep Learning pour de la surveillance en temps réel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353637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633093" marR="0" lvl="1" indent="-175893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ts val="1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Amélioration d'images, super-résolution, détection et suivi d'objets</a:t>
            </a:r>
          </a:p>
          <a:p>
            <a:pPr marL="633093" marR="0" lvl="1" indent="-175893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ts val="1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Déploiement des solutions sur appareils portables</a:t>
            </a:r>
          </a:p>
          <a:p>
            <a:pPr marL="633093" marR="0" lvl="1" indent="-175893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ts val="1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Établissement d'une base de données pertinente en fonction des besoins.</a:t>
            </a:r>
          </a:p>
          <a:p>
            <a:pPr marL="633093" marR="0" lvl="1" indent="-175893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ts val="1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35363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Benchmark d'algorithmes de Deep Learning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ts val="1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353637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" name="Espace réservé du pied de page 3">
            <a:extLst>
              <a:ext uri="{FF2B5EF4-FFF2-40B4-BE49-F238E27FC236}">
                <a16:creationId xmlns:a16="http://schemas.microsoft.com/office/drawing/2014/main" id="{01A37497-3052-6442-7E84-25B666D15D0D}"/>
              </a:ext>
            </a:extLst>
          </p:cNvPr>
          <p:cNvSpPr txBox="1"/>
          <p:nvPr/>
        </p:nvSpPr>
        <p:spPr>
          <a:xfrm>
            <a:off x="1570427" y="6340477"/>
            <a:ext cx="7669036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700" b="0" i="0" u="none" strike="noStrike" kern="1200" cap="all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AMITA CONSEIL</a:t>
            </a:r>
          </a:p>
        </p:txBody>
      </p:sp>
      <p:sp>
        <p:nvSpPr>
          <p:cNvPr id="14" name="Espace réservé du numéro de diapositive 6">
            <a:extLst>
              <a:ext uri="{FF2B5EF4-FFF2-40B4-BE49-F238E27FC236}">
                <a16:creationId xmlns:a16="http://schemas.microsoft.com/office/drawing/2014/main" id="{7F13B2AB-EDE8-6EE2-9FFD-B3228E6372D8}"/>
              </a:ext>
            </a:extLst>
          </p:cNvPr>
          <p:cNvSpPr txBox="1"/>
          <p:nvPr/>
        </p:nvSpPr>
        <p:spPr>
          <a:xfrm>
            <a:off x="380993" y="6340477"/>
            <a:ext cx="362084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987BB30-A376-4578-9F30-2DB56DED5B76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Espace réservé de la date 1">
            <a:extLst>
              <a:ext uri="{FF2B5EF4-FFF2-40B4-BE49-F238E27FC236}">
                <a16:creationId xmlns:a16="http://schemas.microsoft.com/office/drawing/2014/main" id="{A78528C2-60A1-E801-E86A-632B1DAA22DA}"/>
              </a:ext>
            </a:extLst>
          </p:cNvPr>
          <p:cNvSpPr txBox="1"/>
          <p:nvPr/>
        </p:nvSpPr>
        <p:spPr>
          <a:xfrm>
            <a:off x="743078" y="6340477"/>
            <a:ext cx="827349" cy="3651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700" b="0" i="0" u="none" strike="noStrike" kern="1200" cap="all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03/04/2025</a:t>
            </a: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B329250A-1DB7-5657-E95F-768E9E15758D}"/>
              </a:ext>
            </a:extLst>
          </p:cNvPr>
          <p:cNvSpPr/>
          <p:nvPr/>
        </p:nvSpPr>
        <p:spPr>
          <a:xfrm>
            <a:off x="380993" y="3273341"/>
            <a:ext cx="3579427" cy="117127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Ellipse 9">
            <a:extLst>
              <a:ext uri="{FF2B5EF4-FFF2-40B4-BE49-F238E27FC236}">
                <a16:creationId xmlns:a16="http://schemas.microsoft.com/office/drawing/2014/main" id="{534086D8-D674-D15F-E456-94A63C86C67C}"/>
              </a:ext>
            </a:extLst>
          </p:cNvPr>
          <p:cNvSpPr/>
          <p:nvPr/>
        </p:nvSpPr>
        <p:spPr>
          <a:xfrm>
            <a:off x="666213" y="709318"/>
            <a:ext cx="1131076" cy="111667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0B1F6932-40BA-D7A2-A93B-CB64E8205B85}"/>
              </a:ext>
            </a:extLst>
          </p:cNvPr>
          <p:cNvSpPr/>
          <p:nvPr/>
        </p:nvSpPr>
        <p:spPr>
          <a:xfrm>
            <a:off x="340734" y="4943212"/>
            <a:ext cx="3570439" cy="117127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Python (</a:t>
            </a:r>
            <a:r>
              <a:rPr kumimoji="0" lang="fr-FR" sz="1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numpy</a:t>
            </a: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pandas, </a:t>
            </a:r>
            <a:r>
              <a:rPr kumimoji="0" lang="fr-FR" sz="1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keras</a:t>
            </a: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fr-FR" sz="1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tensorflow</a:t>
            </a: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fr-FR" sz="1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scikit-learn</a:t>
            </a: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fr-FR" sz="1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pytorch</a:t>
            </a: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fr-FR" sz="1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transformers</a:t>
            </a: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fr-FR" sz="1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matplotlib</a:t>
            </a: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C, Matlab, R, SQL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AWS (S3)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Docker, Git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LaTeX</a:t>
            </a: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fr-FR" sz="1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Markdown</a:t>
            </a: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Office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Dataiku</a:t>
            </a: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A2BF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Langchain</a:t>
            </a: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fr-FR" sz="1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OpenAI</a:t>
            </a: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fr-FR" sz="1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MistralAI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5534DB19-9DB5-CDA1-7D4C-42CA6167B0B5}"/>
              </a:ext>
            </a:extLst>
          </p:cNvPr>
          <p:cNvSpPr/>
          <p:nvPr/>
        </p:nvSpPr>
        <p:spPr>
          <a:xfrm>
            <a:off x="312857" y="3097466"/>
            <a:ext cx="3570439" cy="117127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175893" marR="0" lvl="0" indent="-17589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43A2BF"/>
              </a:buClr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Machine Learning (Apprentissage supervisé, Apprentissage non-supervisé)</a:t>
            </a:r>
          </a:p>
          <a:p>
            <a:pPr marL="175893" marR="0" lvl="0" indent="-17589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43A2BF"/>
              </a:buClr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Deep Learning</a:t>
            </a:r>
          </a:p>
          <a:p>
            <a:pPr marL="175893" marR="0" lvl="0" indent="-17589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43A2BF"/>
              </a:buClr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Computer Vision</a:t>
            </a:r>
          </a:p>
          <a:p>
            <a:pPr marL="175893" marR="0" lvl="0" indent="-17589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43A2BF"/>
              </a:buClr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NLP</a:t>
            </a:r>
          </a:p>
          <a:p>
            <a:pPr marL="175893" marR="0" lvl="0" indent="-17589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43A2BF"/>
              </a:buClr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Assistant LLM/RAG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43A2BF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</a:t>
            </a:r>
            <a:r>
              <a:rPr kumimoji="0" lang="fr-FR" sz="1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Cleansing</a:t>
            </a: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 Mise en qualité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43A2BF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fr-FR" sz="1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Testing</a:t>
            </a: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 Back-</a:t>
            </a:r>
            <a:r>
              <a:rPr kumimoji="0" lang="fr-FR" sz="1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testing</a:t>
            </a:r>
            <a:r>
              <a:rPr kumimoji="0" lang="fr-F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 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43A2BF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5893" marR="0" lvl="0" indent="-17589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43A2BF"/>
              </a:buClr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fr-FR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2452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5 02_AMITA Conseil">
  <a:themeElements>
    <a:clrScheme name="AMITA 2">
      <a:dk1>
        <a:srgbClr val="353637"/>
      </a:dk1>
      <a:lt1>
        <a:sysClr val="window" lastClr="FFFFFF"/>
      </a:lt1>
      <a:dk2>
        <a:srgbClr val="43A2BF"/>
      </a:dk2>
      <a:lt2>
        <a:srgbClr val="F7F7F7"/>
      </a:lt2>
      <a:accent1>
        <a:srgbClr val="43A2BF"/>
      </a:accent1>
      <a:accent2>
        <a:srgbClr val="4D7480"/>
      </a:accent2>
      <a:accent3>
        <a:srgbClr val="B5E1EF"/>
      </a:accent3>
      <a:accent4>
        <a:srgbClr val="6AA6B7"/>
      </a:accent4>
      <a:accent5>
        <a:srgbClr val="FFAE19"/>
      </a:accent5>
      <a:accent6>
        <a:srgbClr val="FF6419"/>
      </a:accent6>
      <a:hlink>
        <a:srgbClr val="4D7480"/>
      </a:hlink>
      <a:folHlink>
        <a:srgbClr val="2E556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5 02_AMITA Conseil" id="{04D555FD-3CF6-4C09-9956-4D12109AF0E0}" vid="{1030E482-EE0D-43A8-A09B-A92D63339AC2}"/>
    </a:ext>
  </a:extLst>
</a:theme>
</file>

<file path=ppt/theme/theme2.xml><?xml version="1.0" encoding="utf-8"?>
<a:theme xmlns:a="http://schemas.openxmlformats.org/drawingml/2006/main" name="1_2025 02_AMITA Consei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5_04_CV_HAMOUDA DERNOUR" id="{38A40B47-BFBA-4C6F-967B-AABBECD1FF0F}" vid="{AD051DF3-CA2E-4EB8-8271-ADA2F320A1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5923CF42828478025696259AFA44C" ma:contentTypeVersion="13" ma:contentTypeDescription="Crée un document." ma:contentTypeScope="" ma:versionID="5e993e22e778ef09ecfb16d3fefdfc9f">
  <xsd:schema xmlns:xsd="http://www.w3.org/2001/XMLSchema" xmlns:xs="http://www.w3.org/2001/XMLSchema" xmlns:p="http://schemas.microsoft.com/office/2006/metadata/properties" xmlns:ns2="b662136d-f4c7-4ecd-aecf-392677ef4b39" xmlns:ns3="5438b2ed-c33a-4943-80d4-1eb1a51ca64d" targetNamespace="http://schemas.microsoft.com/office/2006/metadata/properties" ma:root="true" ma:fieldsID="c5619f54d5f07886a6273fdc4fba94ca" ns2:_="" ns3:_="">
    <xsd:import namespace="b662136d-f4c7-4ecd-aecf-392677ef4b39"/>
    <xsd:import namespace="5438b2ed-c33a-4943-80d4-1eb1a51ca6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62136d-f4c7-4ecd-aecf-392677ef4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9c4cb228-3045-4ce0-a5ba-35060aea63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8b2ed-c33a-4943-80d4-1eb1a51ca64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9b42586-e577-452a-859a-b23ae595a161}" ma:internalName="TaxCatchAll" ma:showField="CatchAllData" ma:web="5438b2ed-c33a-4943-80d4-1eb1a51ca6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62136d-f4c7-4ecd-aecf-392677ef4b39">
      <Terms xmlns="http://schemas.microsoft.com/office/infopath/2007/PartnerControls"/>
    </lcf76f155ced4ddcb4097134ff3c332f>
    <TaxCatchAll xmlns="5438b2ed-c33a-4943-80d4-1eb1a51ca64d" xsi:nil="true"/>
  </documentManagement>
</p:properties>
</file>

<file path=customXml/itemProps1.xml><?xml version="1.0" encoding="utf-8"?>
<ds:datastoreItem xmlns:ds="http://schemas.openxmlformats.org/officeDocument/2006/customXml" ds:itemID="{A99BB03B-02D8-4150-8B36-F9BD50D9F5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E79DF9-C58F-4F32-98FC-7A5EE2CE32C6}">
  <ds:schemaRefs>
    <ds:schemaRef ds:uri="5438b2ed-c33a-4943-80d4-1eb1a51ca64d"/>
    <ds:schemaRef ds:uri="b662136d-f4c7-4ecd-aecf-392677ef4b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AC34AAB-7852-4104-B684-4FE27329F849}">
  <ds:schemaRefs>
    <ds:schemaRef ds:uri="5438b2ed-c33a-4943-80d4-1eb1a51ca64d"/>
    <ds:schemaRef ds:uri="b662136d-f4c7-4ecd-aecf-392677ef4b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2025 02_AMITA Conseil</vt:lpstr>
      <vt:lpstr>1_2025 02_AMITA Conseil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Aymeric Prat</dc:creator>
  <cp:revision>1</cp:revision>
  <dcterms:created xsi:type="dcterms:W3CDTF">2023-07-04T06:45:58Z</dcterms:created>
  <dcterms:modified xsi:type="dcterms:W3CDTF">2025-04-08T08:43:30Z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0x010100AEA5923CF42828478025696259AFA44C</vt:lpwstr>
  </property>
</Properties>
</file>