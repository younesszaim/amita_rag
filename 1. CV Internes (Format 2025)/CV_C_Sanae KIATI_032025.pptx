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notesSlides/notesSlide1.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8" r:id="rId4"/>
  </p:sldMasterIdLst>
  <p:notesMasterIdLst>
    <p:notesMasterId r:id="rId9"/>
  </p:notesMasterIdLst>
  <p:handoutMasterIdLst>
    <p:handoutMasterId r:id="rId10"/>
  </p:handoutMasterIdLst>
  <p:sldIdLst>
    <p:sldId id="2147473144" r:id="rId5"/>
    <p:sldId id="2147473142" r:id="rId6"/>
    <p:sldId id="2147473166" r:id="rId7"/>
    <p:sldId id="2147473167" r:id="rId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7480"/>
    <a:srgbClr val="FA803D"/>
    <a:srgbClr val="353637"/>
    <a:srgbClr val="43A2BF"/>
    <a:srgbClr val="FFFFFF"/>
    <a:srgbClr val="B5E1EF"/>
    <a:srgbClr val="6AA6B7"/>
    <a:srgbClr val="AEC4DA"/>
    <a:srgbClr val="C9D7E7"/>
    <a:srgbClr val="1614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58" autoAdjust="0"/>
    <p:restoredTop sz="94660"/>
  </p:normalViewPr>
  <p:slideViewPr>
    <p:cSldViewPr snapToGrid="0">
      <p:cViewPr varScale="1">
        <p:scale>
          <a:sx n="90" d="100"/>
          <a:sy n="90" d="100"/>
        </p:scale>
        <p:origin x="232" y="6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FB24B2C0-44A7-E859-F0F5-248C134869D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B195FBEB-AFF2-385C-9860-DC3C5A10E13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3ED521-90D3-4786-B7B2-29257DB33A99}" type="datetimeFigureOut">
              <a:rPr lang="fr-FR" smtClean="0"/>
              <a:t>27/03/2025</a:t>
            </a:fld>
            <a:endParaRPr lang="fr-FR"/>
          </a:p>
        </p:txBody>
      </p:sp>
      <p:sp>
        <p:nvSpPr>
          <p:cNvPr id="4" name="Espace réservé du pied de page 3">
            <a:extLst>
              <a:ext uri="{FF2B5EF4-FFF2-40B4-BE49-F238E27FC236}">
                <a16:creationId xmlns:a16="http://schemas.microsoft.com/office/drawing/2014/main" id="{8BC2FB3E-C108-C16D-1C58-DFC3617648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B98B3C60-4ADE-17B5-A9E7-ED077B292D6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AD0581-994E-4E23-BE9A-FBA5982806C4}" type="slidenum">
              <a:rPr lang="fr-FR" smtClean="0"/>
              <a:t>‹N°›</a:t>
            </a:fld>
            <a:endParaRPr lang="fr-FR"/>
          </a:p>
        </p:txBody>
      </p:sp>
    </p:spTree>
    <p:extLst>
      <p:ext uri="{BB962C8B-B14F-4D97-AF65-F5344CB8AC3E}">
        <p14:creationId xmlns:p14="http://schemas.microsoft.com/office/powerpoint/2010/main" val="34696047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43FFD9-8027-4C6C-B719-3E33B2AEFA5C}" type="datetimeFigureOut">
              <a:rPr lang="fr-FR" smtClean="0"/>
              <a:t>27/03/2025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CCD49A-1064-457F-9288-ED9170BDB4C3}" type="slidenum">
              <a:rPr lang="fr-FR" smtClean="0"/>
              <a:t>‹N°›</a:t>
            </a:fld>
            <a:endParaRPr lang="fr-FR"/>
          </a:p>
        </p:txBody>
      </p:sp>
    </p:spTree>
    <p:extLst>
      <p:ext uri="{BB962C8B-B14F-4D97-AF65-F5344CB8AC3E}">
        <p14:creationId xmlns:p14="http://schemas.microsoft.com/office/powerpoint/2010/main" val="4267161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4CCBB6-FBCA-4E1B-8481-3CF74219937C}" type="slidenum">
              <a:rPr lang="fr-FR" smtClean="0"/>
              <a:pPr/>
              <a:t>2</a:t>
            </a:fld>
            <a:endParaRPr lang="fr-FR"/>
          </a:p>
        </p:txBody>
      </p:sp>
    </p:spTree>
    <p:extLst>
      <p:ext uri="{BB962C8B-B14F-4D97-AF65-F5344CB8AC3E}">
        <p14:creationId xmlns:p14="http://schemas.microsoft.com/office/powerpoint/2010/main" val="13449581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07D3B-D737-6FBF-D89E-5DB58BB6898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0D6A6E0-5CBA-9262-8D53-57F8CB86A30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6FB38C3-9AB6-D267-3C5F-F96E0C9291FD}"/>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93186B97-1E7E-E3B3-35F8-8FFA5B125460}"/>
              </a:ext>
            </a:extLst>
          </p:cNvPr>
          <p:cNvSpPr>
            <a:spLocks noGrp="1"/>
          </p:cNvSpPr>
          <p:nvPr>
            <p:ph type="sldNum" sz="quarter" idx="5"/>
          </p:nvPr>
        </p:nvSpPr>
        <p:spPr/>
        <p:txBody>
          <a:bodyPr/>
          <a:lstStyle/>
          <a:p>
            <a:fld id="{E14CCBB6-FBCA-4E1B-8481-3CF74219937C}" type="slidenum">
              <a:rPr lang="fr-FR" smtClean="0"/>
              <a:pPr/>
              <a:t>4</a:t>
            </a:fld>
            <a:endParaRPr lang="fr-FR"/>
          </a:p>
        </p:txBody>
      </p:sp>
    </p:spTree>
    <p:extLst>
      <p:ext uri="{BB962C8B-B14F-4D97-AF65-F5344CB8AC3E}">
        <p14:creationId xmlns:p14="http://schemas.microsoft.com/office/powerpoint/2010/main" val="41203298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3.svg"/><Relationship Id="rId2" Type="http://schemas.openxmlformats.org/officeDocument/2006/relationships/slideMaster" Target="../slideMasters/slideMaster1.xml"/><Relationship Id="rId1" Type="http://schemas.openxmlformats.org/officeDocument/2006/relationships/tags" Target="../tags/tag2.xml"/><Relationship Id="rId6" Type="http://schemas.openxmlformats.org/officeDocument/2006/relationships/image" Target="../media/image2.png"/><Relationship Id="rId5" Type="http://schemas.openxmlformats.org/officeDocument/2006/relationships/image" Target="../media/image5.jpeg"/><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5.jpeg"/><Relationship Id="rId5" Type="http://schemas.openxmlformats.org/officeDocument/2006/relationships/image" Target="../media/image6.png"/><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1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oleObject" Target="../embeddings/oleObject18.bin"/><Relationship Id="rId7"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8.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19.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iapositive de titre_Externe">
    <p:spTree>
      <p:nvGrpSpPr>
        <p:cNvPr id="1" name=""/>
        <p:cNvGrpSpPr/>
        <p:nvPr/>
      </p:nvGrpSpPr>
      <p:grpSpPr>
        <a:xfrm>
          <a:off x="0" y="0"/>
          <a:ext cx="0" cy="0"/>
          <a:chOff x="0" y="0"/>
          <a:chExt cx="0" cy="0"/>
        </a:xfrm>
      </p:grpSpPr>
      <p:graphicFrame>
        <p:nvGraphicFramePr>
          <p:cNvPr id="2" name="Objet 1" hidden="1">
            <a:extLst>
              <a:ext uri="{FF2B5EF4-FFF2-40B4-BE49-F238E27FC236}">
                <a16:creationId xmlns:a16="http://schemas.microsoft.com/office/drawing/2014/main" id="{E0B0A3D8-21A4-F5D5-5B3B-C72A37F17A21}"/>
              </a:ext>
            </a:extLst>
          </p:cNvPr>
          <p:cNvGraphicFramePr>
            <a:graphicFrameLocks noChangeAspect="1"/>
          </p:cNvGraphicFramePr>
          <p:nvPr>
            <p:custDataLst>
              <p:tags r:id="rId1"/>
            </p:custDataLst>
            <p:extLst>
              <p:ext uri="{D42A27DB-BD31-4B8C-83A1-F6EECF244321}">
                <p14:modId xmlns:p14="http://schemas.microsoft.com/office/powerpoint/2010/main" val="38761705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2" name="Objet 1" hidden="1">
                        <a:extLst>
                          <a:ext uri="{FF2B5EF4-FFF2-40B4-BE49-F238E27FC236}">
                            <a16:creationId xmlns:a16="http://schemas.microsoft.com/office/drawing/2014/main" id="{E0B0A3D8-21A4-F5D5-5B3B-C72A37F17A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2ACAC907-7AE2-D996-69FC-C62EA15EA5AE}"/>
              </a:ext>
            </a:extLst>
          </p:cNvPr>
          <p:cNvSpPr/>
          <p:nvPr/>
        </p:nvSpPr>
        <p:spPr>
          <a:xfrm>
            <a:off x="0" y="6356350"/>
            <a:ext cx="12192000" cy="501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7" name="Rectangle 6">
            <a:extLst>
              <a:ext uri="{FF2B5EF4-FFF2-40B4-BE49-F238E27FC236}">
                <a16:creationId xmlns:a16="http://schemas.microsoft.com/office/drawing/2014/main" id="{A52E298E-8483-7123-962E-65C2DC20D959}"/>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pic>
        <p:nvPicPr>
          <p:cNvPr id="8" name="Picture Placeholder 4">
            <a:extLst>
              <a:ext uri="{FF2B5EF4-FFF2-40B4-BE49-F238E27FC236}">
                <a16:creationId xmlns:a16="http://schemas.microsoft.com/office/drawing/2014/main" id="{0DABC13F-E722-938B-B2A7-E7F0C4530395}"/>
              </a:ext>
            </a:extLst>
          </p:cNvPr>
          <p:cNvPicPr>
            <a:picLocks noChangeAspect="1"/>
          </p:cNvPicPr>
          <p:nvPr/>
        </p:nvPicPr>
        <p:blipFill rotWithShape="1">
          <a:blip r:embed="rId5">
            <a:alphaModFix amt="85000"/>
            <a:extLst>
              <a:ext uri="{28A0092B-C50C-407E-A947-70E740481C1C}">
                <a14:useLocalDpi xmlns:a14="http://schemas.microsoft.com/office/drawing/2010/main"/>
              </a:ext>
            </a:extLst>
          </a:blip>
          <a:srcRect/>
          <a:stretch/>
        </p:blipFill>
        <p:spPr>
          <a:xfrm>
            <a:off x="6095999" y="152400"/>
            <a:ext cx="5940426" cy="6553200"/>
          </a:xfrm>
          <a:prstGeom prst="rect">
            <a:avLst/>
          </a:prstGeom>
        </p:spPr>
      </p:pic>
      <p:sp>
        <p:nvSpPr>
          <p:cNvPr id="12" name="Titre 2">
            <a:extLst>
              <a:ext uri="{FF2B5EF4-FFF2-40B4-BE49-F238E27FC236}">
                <a16:creationId xmlns:a16="http://schemas.microsoft.com/office/drawing/2014/main" id="{DFB0E0C3-CAA0-E2E5-7CC7-EDF73E786FCD}"/>
              </a:ext>
            </a:extLst>
          </p:cNvPr>
          <p:cNvSpPr>
            <a:spLocks noGrp="1"/>
          </p:cNvSpPr>
          <p:nvPr>
            <p:ph type="title"/>
          </p:nvPr>
        </p:nvSpPr>
        <p:spPr>
          <a:xfrm>
            <a:off x="405392" y="2702734"/>
            <a:ext cx="5535032" cy="1200330"/>
          </a:xfrm>
        </p:spPr>
        <p:txBody>
          <a:bodyPr vert="horz">
            <a:normAutofit/>
          </a:bodyPr>
          <a:lstStyle>
            <a:lvl1pPr marL="0" indent="0" algn="l" defTabSz="914400" rtl="0" eaLnBrk="1" latinLnBrk="0" hangingPunct="1">
              <a:lnSpc>
                <a:spcPct val="100000"/>
              </a:lnSpc>
              <a:spcBef>
                <a:spcPts val="1000"/>
              </a:spcBef>
              <a:buFont typeface="Arial" panose="020B0604020202020204" pitchFamily="34" charset="0"/>
              <a:buNone/>
              <a:defRPr lang="fr-FR" sz="3500" b="1" i="0" kern="1200" spc="-200" dirty="0">
                <a:solidFill>
                  <a:schemeClr val="tx1"/>
                </a:solidFill>
                <a:latin typeface="+mj-lt"/>
                <a:ea typeface="+mn-ea"/>
                <a:cs typeface="+mn-cs"/>
              </a:defRPr>
            </a:lvl1pPr>
          </a:lstStyle>
          <a:p>
            <a:r>
              <a:rPr lang="fr-FR"/>
              <a:t>Modifiez le style du titre</a:t>
            </a:r>
          </a:p>
        </p:txBody>
      </p:sp>
      <p:sp>
        <p:nvSpPr>
          <p:cNvPr id="14" name="Espace réservé du texte 13">
            <a:extLst>
              <a:ext uri="{FF2B5EF4-FFF2-40B4-BE49-F238E27FC236}">
                <a16:creationId xmlns:a16="http://schemas.microsoft.com/office/drawing/2014/main" id="{2323AF6C-B7BC-FD33-DE02-267296386743}"/>
              </a:ext>
            </a:extLst>
          </p:cNvPr>
          <p:cNvSpPr>
            <a:spLocks noGrp="1"/>
          </p:cNvSpPr>
          <p:nvPr>
            <p:ph type="body" sz="quarter" idx="13" hasCustomPrompt="1"/>
          </p:nvPr>
        </p:nvSpPr>
        <p:spPr>
          <a:xfrm>
            <a:off x="405392" y="4171763"/>
            <a:ext cx="5535032" cy="615553"/>
          </a:xfrm>
        </p:spPr>
        <p:txBody>
          <a:bodyPr vert="horz" lIns="91440" tIns="45720" rIns="91440" bIns="45720" rtlCol="0" anchor="t">
            <a:noAutofit/>
          </a:bodyPr>
          <a:lstStyle>
            <a:lvl1pPr marL="0" indent="0" rtl="0">
              <a:buFont typeface="Arial" panose="020B0604020202020204" pitchFamily="34" charset="0"/>
              <a:buNone/>
              <a:defRPr lang="fr-FR" sz="1700" b="0" cap="none" baseline="0">
                <a:solidFill>
                  <a:srgbClr val="43A2BF"/>
                </a:solidFill>
                <a:latin typeface="+mj-lt"/>
              </a:defRPr>
            </a:lvl1pPr>
          </a:lstStyle>
          <a:p>
            <a:pPr marL="171450" lvl="0" indent="-171450">
              <a:spcBef>
                <a:spcPts val="0"/>
              </a:spcBef>
              <a:spcAft>
                <a:spcPts val="0"/>
              </a:spcAft>
            </a:pPr>
            <a:r>
              <a:rPr lang="fr-FR"/>
              <a:t>À l’attention de :</a:t>
            </a:r>
          </a:p>
        </p:txBody>
      </p:sp>
      <p:sp>
        <p:nvSpPr>
          <p:cNvPr id="16" name="Espace réservé du pied de page 2">
            <a:extLst>
              <a:ext uri="{FF2B5EF4-FFF2-40B4-BE49-F238E27FC236}">
                <a16:creationId xmlns:a16="http://schemas.microsoft.com/office/drawing/2014/main" id="{2B167ED6-AE00-F126-CF4A-009DB87FCB0D}"/>
              </a:ext>
            </a:extLst>
          </p:cNvPr>
          <p:cNvSpPr txBox="1">
            <a:spLocks/>
          </p:cNvSpPr>
          <p:nvPr/>
        </p:nvSpPr>
        <p:spPr>
          <a:xfrm>
            <a:off x="405392" y="1869619"/>
            <a:ext cx="3826799" cy="365125"/>
          </a:xfrm>
          <a:prstGeom prst="rect">
            <a:avLst/>
          </a:prstGeom>
          <a:noFill/>
        </p:spPr>
        <p:txBody>
          <a:bodyPr vert="horz" lIns="91440" tIns="45720" rIns="91440" bIns="45720" rtlCol="0" anchor="ctr"/>
          <a:lstStyle>
            <a:defPPr>
              <a:defRPr lang="fr-FR"/>
            </a:defPPr>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rtl="0"/>
            <a:r>
              <a:rPr lang="fr-FR" sz="850" b="1">
                <a:solidFill>
                  <a:srgbClr val="353637"/>
                </a:solidFill>
                <a:latin typeface="Now" panose="00000800000000000000" pitchFamily="50" charset="0"/>
              </a:rPr>
              <a:t>CABINET DE CONSEIL EN TRANSFORMATION</a:t>
            </a:r>
          </a:p>
          <a:p>
            <a:pPr algn="l" rtl="0"/>
            <a:r>
              <a:rPr lang="fr-FR" sz="700" b="1">
                <a:solidFill>
                  <a:srgbClr val="43A2BF"/>
                </a:solidFill>
                <a:latin typeface="Now" panose="00000800000000000000" pitchFamily="50" charset="0"/>
              </a:rPr>
              <a:t>PARIS – NANTES - NIORT</a:t>
            </a:r>
          </a:p>
        </p:txBody>
      </p:sp>
      <p:sp>
        <p:nvSpPr>
          <p:cNvPr id="17" name="Espace réservé du texte 13">
            <a:extLst>
              <a:ext uri="{FF2B5EF4-FFF2-40B4-BE49-F238E27FC236}">
                <a16:creationId xmlns:a16="http://schemas.microsoft.com/office/drawing/2014/main" id="{BAEA509A-536B-37D9-7FBF-76A40D60B19E}"/>
              </a:ext>
            </a:extLst>
          </p:cNvPr>
          <p:cNvSpPr>
            <a:spLocks noGrp="1"/>
          </p:cNvSpPr>
          <p:nvPr>
            <p:ph type="body" sz="quarter" idx="14" hasCustomPrompt="1"/>
          </p:nvPr>
        </p:nvSpPr>
        <p:spPr>
          <a:xfrm>
            <a:off x="405392" y="6232126"/>
            <a:ext cx="3398399" cy="365125"/>
          </a:xfrm>
        </p:spPr>
        <p:txBody>
          <a:bodyPr anchor="t">
            <a:no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lang="fr-FR" sz="1050" b="0" kern="1200" cap="none" baseline="0" dirty="0">
                <a:solidFill>
                  <a:schemeClr val="bg1">
                    <a:lumMod val="50000"/>
                  </a:schemeClr>
                </a:solidFill>
                <a:latin typeface="+mj-lt"/>
                <a:ea typeface="+mn-ea"/>
                <a:cs typeface="+mn-cs"/>
              </a:defRPr>
            </a:lvl1pPr>
          </a:lstStyle>
          <a:p>
            <a:pPr lvl="0"/>
            <a:r>
              <a:rPr lang="fr-FR"/>
              <a:t>Date</a:t>
            </a:r>
          </a:p>
        </p:txBody>
      </p:sp>
      <p:sp>
        <p:nvSpPr>
          <p:cNvPr id="6" name="Espace réservé pour une image  5">
            <a:extLst>
              <a:ext uri="{FF2B5EF4-FFF2-40B4-BE49-F238E27FC236}">
                <a16:creationId xmlns:a16="http://schemas.microsoft.com/office/drawing/2014/main" id="{AFCADCEA-D7EF-4A23-BEC7-7D6DFD55D920}"/>
              </a:ext>
            </a:extLst>
          </p:cNvPr>
          <p:cNvSpPr>
            <a:spLocks noGrp="1"/>
          </p:cNvSpPr>
          <p:nvPr>
            <p:ph type="pic" sz="quarter" idx="22" hasCustomPrompt="1"/>
          </p:nvPr>
        </p:nvSpPr>
        <p:spPr>
          <a:xfrm>
            <a:off x="405392" y="4977908"/>
            <a:ext cx="3398400" cy="1063625"/>
          </a:xfrm>
        </p:spPr>
        <p:txBody>
          <a:bodyPr/>
          <a:lstStyle>
            <a:lvl1pPr marL="0" indent="0" rtl="0">
              <a:buNone/>
              <a:defRPr sz="1600">
                <a:solidFill>
                  <a:schemeClr val="bg1">
                    <a:lumMod val="50000"/>
                  </a:schemeClr>
                </a:solidFill>
              </a:defRPr>
            </a:lvl1pPr>
          </a:lstStyle>
          <a:p>
            <a:r>
              <a:rPr lang="fr-FR"/>
              <a:t>Insérer le logo client</a:t>
            </a:r>
          </a:p>
        </p:txBody>
      </p:sp>
      <p:pic>
        <p:nvPicPr>
          <p:cNvPr id="3" name="Espace réservé du contenu 14">
            <a:extLst>
              <a:ext uri="{FF2B5EF4-FFF2-40B4-BE49-F238E27FC236}">
                <a16:creationId xmlns:a16="http://schemas.microsoft.com/office/drawing/2014/main" id="{E148F707-7F4A-452A-957D-A68A3040F281}"/>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269516" y="521012"/>
            <a:ext cx="3398244" cy="1528773"/>
          </a:xfrm>
          <a:prstGeom prst="rect">
            <a:avLst/>
          </a:prstGeom>
        </p:spPr>
      </p:pic>
      <p:sp>
        <p:nvSpPr>
          <p:cNvPr id="5" name="ZoneTexte 4">
            <a:extLst>
              <a:ext uri="{FF2B5EF4-FFF2-40B4-BE49-F238E27FC236}">
                <a16:creationId xmlns:a16="http://schemas.microsoft.com/office/drawing/2014/main" id="{C6D6CB2A-A13C-0602-09B6-D12BA3E91498}"/>
              </a:ext>
            </a:extLst>
          </p:cNvPr>
          <p:cNvSpPr txBox="1"/>
          <p:nvPr/>
        </p:nvSpPr>
        <p:spPr>
          <a:xfrm>
            <a:off x="-1307963" y="4977908"/>
            <a:ext cx="1157769" cy="1611586"/>
          </a:xfrm>
          <a:prstGeom prst="rect">
            <a:avLst/>
          </a:prstGeom>
          <a:noFill/>
        </p:spPr>
        <p:txBody>
          <a:bodyPr wrap="square" lIns="36000" tIns="36000" rIns="36000" bIns="36000" rtlCol="0">
            <a:spAutoFit/>
          </a:bodyPr>
          <a:lstStyle/>
          <a:p>
            <a:pPr rtl="0">
              <a:spcBef>
                <a:spcPts val="600"/>
              </a:spcBef>
            </a:pPr>
            <a:r>
              <a:rPr lang="fr-FR" sz="1000" spc="0" baseline="0" noProof="0">
                <a:latin typeface="+mn-lt"/>
              </a:rPr>
              <a:t>Pour insérer le logo client :</a:t>
            </a:r>
          </a:p>
          <a:p>
            <a:pPr rtl="0">
              <a:spcBef>
                <a:spcPts val="600"/>
              </a:spcBef>
            </a:pPr>
            <a:r>
              <a:rPr lang="fr-FR" sz="1000" spc="0" baseline="0" noProof="0">
                <a:latin typeface="+mn-lt"/>
              </a:rPr>
              <a:t>Cliquer sur l’icône au centre de la zone pour insérer la nouvelle image.</a:t>
            </a:r>
          </a:p>
          <a:p>
            <a:pPr rtl="0">
              <a:spcBef>
                <a:spcPts val="600"/>
              </a:spcBef>
            </a:pPr>
            <a:r>
              <a:rPr lang="fr-FR" sz="1000" spc="0" baseline="0" noProof="0">
                <a:latin typeface="+mn-lt"/>
              </a:rPr>
              <a:t>Ajuster le cadrage avec l’outil : </a:t>
            </a:r>
            <a:r>
              <a:rPr lang="fr-FR" sz="1000" b="1" spc="0" baseline="0" noProof="0">
                <a:latin typeface="+mn-lt"/>
              </a:rPr>
              <a:t>Rogner &gt; Ajuster</a:t>
            </a:r>
          </a:p>
        </p:txBody>
      </p:sp>
      <p:sp>
        <p:nvSpPr>
          <p:cNvPr id="9" name="ZoneTexte 8">
            <a:extLst>
              <a:ext uri="{FF2B5EF4-FFF2-40B4-BE49-F238E27FC236}">
                <a16:creationId xmlns:a16="http://schemas.microsoft.com/office/drawing/2014/main" id="{22A52835-DD73-95D3-1FCA-BEC25C36E413}"/>
              </a:ext>
            </a:extLst>
          </p:cNvPr>
          <p:cNvSpPr txBox="1"/>
          <p:nvPr/>
        </p:nvSpPr>
        <p:spPr>
          <a:xfrm>
            <a:off x="-1307963" y="1880092"/>
            <a:ext cx="1157769" cy="2381027"/>
          </a:xfrm>
          <a:prstGeom prst="rect">
            <a:avLst/>
          </a:prstGeom>
          <a:noFill/>
        </p:spPr>
        <p:txBody>
          <a:bodyPr wrap="square" lIns="36000" tIns="36000" rIns="36000" bIns="36000" rtlCol="0">
            <a:spAutoFit/>
          </a:bodyPr>
          <a:lstStyle/>
          <a:p>
            <a:pPr rtl="0">
              <a:spcBef>
                <a:spcPts val="600"/>
              </a:spcBef>
            </a:pPr>
            <a:r>
              <a:rPr lang="fr-FR" sz="1000" b="0" spc="0" baseline="0" noProof="0">
                <a:latin typeface="+mn-lt"/>
              </a:rPr>
              <a:t>Trois images de couverture personnalisées existent pour les bureaux de Paris, Niort et Nantes.</a:t>
            </a:r>
          </a:p>
          <a:p>
            <a:pPr rtl="0">
              <a:spcBef>
                <a:spcPts val="600"/>
              </a:spcBef>
            </a:pPr>
            <a:endParaRPr lang="fr-FR" sz="1000" b="0" spc="0" baseline="0" noProof="0">
              <a:latin typeface="+mn-lt"/>
            </a:endParaRPr>
          </a:p>
          <a:p>
            <a:pPr rtl="0">
              <a:spcBef>
                <a:spcPts val="600"/>
              </a:spcBef>
            </a:pPr>
            <a:r>
              <a:rPr lang="fr-FR" sz="1000" b="0" spc="0" baseline="0" noProof="0">
                <a:latin typeface="+mn-lt"/>
              </a:rPr>
              <a:t>Faire un clic droit dans un espace vide de la diapositive, puis sur </a:t>
            </a:r>
            <a:r>
              <a:rPr lang="fr-FR" sz="1000" b="1" spc="0" baseline="0" noProof="0">
                <a:latin typeface="+mn-lt"/>
              </a:rPr>
              <a:t>Diapositive de </a:t>
            </a:r>
            <a:r>
              <a:rPr lang="fr-FR" sz="1000" b="1" spc="0" baseline="0" noProof="0" err="1">
                <a:latin typeface="+mn-lt"/>
              </a:rPr>
              <a:t>titre_Personnalisable</a:t>
            </a:r>
            <a:endParaRPr lang="fr-FR" sz="1000" b="1" spc="0" baseline="0" noProof="0">
              <a:latin typeface="+mn-lt"/>
            </a:endParaRPr>
          </a:p>
        </p:txBody>
      </p:sp>
    </p:spTree>
    <p:extLst>
      <p:ext uri="{BB962C8B-B14F-4D97-AF65-F5344CB8AC3E}">
        <p14:creationId xmlns:p14="http://schemas.microsoft.com/office/powerpoint/2010/main" val="3436694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ommaire 1">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18251705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AD0EBE0-0B87-812D-1291-1E909F85EFE3}"/>
              </a:ext>
            </a:extLst>
          </p:cNvPr>
          <p:cNvSpPr/>
          <p:nvPr/>
        </p:nvSpPr>
        <p:spPr>
          <a:xfrm>
            <a:off x="0" y="0"/>
            <a:ext cx="742453"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5" name="Rectangle 4">
            <a:extLst>
              <a:ext uri="{FF2B5EF4-FFF2-40B4-BE49-F238E27FC236}">
                <a16:creationId xmlns:a16="http://schemas.microsoft.com/office/drawing/2014/main" id="{5A1E45E4-ED9E-3103-5D51-2EACB99B9A04}"/>
              </a:ext>
            </a:extLst>
          </p:cNvPr>
          <p:cNvSpPr/>
          <p:nvPr/>
        </p:nvSpPr>
        <p:spPr>
          <a:xfrm>
            <a:off x="155574" y="152399"/>
            <a:ext cx="3240000" cy="65532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47794" y="1606555"/>
            <a:ext cx="2855561" cy="742451"/>
          </a:xfrm>
        </p:spPr>
        <p:txBody>
          <a:bodyPr vert="horz" lIns="91440" tIns="45720" rIns="91440" bIns="45720" rtlCol="0" anchor="t">
            <a:noAutofit/>
          </a:bodyPr>
          <a:lstStyle>
            <a:lvl1pPr rtl="0">
              <a:defRPr lang="fr-FR" sz="2400" b="1" dirty="0">
                <a:solidFill>
                  <a:schemeClr val="bg1"/>
                </a:solidFill>
              </a:defRPr>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43300" y="6339417"/>
            <a:ext cx="5714999" cy="365125"/>
          </a:xfrm>
        </p:spPr>
        <p:txBody>
          <a:bodyPr/>
          <a:lstStyle>
            <a:lvl1pPr rtl="0">
              <a:defRPr/>
            </a:lvl1pPr>
          </a:lstStyle>
          <a:p>
            <a:r>
              <a:rPr lang="fr-FR"/>
              <a:t>AMITA CONSEIL</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960254" y="1606555"/>
            <a:ext cx="7850745" cy="4570406"/>
          </a:xfrm>
        </p:spPr>
        <p:txBody>
          <a:bodyPr/>
          <a:lstStyle>
            <a:lvl1pPr marL="342900" indent="-342900" rtl="0">
              <a:lnSpc>
                <a:spcPct val="150000"/>
              </a:lnSpc>
              <a:spcBef>
                <a:spcPts val="0"/>
              </a:spcBef>
              <a:spcAft>
                <a:spcPts val="0"/>
              </a:spcAft>
              <a:buFont typeface="+mj-lt"/>
              <a:buAutoNum type="arabicPeriod"/>
              <a:defRPr sz="1800" b="1"/>
            </a:lvl1pPr>
            <a:lvl2pPr rtl="0">
              <a:lnSpc>
                <a:spcPct val="150000"/>
              </a:lnSpc>
              <a:spcBef>
                <a:spcPts val="0"/>
              </a:spcBef>
              <a:spcAft>
                <a:spcPts val="0"/>
              </a:spcAft>
              <a:defRPr sz="1600"/>
            </a:lvl2pPr>
            <a:lvl3pPr rtl="0">
              <a:lnSpc>
                <a:spcPct val="150000"/>
              </a:lnSpc>
              <a:spcBef>
                <a:spcPts val="0"/>
              </a:spcBef>
              <a:spcAft>
                <a:spcPts val="0"/>
              </a:spcAft>
              <a:defRPr sz="1400"/>
            </a:lvl3pPr>
            <a:lvl4pPr rtl="0">
              <a:lnSpc>
                <a:spcPct val="150000"/>
              </a:lnSpc>
              <a:spcBef>
                <a:spcPts val="0"/>
              </a:spcBef>
              <a:spcAft>
                <a:spcPts val="0"/>
              </a:spcAft>
              <a:defRPr sz="1200"/>
            </a:lvl4pPr>
            <a:lvl5pPr rtl="0">
              <a:lnSpc>
                <a:spcPct val="150000"/>
              </a:lnSpc>
              <a:spcBef>
                <a:spcPts val="0"/>
              </a:spcBef>
              <a:spcAft>
                <a:spcPts val="0"/>
              </a:spcAft>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487C0864-7829-C799-8722-32EE68C77728}"/>
              </a:ext>
            </a:extLst>
          </p:cNvPr>
          <p:cNvSpPr>
            <a:spLocks noGrp="1"/>
          </p:cNvSpPr>
          <p:nvPr>
            <p:ph type="sldNum" sz="quarter" idx="13"/>
          </p:nvPr>
        </p:nvSpPr>
        <p:spPr>
          <a:xfrm>
            <a:off x="155574" y="6340475"/>
            <a:ext cx="362084" cy="365125"/>
          </a:xfrm>
        </p:spPr>
        <p:txBody>
          <a:bodyPr/>
          <a:lstStyle>
            <a:lvl1pPr rtl="0">
              <a:defRPr>
                <a:solidFill>
                  <a:schemeClr val="bg1"/>
                </a:solidFill>
              </a:defRPr>
            </a:lvl1pPr>
          </a:lstStyle>
          <a:p>
            <a:fld id="{BE9517EC-C298-4848-B090-11602D956FCE}" type="slidenum">
              <a:rPr lang="fr-FR" smtClean="0"/>
              <a:pPr/>
              <a:t>‹N°›</a:t>
            </a:fld>
            <a:endParaRPr lang="fr-FR"/>
          </a:p>
        </p:txBody>
      </p:sp>
    </p:spTree>
    <p:extLst>
      <p:ext uri="{BB962C8B-B14F-4D97-AF65-F5344CB8AC3E}">
        <p14:creationId xmlns:p14="http://schemas.microsoft.com/office/powerpoint/2010/main" val="5361161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apositive de titre_Interne">
    <p:spTree>
      <p:nvGrpSpPr>
        <p:cNvPr id="1" name=""/>
        <p:cNvGrpSpPr/>
        <p:nvPr/>
      </p:nvGrpSpPr>
      <p:grpSpPr>
        <a:xfrm>
          <a:off x="0" y="0"/>
          <a:ext cx="0" cy="0"/>
          <a:chOff x="0" y="0"/>
          <a:chExt cx="0" cy="0"/>
        </a:xfrm>
      </p:grpSpPr>
      <p:graphicFrame>
        <p:nvGraphicFramePr>
          <p:cNvPr id="2" name="Objet 1" hidden="1">
            <a:extLst>
              <a:ext uri="{FF2B5EF4-FFF2-40B4-BE49-F238E27FC236}">
                <a16:creationId xmlns:a16="http://schemas.microsoft.com/office/drawing/2014/main" id="{E0B0A3D8-21A4-F5D5-5B3B-C72A37F17A21}"/>
              </a:ext>
            </a:extLst>
          </p:cNvPr>
          <p:cNvGraphicFramePr>
            <a:graphicFrameLocks noChangeAspect="1"/>
          </p:cNvGraphicFramePr>
          <p:nvPr>
            <p:custDataLst>
              <p:tags r:id="rId1"/>
            </p:custDataLst>
            <p:extLst>
              <p:ext uri="{D42A27DB-BD31-4B8C-83A1-F6EECF244321}">
                <p14:modId xmlns:p14="http://schemas.microsoft.com/office/powerpoint/2010/main" val="37355891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2" name="Objet 1" hidden="1">
                        <a:extLst>
                          <a:ext uri="{FF2B5EF4-FFF2-40B4-BE49-F238E27FC236}">
                            <a16:creationId xmlns:a16="http://schemas.microsoft.com/office/drawing/2014/main" id="{E0B0A3D8-21A4-F5D5-5B3B-C72A37F17A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2ACAC907-7AE2-D996-69FC-C62EA15EA5AE}"/>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3" name="Titre 2">
            <a:extLst>
              <a:ext uri="{FF2B5EF4-FFF2-40B4-BE49-F238E27FC236}">
                <a16:creationId xmlns:a16="http://schemas.microsoft.com/office/drawing/2014/main" id="{77144D3E-4538-47FE-9291-A9AD3DA2C797}"/>
              </a:ext>
            </a:extLst>
          </p:cNvPr>
          <p:cNvSpPr>
            <a:spLocks noGrp="1"/>
          </p:cNvSpPr>
          <p:nvPr>
            <p:ph type="title"/>
          </p:nvPr>
        </p:nvSpPr>
        <p:spPr>
          <a:xfrm>
            <a:off x="405391" y="2702734"/>
            <a:ext cx="5536800" cy="1200330"/>
          </a:xfrm>
        </p:spPr>
        <p:txBody>
          <a:bodyPr vert="horz">
            <a:normAutofit/>
          </a:bodyPr>
          <a:lstStyle>
            <a:lvl1pPr marL="0" indent="0" algn="l" defTabSz="914400" rtl="0" eaLnBrk="1" latinLnBrk="0" hangingPunct="1">
              <a:lnSpc>
                <a:spcPct val="100000"/>
              </a:lnSpc>
              <a:spcBef>
                <a:spcPts val="1000"/>
              </a:spcBef>
              <a:buFont typeface="Arial" panose="020B0604020202020204" pitchFamily="34" charset="0"/>
              <a:buNone/>
              <a:defRPr lang="fr-FR" sz="3500" b="1" i="0" kern="1200" spc="-200" dirty="0">
                <a:solidFill>
                  <a:schemeClr val="tx1"/>
                </a:solidFill>
                <a:latin typeface="+mj-lt"/>
                <a:ea typeface="+mn-ea"/>
                <a:cs typeface="+mn-cs"/>
              </a:defRPr>
            </a:lvl1pPr>
          </a:lstStyle>
          <a:p>
            <a:r>
              <a:rPr lang="fr-FR"/>
              <a:t>Modifiez le style du titre</a:t>
            </a:r>
          </a:p>
        </p:txBody>
      </p:sp>
      <p:sp>
        <p:nvSpPr>
          <p:cNvPr id="18" name="Espace réservé du texte 13">
            <a:extLst>
              <a:ext uri="{FF2B5EF4-FFF2-40B4-BE49-F238E27FC236}">
                <a16:creationId xmlns:a16="http://schemas.microsoft.com/office/drawing/2014/main" id="{62CB8C63-10F4-D080-DEBB-D6D14DB08D23}"/>
              </a:ext>
            </a:extLst>
          </p:cNvPr>
          <p:cNvSpPr>
            <a:spLocks noGrp="1"/>
          </p:cNvSpPr>
          <p:nvPr>
            <p:ph type="body" sz="quarter" idx="13" hasCustomPrompt="1"/>
          </p:nvPr>
        </p:nvSpPr>
        <p:spPr>
          <a:xfrm>
            <a:off x="405391" y="4171763"/>
            <a:ext cx="5536800" cy="615553"/>
          </a:xfrm>
        </p:spPr>
        <p:txBody>
          <a:bodyPr anchor="t">
            <a:no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lang="fr-FR" sz="1700" b="0" kern="1200" cap="none" baseline="0" dirty="0">
                <a:solidFill>
                  <a:srgbClr val="43A2BF"/>
                </a:solidFill>
                <a:latin typeface="+mj-lt"/>
                <a:ea typeface="+mn-ea"/>
                <a:cs typeface="+mn-cs"/>
              </a:defRPr>
            </a:lvl1pPr>
          </a:lstStyle>
          <a:p>
            <a:pPr lvl="0"/>
            <a:r>
              <a:rPr lang="fr-FR"/>
              <a:t>Sous-titre de la présentation</a:t>
            </a:r>
          </a:p>
        </p:txBody>
      </p:sp>
      <p:pic>
        <p:nvPicPr>
          <p:cNvPr id="22" name="Espace réservé du contenu 14" descr="Une image contenant Police, Graphique, graphisme, capture d’écran&#10;&#10;Description générée automatiquement">
            <a:extLst>
              <a:ext uri="{FF2B5EF4-FFF2-40B4-BE49-F238E27FC236}">
                <a16:creationId xmlns:a16="http://schemas.microsoft.com/office/drawing/2014/main" id="{361737A8-8A52-2A97-77F8-8D7DBF70DB2A}"/>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69516" y="518616"/>
            <a:ext cx="3398244" cy="1533566"/>
          </a:xfrm>
          <a:prstGeom prst="rect">
            <a:avLst/>
          </a:prstGeom>
        </p:spPr>
      </p:pic>
      <p:sp>
        <p:nvSpPr>
          <p:cNvPr id="23" name="Espace réservé du pied de page 2">
            <a:extLst>
              <a:ext uri="{FF2B5EF4-FFF2-40B4-BE49-F238E27FC236}">
                <a16:creationId xmlns:a16="http://schemas.microsoft.com/office/drawing/2014/main" id="{0D4F6383-6F22-24BA-EB2D-43D439F7C189}"/>
              </a:ext>
            </a:extLst>
          </p:cNvPr>
          <p:cNvSpPr txBox="1">
            <a:spLocks/>
          </p:cNvSpPr>
          <p:nvPr/>
        </p:nvSpPr>
        <p:spPr>
          <a:xfrm>
            <a:off x="405392" y="6232126"/>
            <a:ext cx="3826799" cy="365125"/>
          </a:xfrm>
          <a:prstGeom prst="rect">
            <a:avLst/>
          </a:prstGeom>
          <a:noFill/>
        </p:spPr>
        <p:txBody>
          <a:bodyPr vert="horz" lIns="91440" tIns="45720" rIns="91440" bIns="45720" rtlCol="0" anchor="ctr"/>
          <a:lstStyle>
            <a:defPPr>
              <a:defRPr lang="fr-FR"/>
            </a:defPPr>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rtl="0"/>
            <a:r>
              <a:rPr lang="fr-FR" sz="850" b="1">
                <a:solidFill>
                  <a:srgbClr val="353637"/>
                </a:solidFill>
                <a:latin typeface="Now" panose="00000800000000000000" pitchFamily="50" charset="0"/>
              </a:rPr>
              <a:t>CABINET DE CONSEIL EN TRANSFORMATION</a:t>
            </a:r>
          </a:p>
          <a:p>
            <a:pPr algn="l" rtl="0"/>
            <a:r>
              <a:rPr lang="fr-FR" sz="700" b="1">
                <a:solidFill>
                  <a:srgbClr val="43A2BF"/>
                </a:solidFill>
                <a:latin typeface="Now" panose="00000800000000000000" pitchFamily="50" charset="0"/>
              </a:rPr>
              <a:t>PARIS – NANTES - NIORT</a:t>
            </a:r>
          </a:p>
        </p:txBody>
      </p:sp>
      <p:sp>
        <p:nvSpPr>
          <p:cNvPr id="27" name="Espace réservé du texte 13">
            <a:extLst>
              <a:ext uri="{FF2B5EF4-FFF2-40B4-BE49-F238E27FC236}">
                <a16:creationId xmlns:a16="http://schemas.microsoft.com/office/drawing/2014/main" id="{82948179-F907-438B-6216-BE02362C5766}"/>
              </a:ext>
            </a:extLst>
          </p:cNvPr>
          <p:cNvSpPr>
            <a:spLocks noGrp="1"/>
          </p:cNvSpPr>
          <p:nvPr>
            <p:ph type="body" sz="quarter" idx="14" hasCustomPrompt="1"/>
          </p:nvPr>
        </p:nvSpPr>
        <p:spPr>
          <a:xfrm>
            <a:off x="405392" y="5306443"/>
            <a:ext cx="3398400" cy="365125"/>
          </a:xfrm>
        </p:spPr>
        <p:txBody>
          <a:bodyPr anchor="t">
            <a:noAutofit/>
          </a:bodyPr>
          <a:lstStyle>
            <a:lvl1pPr marL="0" indent="0" algn="l" defTabSz="914400" rtl="0" eaLnBrk="1" latinLnBrk="0" hangingPunct="1">
              <a:lnSpc>
                <a:spcPct val="90000"/>
              </a:lnSpc>
              <a:spcBef>
                <a:spcPts val="1000"/>
              </a:spcBef>
              <a:buClr>
                <a:schemeClr val="tx2"/>
              </a:buClr>
              <a:buFont typeface="+mj-lt"/>
              <a:buNone/>
              <a:defRPr lang="fr-FR" sz="1050" b="0" kern="1200" cap="none" baseline="0" dirty="0">
                <a:solidFill>
                  <a:schemeClr val="bg1">
                    <a:lumMod val="50000"/>
                  </a:schemeClr>
                </a:solidFill>
                <a:latin typeface="+mj-lt"/>
                <a:ea typeface="+mn-ea"/>
                <a:cs typeface="+mn-cs"/>
              </a:defRPr>
            </a:lvl1pPr>
          </a:lstStyle>
          <a:p>
            <a:pPr lvl="0"/>
            <a:r>
              <a:rPr lang="fr-FR"/>
              <a:t>Date</a:t>
            </a:r>
          </a:p>
        </p:txBody>
      </p:sp>
      <p:pic>
        <p:nvPicPr>
          <p:cNvPr id="5" name="Picture Placeholder 4">
            <a:extLst>
              <a:ext uri="{FF2B5EF4-FFF2-40B4-BE49-F238E27FC236}">
                <a16:creationId xmlns:a16="http://schemas.microsoft.com/office/drawing/2014/main" id="{4B024DAB-970A-A95E-B527-DDAAC1E66A7D}"/>
              </a:ext>
            </a:extLst>
          </p:cNvPr>
          <p:cNvPicPr>
            <a:picLocks noChangeAspect="1"/>
          </p:cNvPicPr>
          <p:nvPr/>
        </p:nvPicPr>
        <p:blipFill rotWithShape="1">
          <a:blip r:embed="rId6">
            <a:alphaModFix amt="85000"/>
            <a:extLst>
              <a:ext uri="{28A0092B-C50C-407E-A947-70E740481C1C}">
                <a14:useLocalDpi xmlns:a14="http://schemas.microsoft.com/office/drawing/2010/main"/>
              </a:ext>
            </a:extLst>
          </a:blip>
          <a:srcRect/>
          <a:stretch/>
        </p:blipFill>
        <p:spPr>
          <a:xfrm>
            <a:off x="6095999" y="152400"/>
            <a:ext cx="5940426" cy="6553200"/>
          </a:xfrm>
          <a:prstGeom prst="rect">
            <a:avLst/>
          </a:prstGeom>
        </p:spPr>
      </p:pic>
      <p:sp>
        <p:nvSpPr>
          <p:cNvPr id="6" name="ZoneTexte 5">
            <a:extLst>
              <a:ext uri="{FF2B5EF4-FFF2-40B4-BE49-F238E27FC236}">
                <a16:creationId xmlns:a16="http://schemas.microsoft.com/office/drawing/2014/main" id="{E748005A-86AE-5AF9-54E1-49B6AA7560AB}"/>
              </a:ext>
            </a:extLst>
          </p:cNvPr>
          <p:cNvSpPr txBox="1"/>
          <p:nvPr/>
        </p:nvSpPr>
        <p:spPr>
          <a:xfrm>
            <a:off x="-1307963" y="4977908"/>
            <a:ext cx="1157769" cy="1611586"/>
          </a:xfrm>
          <a:prstGeom prst="rect">
            <a:avLst/>
          </a:prstGeom>
          <a:noFill/>
        </p:spPr>
        <p:txBody>
          <a:bodyPr wrap="square" lIns="36000" tIns="36000" rIns="36000" bIns="36000" rtlCol="0">
            <a:spAutoFit/>
          </a:bodyPr>
          <a:lstStyle/>
          <a:p>
            <a:pPr rtl="0">
              <a:spcBef>
                <a:spcPts val="600"/>
              </a:spcBef>
            </a:pPr>
            <a:r>
              <a:rPr lang="fr-FR" sz="1000" spc="0" baseline="0" noProof="0">
                <a:latin typeface="+mn-lt"/>
              </a:rPr>
              <a:t>Pour insérer le logo client :</a:t>
            </a:r>
          </a:p>
          <a:p>
            <a:pPr rtl="0">
              <a:spcBef>
                <a:spcPts val="600"/>
              </a:spcBef>
            </a:pPr>
            <a:r>
              <a:rPr lang="fr-FR" sz="1000" spc="0" baseline="0" noProof="0">
                <a:latin typeface="+mn-lt"/>
              </a:rPr>
              <a:t>Cliquer sur l’icône au centre de la zone pour insérer la nouvelle image.</a:t>
            </a:r>
          </a:p>
          <a:p>
            <a:pPr rtl="0">
              <a:spcBef>
                <a:spcPts val="600"/>
              </a:spcBef>
            </a:pPr>
            <a:r>
              <a:rPr lang="fr-FR" sz="1000" spc="0" baseline="0" noProof="0">
                <a:latin typeface="+mn-lt"/>
              </a:rPr>
              <a:t>Ajuster le cadrage avec l’outil : </a:t>
            </a:r>
            <a:r>
              <a:rPr lang="fr-FR" sz="1000" b="1" spc="0" baseline="0" noProof="0">
                <a:latin typeface="+mn-lt"/>
              </a:rPr>
              <a:t>Rogner &gt; Ajuster</a:t>
            </a:r>
          </a:p>
        </p:txBody>
      </p:sp>
      <p:sp>
        <p:nvSpPr>
          <p:cNvPr id="7" name="ZoneTexte 6">
            <a:extLst>
              <a:ext uri="{FF2B5EF4-FFF2-40B4-BE49-F238E27FC236}">
                <a16:creationId xmlns:a16="http://schemas.microsoft.com/office/drawing/2014/main" id="{445E5415-A25C-1D04-E049-BFFD02009B61}"/>
              </a:ext>
            </a:extLst>
          </p:cNvPr>
          <p:cNvSpPr txBox="1"/>
          <p:nvPr/>
        </p:nvSpPr>
        <p:spPr>
          <a:xfrm>
            <a:off x="-1307963" y="0"/>
            <a:ext cx="1157769" cy="4689352"/>
          </a:xfrm>
          <a:prstGeom prst="rect">
            <a:avLst/>
          </a:prstGeom>
          <a:noFill/>
        </p:spPr>
        <p:txBody>
          <a:bodyPr wrap="square" lIns="36000" tIns="36000" rIns="36000" bIns="36000" rtlCol="0">
            <a:spAutoFit/>
          </a:bodyPr>
          <a:lstStyle/>
          <a:p>
            <a:pPr rtl="0">
              <a:spcBef>
                <a:spcPts val="600"/>
              </a:spcBef>
            </a:pPr>
            <a:r>
              <a:rPr lang="fr-FR" sz="1000" spc="0" baseline="0" noProof="0">
                <a:latin typeface="+mn-lt"/>
              </a:rPr>
              <a:t>Pour modifier l’image de couverture (à droite) :</a:t>
            </a:r>
          </a:p>
          <a:p>
            <a:pPr rtl="0">
              <a:spcBef>
                <a:spcPts val="600"/>
              </a:spcBef>
            </a:pPr>
            <a:r>
              <a:rPr lang="fr-FR" sz="1000" spc="0" baseline="0" noProof="0">
                <a:latin typeface="+mn-lt"/>
              </a:rPr>
              <a:t>Insérer l’image souhaitée sur une autre diapositive.</a:t>
            </a:r>
          </a:p>
          <a:p>
            <a:pPr rtl="0">
              <a:spcBef>
                <a:spcPts val="600"/>
              </a:spcBef>
            </a:pPr>
            <a:r>
              <a:rPr lang="fr-FR" sz="1000" spc="0" baseline="0" noProof="0">
                <a:latin typeface="+mn-lt"/>
              </a:rPr>
              <a:t>Sélectionner l’image de couverture puis cliquer sur </a:t>
            </a:r>
            <a:r>
              <a:rPr lang="fr-FR" sz="1000" b="1" spc="0" baseline="0" noProof="0">
                <a:latin typeface="+mn-lt"/>
              </a:rPr>
              <a:t>Reproduire la mise en forme (CTRL+SHIFT+C)</a:t>
            </a:r>
            <a:r>
              <a:rPr lang="fr-FR" sz="1000" spc="0" baseline="0" noProof="0">
                <a:latin typeface="+mn-lt"/>
              </a:rPr>
              <a:t> </a:t>
            </a:r>
          </a:p>
          <a:p>
            <a:pPr rtl="0">
              <a:spcBef>
                <a:spcPts val="600"/>
              </a:spcBef>
            </a:pPr>
            <a:r>
              <a:rPr lang="fr-FR" sz="1000" spc="0" baseline="0" noProof="0">
                <a:latin typeface="+mn-lt"/>
              </a:rPr>
              <a:t>Se rendre sur l’autre diapositive, </a:t>
            </a:r>
            <a:r>
              <a:rPr lang="fr-FR" sz="1000" b="1" spc="0" baseline="0" noProof="0">
                <a:latin typeface="+mn-lt"/>
              </a:rPr>
              <a:t>Reproduire la mise en forme (CTRL+SHIFT+V)</a:t>
            </a:r>
            <a:r>
              <a:rPr lang="fr-FR" sz="1000" spc="0" baseline="0" noProof="0">
                <a:latin typeface="+mn-lt"/>
              </a:rPr>
              <a:t> sur l’image souhaitée, puis cliquer sur </a:t>
            </a:r>
            <a:r>
              <a:rPr lang="fr-FR" sz="1000" b="1" spc="0" baseline="0" noProof="0">
                <a:latin typeface="+mn-lt"/>
              </a:rPr>
              <a:t>Copier</a:t>
            </a:r>
            <a:r>
              <a:rPr lang="fr-FR" sz="1000" spc="0" baseline="0" noProof="0">
                <a:latin typeface="+mn-lt"/>
              </a:rPr>
              <a:t>.</a:t>
            </a:r>
          </a:p>
          <a:p>
            <a:pPr rtl="0">
              <a:spcBef>
                <a:spcPts val="600"/>
              </a:spcBef>
            </a:pPr>
            <a:r>
              <a:rPr lang="fr-FR" sz="1000" b="0" spc="0" baseline="0" noProof="0">
                <a:latin typeface="+mn-lt"/>
              </a:rPr>
              <a:t>Faire un clic droit sur l’image de couverture puis </a:t>
            </a:r>
            <a:r>
              <a:rPr lang="fr-FR" sz="1000" b="1" spc="0" baseline="0" noProof="0">
                <a:latin typeface="+mn-lt"/>
              </a:rPr>
              <a:t>: changer d’image &gt; À partir du presse papier </a:t>
            </a:r>
          </a:p>
        </p:txBody>
      </p:sp>
    </p:spTree>
    <p:extLst>
      <p:ext uri="{BB962C8B-B14F-4D97-AF65-F5344CB8AC3E}">
        <p14:creationId xmlns:p14="http://schemas.microsoft.com/office/powerpoint/2010/main" val="2503839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apositive de titre_Personnalisable">
    <p:spTree>
      <p:nvGrpSpPr>
        <p:cNvPr id="1" name=""/>
        <p:cNvGrpSpPr/>
        <p:nvPr/>
      </p:nvGrpSpPr>
      <p:grpSpPr>
        <a:xfrm>
          <a:off x="0" y="0"/>
          <a:ext cx="0" cy="0"/>
          <a:chOff x="0" y="0"/>
          <a:chExt cx="0" cy="0"/>
        </a:xfrm>
      </p:grpSpPr>
      <p:graphicFrame>
        <p:nvGraphicFramePr>
          <p:cNvPr id="2" name="Objet 1" hidden="1">
            <a:extLst>
              <a:ext uri="{FF2B5EF4-FFF2-40B4-BE49-F238E27FC236}">
                <a16:creationId xmlns:a16="http://schemas.microsoft.com/office/drawing/2014/main" id="{E0B0A3D8-21A4-F5D5-5B3B-C72A37F17A21}"/>
              </a:ext>
            </a:extLst>
          </p:cNvPr>
          <p:cNvGraphicFramePr>
            <a:graphicFrameLocks noChangeAspect="1"/>
          </p:cNvGraphicFramePr>
          <p:nvPr>
            <p:custDataLst>
              <p:tags r:id="rId1"/>
            </p:custDataLst>
            <p:extLst>
              <p:ext uri="{D42A27DB-BD31-4B8C-83A1-F6EECF244321}">
                <p14:modId xmlns:p14="http://schemas.microsoft.com/office/powerpoint/2010/main" val="34486831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2" name="Objet 1" hidden="1">
                        <a:extLst>
                          <a:ext uri="{FF2B5EF4-FFF2-40B4-BE49-F238E27FC236}">
                            <a16:creationId xmlns:a16="http://schemas.microsoft.com/office/drawing/2014/main" id="{E0B0A3D8-21A4-F5D5-5B3B-C72A37F17A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Rectangle 6">
            <a:extLst>
              <a:ext uri="{FF2B5EF4-FFF2-40B4-BE49-F238E27FC236}">
                <a16:creationId xmlns:a16="http://schemas.microsoft.com/office/drawing/2014/main" id="{A52E298E-8483-7123-962E-65C2DC20D959}"/>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4" name="Rectangle 3">
            <a:extLst>
              <a:ext uri="{FF2B5EF4-FFF2-40B4-BE49-F238E27FC236}">
                <a16:creationId xmlns:a16="http://schemas.microsoft.com/office/drawing/2014/main" id="{2ACAC907-7AE2-D996-69FC-C62EA15EA5AE}"/>
              </a:ext>
            </a:extLst>
          </p:cNvPr>
          <p:cNvSpPr/>
          <p:nvPr/>
        </p:nvSpPr>
        <p:spPr>
          <a:xfrm>
            <a:off x="0" y="6356350"/>
            <a:ext cx="12192000" cy="501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12" name="Titre 2">
            <a:extLst>
              <a:ext uri="{FF2B5EF4-FFF2-40B4-BE49-F238E27FC236}">
                <a16:creationId xmlns:a16="http://schemas.microsoft.com/office/drawing/2014/main" id="{DFB0E0C3-CAA0-E2E5-7CC7-EDF73E786FCD}"/>
              </a:ext>
            </a:extLst>
          </p:cNvPr>
          <p:cNvSpPr>
            <a:spLocks noGrp="1"/>
          </p:cNvSpPr>
          <p:nvPr>
            <p:ph type="title"/>
          </p:nvPr>
        </p:nvSpPr>
        <p:spPr>
          <a:xfrm>
            <a:off x="405392" y="2702734"/>
            <a:ext cx="5535032" cy="1200330"/>
          </a:xfrm>
        </p:spPr>
        <p:txBody>
          <a:bodyPr vert="horz">
            <a:normAutofit/>
          </a:bodyPr>
          <a:lstStyle>
            <a:lvl1pPr marL="0" indent="0" algn="l" defTabSz="914400" rtl="0" eaLnBrk="1" latinLnBrk="0" hangingPunct="1">
              <a:lnSpc>
                <a:spcPct val="100000"/>
              </a:lnSpc>
              <a:spcBef>
                <a:spcPts val="1000"/>
              </a:spcBef>
              <a:buFont typeface="Arial" panose="020B0604020202020204" pitchFamily="34" charset="0"/>
              <a:buNone/>
              <a:defRPr lang="fr-FR" sz="3500" b="1" i="0" kern="1200" spc="-200" dirty="0">
                <a:solidFill>
                  <a:schemeClr val="tx1"/>
                </a:solidFill>
                <a:latin typeface="+mj-lt"/>
                <a:ea typeface="+mn-ea"/>
                <a:cs typeface="+mn-cs"/>
              </a:defRPr>
            </a:lvl1pPr>
          </a:lstStyle>
          <a:p>
            <a:r>
              <a:rPr lang="fr-FR"/>
              <a:t>Modifiez le style du titre</a:t>
            </a:r>
          </a:p>
        </p:txBody>
      </p:sp>
      <p:sp>
        <p:nvSpPr>
          <p:cNvPr id="14" name="Espace réservé du texte 13">
            <a:extLst>
              <a:ext uri="{FF2B5EF4-FFF2-40B4-BE49-F238E27FC236}">
                <a16:creationId xmlns:a16="http://schemas.microsoft.com/office/drawing/2014/main" id="{2323AF6C-B7BC-FD33-DE02-267296386743}"/>
              </a:ext>
            </a:extLst>
          </p:cNvPr>
          <p:cNvSpPr>
            <a:spLocks noGrp="1"/>
          </p:cNvSpPr>
          <p:nvPr>
            <p:ph type="body" sz="quarter" idx="13" hasCustomPrompt="1"/>
          </p:nvPr>
        </p:nvSpPr>
        <p:spPr>
          <a:xfrm>
            <a:off x="405392" y="4171763"/>
            <a:ext cx="5535032" cy="615553"/>
          </a:xfrm>
        </p:spPr>
        <p:txBody>
          <a:bodyPr vert="horz" lIns="91440" tIns="45720" rIns="91440" bIns="45720" rtlCol="0" anchor="t">
            <a:noAutofit/>
          </a:bodyPr>
          <a:lstStyle>
            <a:lvl1pPr marL="0" indent="0" rtl="0">
              <a:buFont typeface="Arial" panose="020B0604020202020204" pitchFamily="34" charset="0"/>
              <a:buNone/>
              <a:defRPr lang="fr-FR" sz="1700" b="0" cap="none" baseline="0">
                <a:solidFill>
                  <a:srgbClr val="43A2BF"/>
                </a:solidFill>
                <a:latin typeface="+mj-lt"/>
              </a:defRPr>
            </a:lvl1pPr>
          </a:lstStyle>
          <a:p>
            <a:pPr marL="171450" lvl="0" indent="-171450">
              <a:spcBef>
                <a:spcPts val="0"/>
              </a:spcBef>
              <a:spcAft>
                <a:spcPts val="0"/>
              </a:spcAft>
            </a:pPr>
            <a:r>
              <a:rPr lang="fr-FR"/>
              <a:t>À l’attention de :</a:t>
            </a:r>
          </a:p>
        </p:txBody>
      </p:sp>
      <p:sp>
        <p:nvSpPr>
          <p:cNvPr id="16" name="Espace réservé du pied de page 2">
            <a:extLst>
              <a:ext uri="{FF2B5EF4-FFF2-40B4-BE49-F238E27FC236}">
                <a16:creationId xmlns:a16="http://schemas.microsoft.com/office/drawing/2014/main" id="{2B167ED6-AE00-F126-CF4A-009DB87FCB0D}"/>
              </a:ext>
            </a:extLst>
          </p:cNvPr>
          <p:cNvSpPr txBox="1">
            <a:spLocks/>
          </p:cNvSpPr>
          <p:nvPr/>
        </p:nvSpPr>
        <p:spPr>
          <a:xfrm>
            <a:off x="405392" y="1869619"/>
            <a:ext cx="3826799" cy="365125"/>
          </a:xfrm>
          <a:prstGeom prst="rect">
            <a:avLst/>
          </a:prstGeom>
          <a:noFill/>
        </p:spPr>
        <p:txBody>
          <a:bodyPr vert="horz" lIns="91440" tIns="45720" rIns="91440" bIns="45720" rtlCol="0" anchor="ctr"/>
          <a:lstStyle>
            <a:defPPr>
              <a:defRPr lang="fr-FR"/>
            </a:defPPr>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rtl="0"/>
            <a:r>
              <a:rPr lang="fr-FR" sz="850" b="1">
                <a:solidFill>
                  <a:srgbClr val="353637"/>
                </a:solidFill>
                <a:latin typeface="Now" panose="00000800000000000000" pitchFamily="50" charset="0"/>
              </a:rPr>
              <a:t>CABINET DE CONSEIL EN TRANSFORMATION</a:t>
            </a:r>
          </a:p>
          <a:p>
            <a:pPr algn="l" rtl="0"/>
            <a:r>
              <a:rPr lang="fr-FR" sz="700" b="1">
                <a:solidFill>
                  <a:srgbClr val="43A2BF"/>
                </a:solidFill>
                <a:latin typeface="Now" panose="00000800000000000000" pitchFamily="50" charset="0"/>
              </a:rPr>
              <a:t>PARIS – NANTES - NIORT</a:t>
            </a:r>
          </a:p>
        </p:txBody>
      </p:sp>
      <p:sp>
        <p:nvSpPr>
          <p:cNvPr id="17" name="Espace réservé du texte 13">
            <a:extLst>
              <a:ext uri="{FF2B5EF4-FFF2-40B4-BE49-F238E27FC236}">
                <a16:creationId xmlns:a16="http://schemas.microsoft.com/office/drawing/2014/main" id="{BAEA509A-536B-37D9-7FBF-76A40D60B19E}"/>
              </a:ext>
            </a:extLst>
          </p:cNvPr>
          <p:cNvSpPr>
            <a:spLocks noGrp="1"/>
          </p:cNvSpPr>
          <p:nvPr>
            <p:ph type="body" sz="quarter" idx="14" hasCustomPrompt="1"/>
          </p:nvPr>
        </p:nvSpPr>
        <p:spPr>
          <a:xfrm>
            <a:off x="405393" y="6232126"/>
            <a:ext cx="3398400" cy="365125"/>
          </a:xfrm>
        </p:spPr>
        <p:txBody>
          <a:bodyPr vert="horz" lIns="91440" tIns="45720" rIns="91440" bIns="45720" rtlCol="0" anchor="t">
            <a:noAutofit/>
          </a:bodyPr>
          <a:lstStyle>
            <a:lvl1pPr rtl="0">
              <a:defRPr lang="fr-FR" sz="1050" b="0" cap="none" baseline="0" dirty="0">
                <a:solidFill>
                  <a:schemeClr val="bg1">
                    <a:lumMod val="50000"/>
                  </a:schemeClr>
                </a:solidFill>
                <a:latin typeface="+mj-lt"/>
              </a:defRPr>
            </a:lvl1pPr>
          </a:lstStyle>
          <a:p>
            <a:pPr marL="0" lvl="0" indent="0">
              <a:lnSpc>
                <a:spcPct val="90000"/>
              </a:lnSpc>
              <a:spcBef>
                <a:spcPts val="1000"/>
              </a:spcBef>
              <a:buFont typeface="+mj-lt"/>
              <a:buNone/>
            </a:pPr>
            <a:r>
              <a:rPr lang="fr-FR"/>
              <a:t>Date</a:t>
            </a:r>
          </a:p>
        </p:txBody>
      </p:sp>
      <p:sp>
        <p:nvSpPr>
          <p:cNvPr id="6" name="Espace réservé pour une image  5">
            <a:extLst>
              <a:ext uri="{FF2B5EF4-FFF2-40B4-BE49-F238E27FC236}">
                <a16:creationId xmlns:a16="http://schemas.microsoft.com/office/drawing/2014/main" id="{AFCADCEA-D7EF-4A23-BEC7-7D6DFD55D920}"/>
              </a:ext>
            </a:extLst>
          </p:cNvPr>
          <p:cNvSpPr>
            <a:spLocks noGrp="1"/>
          </p:cNvSpPr>
          <p:nvPr>
            <p:ph type="pic" sz="quarter" idx="22" hasCustomPrompt="1"/>
          </p:nvPr>
        </p:nvSpPr>
        <p:spPr>
          <a:xfrm>
            <a:off x="405392" y="4977908"/>
            <a:ext cx="3398400" cy="1063625"/>
          </a:xfrm>
        </p:spPr>
        <p:txBody>
          <a:bodyPr/>
          <a:lstStyle>
            <a:lvl1pPr marL="0" indent="0" rtl="0">
              <a:buNone/>
              <a:defRPr sz="1600">
                <a:solidFill>
                  <a:schemeClr val="bg1">
                    <a:lumMod val="50000"/>
                  </a:schemeClr>
                </a:solidFill>
              </a:defRPr>
            </a:lvl1pPr>
          </a:lstStyle>
          <a:p>
            <a:r>
              <a:rPr lang="fr-FR"/>
              <a:t>Insérer le logo client</a:t>
            </a:r>
          </a:p>
        </p:txBody>
      </p:sp>
      <p:pic>
        <p:nvPicPr>
          <p:cNvPr id="13" name="Espace réservé du contenu 14">
            <a:extLst>
              <a:ext uri="{FF2B5EF4-FFF2-40B4-BE49-F238E27FC236}">
                <a16:creationId xmlns:a16="http://schemas.microsoft.com/office/drawing/2014/main" id="{A662533E-9044-50F4-6124-A854428ABE00}"/>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269516" y="521012"/>
            <a:ext cx="3398244" cy="1528773"/>
          </a:xfrm>
          <a:prstGeom prst="rect">
            <a:avLst/>
          </a:prstGeom>
        </p:spPr>
      </p:pic>
      <p:sp>
        <p:nvSpPr>
          <p:cNvPr id="3" name="ZoneTexte 2">
            <a:extLst>
              <a:ext uri="{FF2B5EF4-FFF2-40B4-BE49-F238E27FC236}">
                <a16:creationId xmlns:a16="http://schemas.microsoft.com/office/drawing/2014/main" id="{C7587D82-E432-0963-A697-4CFE56F47A5B}"/>
              </a:ext>
            </a:extLst>
          </p:cNvPr>
          <p:cNvSpPr txBox="1"/>
          <p:nvPr/>
        </p:nvSpPr>
        <p:spPr>
          <a:xfrm>
            <a:off x="-1307963" y="4977908"/>
            <a:ext cx="1157769" cy="1611586"/>
          </a:xfrm>
          <a:prstGeom prst="rect">
            <a:avLst/>
          </a:prstGeom>
          <a:noFill/>
        </p:spPr>
        <p:txBody>
          <a:bodyPr wrap="square" lIns="36000" tIns="36000" rIns="36000" bIns="36000" rtlCol="0">
            <a:spAutoFit/>
          </a:bodyPr>
          <a:lstStyle/>
          <a:p>
            <a:pPr rtl="0">
              <a:spcBef>
                <a:spcPts val="600"/>
              </a:spcBef>
            </a:pPr>
            <a:r>
              <a:rPr lang="fr-FR" sz="1000" spc="0" baseline="0" noProof="0">
                <a:latin typeface="+mn-lt"/>
              </a:rPr>
              <a:t>Pour insérer le logo client :</a:t>
            </a:r>
          </a:p>
          <a:p>
            <a:pPr rtl="0">
              <a:spcBef>
                <a:spcPts val="600"/>
              </a:spcBef>
            </a:pPr>
            <a:r>
              <a:rPr lang="fr-FR" sz="1000" spc="0" baseline="0" noProof="0">
                <a:latin typeface="+mn-lt"/>
              </a:rPr>
              <a:t>Cliquer sur l’icône au centre de la zone pour insérer la nouvelle image.</a:t>
            </a:r>
          </a:p>
          <a:p>
            <a:pPr rtl="0">
              <a:spcBef>
                <a:spcPts val="600"/>
              </a:spcBef>
            </a:pPr>
            <a:r>
              <a:rPr lang="fr-FR" sz="1000" spc="0" baseline="0" noProof="0">
                <a:latin typeface="+mn-lt"/>
              </a:rPr>
              <a:t>Ajuster le cadrage avec l’outil : </a:t>
            </a:r>
            <a:r>
              <a:rPr lang="fr-FR" sz="1000" b="1" spc="0" baseline="0" noProof="0">
                <a:latin typeface="+mn-lt"/>
              </a:rPr>
              <a:t>Rogner &gt; Ajuster</a:t>
            </a:r>
          </a:p>
        </p:txBody>
      </p:sp>
      <p:sp>
        <p:nvSpPr>
          <p:cNvPr id="10" name="Espace réservé pour une image  8">
            <a:extLst>
              <a:ext uri="{FF2B5EF4-FFF2-40B4-BE49-F238E27FC236}">
                <a16:creationId xmlns:a16="http://schemas.microsoft.com/office/drawing/2014/main" id="{87E1669B-0B26-BB47-9924-6E636B429347}"/>
              </a:ext>
            </a:extLst>
          </p:cNvPr>
          <p:cNvSpPr>
            <a:spLocks noGrp="1"/>
          </p:cNvSpPr>
          <p:nvPr>
            <p:ph type="pic" sz="quarter" idx="23"/>
          </p:nvPr>
        </p:nvSpPr>
        <p:spPr>
          <a:xfrm>
            <a:off x="6095996" y="152400"/>
            <a:ext cx="5940424" cy="6553200"/>
          </a:xfrm>
        </p:spPr>
        <p:txBody>
          <a:bodyPr/>
          <a:lstStyle>
            <a:lvl1pPr rtl="0">
              <a:defRPr/>
            </a:lvl1pPr>
          </a:lstStyle>
          <a:p>
            <a:r>
              <a:rPr lang="fr-FR"/>
              <a:t>Cliquez sur l'icône pour ajouter une image</a:t>
            </a:r>
          </a:p>
        </p:txBody>
      </p:sp>
      <p:sp>
        <p:nvSpPr>
          <p:cNvPr id="15" name="ZoneTexte 14">
            <a:extLst>
              <a:ext uri="{FF2B5EF4-FFF2-40B4-BE49-F238E27FC236}">
                <a16:creationId xmlns:a16="http://schemas.microsoft.com/office/drawing/2014/main" id="{A637B34E-105B-3E7F-55FE-DC172C64C96F}"/>
              </a:ext>
            </a:extLst>
          </p:cNvPr>
          <p:cNvSpPr txBox="1"/>
          <p:nvPr/>
        </p:nvSpPr>
        <p:spPr>
          <a:xfrm>
            <a:off x="-1307963" y="1880092"/>
            <a:ext cx="1157769" cy="2765748"/>
          </a:xfrm>
          <a:prstGeom prst="rect">
            <a:avLst/>
          </a:prstGeom>
          <a:noFill/>
        </p:spPr>
        <p:txBody>
          <a:bodyPr wrap="square" lIns="36000" tIns="36000" rIns="36000" bIns="36000" rtlCol="0">
            <a:spAutoFit/>
          </a:bodyPr>
          <a:lstStyle/>
          <a:p>
            <a:pPr rtl="0">
              <a:spcBef>
                <a:spcPts val="600"/>
              </a:spcBef>
            </a:pPr>
            <a:r>
              <a:rPr lang="fr-FR" sz="1000" b="0" spc="0" baseline="0" noProof="0">
                <a:latin typeface="+mn-lt"/>
              </a:rPr>
              <a:t>Cliquez sur l’icone pour ajouter l’image de couverture</a:t>
            </a:r>
          </a:p>
          <a:p>
            <a:pPr rtl="0">
              <a:spcBef>
                <a:spcPts val="600"/>
              </a:spcBef>
            </a:pPr>
            <a:r>
              <a:rPr lang="fr-FR" sz="1000" b="0" spc="0" baseline="0" noProof="0">
                <a:latin typeface="+mn-lt"/>
              </a:rPr>
              <a:t>Dans l’explorateur de fichiers, rendez-vous dans </a:t>
            </a:r>
            <a:r>
              <a:rPr lang="fr-FR" sz="1000" b="1" spc="0" baseline="0" noProof="0">
                <a:latin typeface="+mn-lt"/>
              </a:rPr>
              <a:t>01_Essentiels &gt; 03 Thèmes et </a:t>
            </a:r>
            <a:r>
              <a:rPr lang="fr-FR" sz="1000" b="1" spc="0" baseline="0" noProof="0" err="1">
                <a:latin typeface="+mn-lt"/>
              </a:rPr>
              <a:t>templates</a:t>
            </a:r>
            <a:endParaRPr lang="fr-FR" sz="1000" b="1" spc="0" baseline="0" noProof="0">
              <a:latin typeface="+mn-lt"/>
            </a:endParaRPr>
          </a:p>
          <a:p>
            <a:pPr rtl="0">
              <a:spcBef>
                <a:spcPts val="600"/>
              </a:spcBef>
            </a:pPr>
            <a:endParaRPr lang="fr-FR" sz="1000" b="1" spc="0" baseline="0" noProof="0">
              <a:latin typeface="+mn-lt"/>
            </a:endParaRPr>
          </a:p>
          <a:p>
            <a:pPr rtl="0">
              <a:spcBef>
                <a:spcPts val="600"/>
              </a:spcBef>
            </a:pPr>
            <a:r>
              <a:rPr lang="fr-FR" sz="1000" b="0" spc="0" baseline="0" noProof="0">
                <a:latin typeface="+mn-lt"/>
              </a:rPr>
              <a:t>Choisissez parmi les images prédéfinies celle qui convient à votre présentation</a:t>
            </a:r>
          </a:p>
        </p:txBody>
      </p:sp>
    </p:spTree>
    <p:extLst>
      <p:ext uri="{BB962C8B-B14F-4D97-AF65-F5344CB8AC3E}">
        <p14:creationId xmlns:p14="http://schemas.microsoft.com/office/powerpoint/2010/main" val="4244951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ommaire 2">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19503829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AD0EBE0-0B87-812D-1291-1E909F85EFE3}"/>
              </a:ext>
            </a:extLst>
          </p:cNvPr>
          <p:cNvSpPr/>
          <p:nvPr/>
        </p:nvSpPr>
        <p:spPr>
          <a:xfrm>
            <a:off x="0" y="0"/>
            <a:ext cx="742453"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5" name="Rectangle 4">
            <a:extLst>
              <a:ext uri="{FF2B5EF4-FFF2-40B4-BE49-F238E27FC236}">
                <a16:creationId xmlns:a16="http://schemas.microsoft.com/office/drawing/2014/main" id="{5A1E45E4-ED9E-3103-5D51-2EACB99B9A04}"/>
              </a:ext>
            </a:extLst>
          </p:cNvPr>
          <p:cNvSpPr/>
          <p:nvPr/>
        </p:nvSpPr>
        <p:spPr>
          <a:xfrm>
            <a:off x="155574" y="152399"/>
            <a:ext cx="3240000" cy="65532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47794" y="1606555"/>
            <a:ext cx="2855561" cy="742451"/>
          </a:xfrm>
        </p:spPr>
        <p:txBody>
          <a:bodyPr vert="horz" lIns="91440" tIns="45720" rIns="91440" bIns="45720" rtlCol="0" anchor="t">
            <a:noAutofit/>
          </a:bodyPr>
          <a:lstStyle>
            <a:lvl1pPr rtl="0">
              <a:defRPr lang="fr-FR" sz="2400" b="1" dirty="0">
                <a:solidFill>
                  <a:schemeClr val="bg1"/>
                </a:solidFill>
              </a:defRPr>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43300" y="6339417"/>
            <a:ext cx="5714999" cy="365125"/>
          </a:xfrm>
        </p:spPr>
        <p:txBody>
          <a:bodyPr/>
          <a:lstStyle>
            <a:lvl1pPr rtl="0">
              <a:defRPr/>
            </a:lvl1pPr>
          </a:lstStyle>
          <a:p>
            <a:r>
              <a:rPr lang="fr-FR"/>
              <a:t>AMITA CONSEIL</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960000" y="1606555"/>
            <a:ext cx="7851600" cy="4570406"/>
          </a:xfrm>
        </p:spPr>
        <p:txBody>
          <a:bodyPr/>
          <a:lstStyle>
            <a:lvl1pPr marL="342900" indent="-342900" rtl="0">
              <a:lnSpc>
                <a:spcPct val="150000"/>
              </a:lnSpc>
              <a:spcBef>
                <a:spcPts val="0"/>
              </a:spcBef>
              <a:spcAft>
                <a:spcPts val="0"/>
              </a:spcAft>
              <a:buClr>
                <a:schemeClr val="accent2"/>
              </a:buClr>
              <a:buFont typeface="+mj-lt"/>
              <a:buAutoNum type="arabicPeriod"/>
              <a:defRPr sz="1800" b="1"/>
            </a:lvl1pPr>
            <a:lvl2pPr rtl="0">
              <a:lnSpc>
                <a:spcPct val="150000"/>
              </a:lnSpc>
              <a:spcBef>
                <a:spcPts val="0"/>
              </a:spcBef>
              <a:spcAft>
                <a:spcPts val="0"/>
              </a:spcAft>
              <a:buClr>
                <a:schemeClr val="accent2"/>
              </a:buClr>
              <a:defRPr sz="1600"/>
            </a:lvl2pPr>
            <a:lvl3pPr rtl="0">
              <a:lnSpc>
                <a:spcPct val="150000"/>
              </a:lnSpc>
              <a:spcBef>
                <a:spcPts val="0"/>
              </a:spcBef>
              <a:spcAft>
                <a:spcPts val="0"/>
              </a:spcAft>
              <a:buClr>
                <a:schemeClr val="accent2"/>
              </a:buClr>
              <a:defRPr sz="1400"/>
            </a:lvl3pPr>
            <a:lvl4pPr rtl="0">
              <a:lnSpc>
                <a:spcPct val="150000"/>
              </a:lnSpc>
              <a:spcBef>
                <a:spcPts val="0"/>
              </a:spcBef>
              <a:spcAft>
                <a:spcPts val="0"/>
              </a:spcAft>
              <a:buClr>
                <a:schemeClr val="accent2"/>
              </a:buClr>
              <a:defRPr sz="1200"/>
            </a:lvl4pPr>
            <a:lvl5pPr rtl="0">
              <a:lnSpc>
                <a:spcPct val="150000"/>
              </a:lnSpc>
              <a:spcBef>
                <a:spcPts val="0"/>
              </a:spcBef>
              <a:spcAft>
                <a:spcPts val="0"/>
              </a:spcAft>
              <a:buClr>
                <a:schemeClr val="accent2"/>
              </a:buCl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505234F8-94D3-C165-62E6-663182F5CFCE}"/>
              </a:ext>
            </a:extLst>
          </p:cNvPr>
          <p:cNvSpPr>
            <a:spLocks noGrp="1"/>
          </p:cNvSpPr>
          <p:nvPr>
            <p:ph type="sldNum" sz="quarter" idx="13"/>
          </p:nvPr>
        </p:nvSpPr>
        <p:spPr>
          <a:xfrm>
            <a:off x="155574" y="6340475"/>
            <a:ext cx="362084" cy="365125"/>
          </a:xfrm>
        </p:spPr>
        <p:txBody>
          <a:bodyPr/>
          <a:lstStyle>
            <a:lvl1pPr rtl="0">
              <a:defRPr>
                <a:solidFill>
                  <a:schemeClr val="bg1"/>
                </a:solidFill>
              </a:defRPr>
            </a:lvl1pPr>
          </a:lstStyle>
          <a:p>
            <a:fld id="{BE9517EC-C298-4848-B090-11602D956FCE}" type="slidenum">
              <a:rPr lang="fr-FR" smtClean="0"/>
              <a:pPr/>
              <a:t>‹N°›</a:t>
            </a:fld>
            <a:endParaRPr lang="fr-FR"/>
          </a:p>
        </p:txBody>
      </p:sp>
    </p:spTree>
    <p:extLst>
      <p:ext uri="{BB962C8B-B14F-4D97-AF65-F5344CB8AC3E}">
        <p14:creationId xmlns:p14="http://schemas.microsoft.com/office/powerpoint/2010/main" val="2781288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ommaire 3">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13692664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AD0EBE0-0B87-812D-1291-1E909F85EFE3}"/>
              </a:ext>
            </a:extLst>
          </p:cNvPr>
          <p:cNvSpPr/>
          <p:nvPr/>
        </p:nvSpPr>
        <p:spPr>
          <a:xfrm>
            <a:off x="0" y="0"/>
            <a:ext cx="742453"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5" name="Rectangle 4">
            <a:extLst>
              <a:ext uri="{FF2B5EF4-FFF2-40B4-BE49-F238E27FC236}">
                <a16:creationId xmlns:a16="http://schemas.microsoft.com/office/drawing/2014/main" id="{5A1E45E4-ED9E-3103-5D51-2EACB99B9A04}"/>
              </a:ext>
            </a:extLst>
          </p:cNvPr>
          <p:cNvSpPr/>
          <p:nvPr/>
        </p:nvSpPr>
        <p:spPr>
          <a:xfrm>
            <a:off x="155574" y="152399"/>
            <a:ext cx="3240000" cy="655320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47794" y="1606555"/>
            <a:ext cx="2855561" cy="742451"/>
          </a:xfrm>
        </p:spPr>
        <p:txBody>
          <a:bodyPr vert="horz" lIns="91440" tIns="45720" rIns="91440" bIns="45720" rtlCol="0" anchor="t">
            <a:noAutofit/>
          </a:bodyPr>
          <a:lstStyle>
            <a:lvl1pPr rtl="0">
              <a:defRPr lang="fr-FR" sz="2400" b="1" dirty="0">
                <a:solidFill>
                  <a:schemeClr val="tx1"/>
                </a:solidFill>
              </a:defRPr>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43300" y="6339417"/>
            <a:ext cx="5714999" cy="365125"/>
          </a:xfrm>
        </p:spPr>
        <p:txBody>
          <a:bodyPr/>
          <a:lstStyle>
            <a:lvl1pPr rtl="0">
              <a:defRPr/>
            </a:lvl1pPr>
          </a:lstStyle>
          <a:p>
            <a:r>
              <a:rPr lang="fr-FR"/>
              <a:t>AMITA CONSEIL</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960000" y="1606555"/>
            <a:ext cx="7851600" cy="4570406"/>
          </a:xfrm>
        </p:spPr>
        <p:txBody>
          <a:bodyPr/>
          <a:lstStyle>
            <a:lvl1pPr marL="342900" indent="-342900" rtl="0">
              <a:lnSpc>
                <a:spcPct val="150000"/>
              </a:lnSpc>
              <a:spcBef>
                <a:spcPts val="0"/>
              </a:spcBef>
              <a:spcAft>
                <a:spcPts val="0"/>
              </a:spcAft>
              <a:buClr>
                <a:schemeClr val="accent3"/>
              </a:buClr>
              <a:buFont typeface="+mj-lt"/>
              <a:buAutoNum type="arabicPeriod"/>
              <a:defRPr sz="1800" b="1"/>
            </a:lvl1pPr>
            <a:lvl2pPr rtl="0">
              <a:lnSpc>
                <a:spcPct val="150000"/>
              </a:lnSpc>
              <a:spcBef>
                <a:spcPts val="0"/>
              </a:spcBef>
              <a:spcAft>
                <a:spcPts val="0"/>
              </a:spcAft>
              <a:buClr>
                <a:schemeClr val="accent3"/>
              </a:buClr>
              <a:defRPr sz="1600"/>
            </a:lvl2pPr>
            <a:lvl3pPr rtl="0">
              <a:lnSpc>
                <a:spcPct val="150000"/>
              </a:lnSpc>
              <a:spcBef>
                <a:spcPts val="0"/>
              </a:spcBef>
              <a:spcAft>
                <a:spcPts val="0"/>
              </a:spcAft>
              <a:buClr>
                <a:schemeClr val="accent3"/>
              </a:buClr>
              <a:defRPr sz="1400"/>
            </a:lvl3pPr>
            <a:lvl4pPr rtl="0">
              <a:lnSpc>
                <a:spcPct val="150000"/>
              </a:lnSpc>
              <a:spcBef>
                <a:spcPts val="0"/>
              </a:spcBef>
              <a:spcAft>
                <a:spcPts val="0"/>
              </a:spcAft>
              <a:buClr>
                <a:schemeClr val="accent3"/>
              </a:buClr>
              <a:defRPr sz="1200"/>
            </a:lvl4pPr>
            <a:lvl5pPr rtl="0">
              <a:lnSpc>
                <a:spcPct val="150000"/>
              </a:lnSpc>
              <a:spcBef>
                <a:spcPts val="0"/>
              </a:spcBef>
              <a:spcAft>
                <a:spcPts val="0"/>
              </a:spcAft>
              <a:buClr>
                <a:schemeClr val="accent3"/>
              </a:buCl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1967A15B-ADFE-E002-39C3-0831F8957393}"/>
              </a:ext>
            </a:extLst>
          </p:cNvPr>
          <p:cNvSpPr>
            <a:spLocks noGrp="1"/>
          </p:cNvSpPr>
          <p:nvPr>
            <p:ph type="sldNum" sz="quarter" idx="13"/>
          </p:nvPr>
        </p:nvSpPr>
        <p:spPr>
          <a:xfrm>
            <a:off x="155574" y="6340475"/>
            <a:ext cx="362084" cy="365125"/>
          </a:xfrm>
        </p:spPr>
        <p:txBody>
          <a:bodyPr/>
          <a:lstStyle>
            <a:lvl1pPr rtl="0">
              <a:defRPr>
                <a:solidFill>
                  <a:schemeClr val="tx1">
                    <a:lumMod val="60000"/>
                    <a:lumOff val="40000"/>
                  </a:schemeClr>
                </a:solidFill>
              </a:defRPr>
            </a:lvl1pPr>
          </a:lstStyle>
          <a:p>
            <a:fld id="{BE9517EC-C298-4848-B090-11602D956FCE}" type="slidenum">
              <a:rPr lang="fr-FR" smtClean="0"/>
              <a:pPr/>
              <a:t>‹N°›</a:t>
            </a:fld>
            <a:endParaRPr lang="fr-FR"/>
          </a:p>
        </p:txBody>
      </p:sp>
    </p:spTree>
    <p:extLst>
      <p:ext uri="{BB962C8B-B14F-4D97-AF65-F5344CB8AC3E}">
        <p14:creationId xmlns:p14="http://schemas.microsoft.com/office/powerpoint/2010/main" val="4083773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ommaire 4">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37275827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AD0EBE0-0B87-812D-1291-1E909F85EFE3}"/>
              </a:ext>
            </a:extLst>
          </p:cNvPr>
          <p:cNvSpPr/>
          <p:nvPr/>
        </p:nvSpPr>
        <p:spPr>
          <a:xfrm>
            <a:off x="0" y="0"/>
            <a:ext cx="742453"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5" name="Rectangle 4">
            <a:extLst>
              <a:ext uri="{FF2B5EF4-FFF2-40B4-BE49-F238E27FC236}">
                <a16:creationId xmlns:a16="http://schemas.microsoft.com/office/drawing/2014/main" id="{5A1E45E4-ED9E-3103-5D51-2EACB99B9A04}"/>
              </a:ext>
            </a:extLst>
          </p:cNvPr>
          <p:cNvSpPr/>
          <p:nvPr/>
        </p:nvSpPr>
        <p:spPr>
          <a:xfrm>
            <a:off x="155574" y="152399"/>
            <a:ext cx="3240000" cy="65532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47794" y="1606555"/>
            <a:ext cx="2855561" cy="742451"/>
          </a:xfrm>
        </p:spPr>
        <p:txBody>
          <a:bodyPr vert="horz" lIns="91440" tIns="45720" rIns="91440" bIns="45720" rtlCol="0" anchor="t">
            <a:noAutofit/>
          </a:bodyPr>
          <a:lstStyle>
            <a:lvl1pPr rtl="0">
              <a:defRPr lang="fr-FR" sz="2400" b="1" dirty="0">
                <a:solidFill>
                  <a:schemeClr val="bg1"/>
                </a:solidFill>
              </a:defRPr>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43300" y="6339417"/>
            <a:ext cx="5714999" cy="365125"/>
          </a:xfrm>
        </p:spPr>
        <p:txBody>
          <a:bodyPr/>
          <a:lstStyle>
            <a:lvl1pPr rtl="0">
              <a:defRPr/>
            </a:lvl1pPr>
          </a:lstStyle>
          <a:p>
            <a:r>
              <a:rPr lang="fr-FR"/>
              <a:t>AMITA CONSEIL</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960000" y="1606555"/>
            <a:ext cx="7851600" cy="4570406"/>
          </a:xfrm>
        </p:spPr>
        <p:txBody>
          <a:bodyPr/>
          <a:lstStyle>
            <a:lvl1pPr marL="342900" indent="-342900" rtl="0">
              <a:lnSpc>
                <a:spcPct val="150000"/>
              </a:lnSpc>
              <a:spcBef>
                <a:spcPts val="0"/>
              </a:spcBef>
              <a:spcAft>
                <a:spcPts val="0"/>
              </a:spcAft>
              <a:buClr>
                <a:schemeClr val="accent4"/>
              </a:buClr>
              <a:buFont typeface="+mj-lt"/>
              <a:buAutoNum type="arabicPeriod"/>
              <a:defRPr sz="1800" b="1"/>
            </a:lvl1pPr>
            <a:lvl2pPr rtl="0">
              <a:lnSpc>
                <a:spcPct val="150000"/>
              </a:lnSpc>
              <a:spcBef>
                <a:spcPts val="0"/>
              </a:spcBef>
              <a:spcAft>
                <a:spcPts val="0"/>
              </a:spcAft>
              <a:buClr>
                <a:schemeClr val="accent4"/>
              </a:buClr>
              <a:defRPr sz="1600"/>
            </a:lvl2pPr>
            <a:lvl3pPr rtl="0">
              <a:lnSpc>
                <a:spcPct val="150000"/>
              </a:lnSpc>
              <a:spcBef>
                <a:spcPts val="0"/>
              </a:spcBef>
              <a:spcAft>
                <a:spcPts val="0"/>
              </a:spcAft>
              <a:buClr>
                <a:schemeClr val="accent4"/>
              </a:buClr>
              <a:defRPr sz="1400"/>
            </a:lvl3pPr>
            <a:lvl4pPr rtl="0">
              <a:lnSpc>
                <a:spcPct val="150000"/>
              </a:lnSpc>
              <a:spcBef>
                <a:spcPts val="0"/>
              </a:spcBef>
              <a:spcAft>
                <a:spcPts val="0"/>
              </a:spcAft>
              <a:buClr>
                <a:schemeClr val="accent4"/>
              </a:buClr>
              <a:defRPr sz="1200"/>
            </a:lvl4pPr>
            <a:lvl5pPr rtl="0">
              <a:lnSpc>
                <a:spcPct val="150000"/>
              </a:lnSpc>
              <a:spcBef>
                <a:spcPts val="0"/>
              </a:spcBef>
              <a:spcAft>
                <a:spcPts val="0"/>
              </a:spcAft>
              <a:buClr>
                <a:schemeClr val="accent4"/>
              </a:buCl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1B6D8198-8C95-89E2-D4DD-26835884EF4D}"/>
              </a:ext>
            </a:extLst>
          </p:cNvPr>
          <p:cNvSpPr>
            <a:spLocks noGrp="1"/>
          </p:cNvSpPr>
          <p:nvPr>
            <p:ph type="sldNum" sz="quarter" idx="13"/>
          </p:nvPr>
        </p:nvSpPr>
        <p:spPr>
          <a:xfrm>
            <a:off x="155574" y="6340475"/>
            <a:ext cx="362084" cy="365125"/>
          </a:xfrm>
        </p:spPr>
        <p:txBody>
          <a:bodyPr/>
          <a:lstStyle>
            <a:lvl1pPr rtl="0">
              <a:defRPr>
                <a:solidFill>
                  <a:schemeClr val="bg1"/>
                </a:solidFill>
              </a:defRPr>
            </a:lvl1pPr>
          </a:lstStyle>
          <a:p>
            <a:fld id="{BE9517EC-C298-4848-B090-11602D956FCE}" type="slidenum">
              <a:rPr lang="fr-FR" smtClean="0"/>
              <a:pPr/>
              <a:t>‹N°›</a:t>
            </a:fld>
            <a:endParaRPr lang="fr-FR"/>
          </a:p>
        </p:txBody>
      </p:sp>
    </p:spTree>
    <p:extLst>
      <p:ext uri="{BB962C8B-B14F-4D97-AF65-F5344CB8AC3E}">
        <p14:creationId xmlns:p14="http://schemas.microsoft.com/office/powerpoint/2010/main" val="4115160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ommaire 5">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37422670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AD0EBE0-0B87-812D-1291-1E909F85EFE3}"/>
              </a:ext>
            </a:extLst>
          </p:cNvPr>
          <p:cNvSpPr/>
          <p:nvPr/>
        </p:nvSpPr>
        <p:spPr>
          <a:xfrm>
            <a:off x="0" y="0"/>
            <a:ext cx="742453"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5" name="Rectangle 4">
            <a:extLst>
              <a:ext uri="{FF2B5EF4-FFF2-40B4-BE49-F238E27FC236}">
                <a16:creationId xmlns:a16="http://schemas.microsoft.com/office/drawing/2014/main" id="{5A1E45E4-ED9E-3103-5D51-2EACB99B9A04}"/>
              </a:ext>
            </a:extLst>
          </p:cNvPr>
          <p:cNvSpPr/>
          <p:nvPr/>
        </p:nvSpPr>
        <p:spPr>
          <a:xfrm>
            <a:off x="155574" y="152399"/>
            <a:ext cx="3240000" cy="655320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47794" y="1606555"/>
            <a:ext cx="2855561" cy="742451"/>
          </a:xfrm>
        </p:spPr>
        <p:txBody>
          <a:bodyPr vert="horz" lIns="91440" tIns="45720" rIns="91440" bIns="45720" rtlCol="0" anchor="t">
            <a:noAutofit/>
          </a:bodyPr>
          <a:lstStyle>
            <a:lvl1pPr rtl="0">
              <a:defRPr lang="fr-FR" sz="2400" b="1" dirty="0">
                <a:solidFill>
                  <a:schemeClr val="tx1"/>
                </a:solidFill>
              </a:defRPr>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43300" y="6339417"/>
            <a:ext cx="5714999" cy="365125"/>
          </a:xfrm>
        </p:spPr>
        <p:txBody>
          <a:bodyPr/>
          <a:lstStyle>
            <a:lvl1pPr rtl="0">
              <a:defRPr/>
            </a:lvl1pPr>
          </a:lstStyle>
          <a:p>
            <a:r>
              <a:rPr lang="fr-FR"/>
              <a:t>AMITA CONSEIL</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960000" y="1606555"/>
            <a:ext cx="7851600" cy="4570406"/>
          </a:xfrm>
        </p:spPr>
        <p:txBody>
          <a:bodyPr/>
          <a:lstStyle>
            <a:lvl1pPr marL="342900" indent="-342900" rtl="0">
              <a:lnSpc>
                <a:spcPct val="150000"/>
              </a:lnSpc>
              <a:spcBef>
                <a:spcPts val="0"/>
              </a:spcBef>
              <a:spcAft>
                <a:spcPts val="0"/>
              </a:spcAft>
              <a:buClr>
                <a:schemeClr val="accent5"/>
              </a:buClr>
              <a:buFont typeface="+mj-lt"/>
              <a:buAutoNum type="arabicPeriod"/>
              <a:defRPr sz="1800" b="1"/>
            </a:lvl1pPr>
            <a:lvl2pPr rtl="0">
              <a:lnSpc>
                <a:spcPct val="150000"/>
              </a:lnSpc>
              <a:spcBef>
                <a:spcPts val="0"/>
              </a:spcBef>
              <a:spcAft>
                <a:spcPts val="0"/>
              </a:spcAft>
              <a:buClr>
                <a:schemeClr val="accent5"/>
              </a:buClr>
              <a:defRPr sz="1600"/>
            </a:lvl2pPr>
            <a:lvl3pPr rtl="0">
              <a:lnSpc>
                <a:spcPct val="150000"/>
              </a:lnSpc>
              <a:spcBef>
                <a:spcPts val="0"/>
              </a:spcBef>
              <a:spcAft>
                <a:spcPts val="0"/>
              </a:spcAft>
              <a:buClr>
                <a:schemeClr val="accent5"/>
              </a:buClr>
              <a:defRPr sz="1400"/>
            </a:lvl3pPr>
            <a:lvl4pPr rtl="0">
              <a:lnSpc>
                <a:spcPct val="150000"/>
              </a:lnSpc>
              <a:spcBef>
                <a:spcPts val="0"/>
              </a:spcBef>
              <a:spcAft>
                <a:spcPts val="0"/>
              </a:spcAft>
              <a:buClr>
                <a:schemeClr val="accent5"/>
              </a:buClr>
              <a:defRPr sz="1200"/>
            </a:lvl4pPr>
            <a:lvl5pPr rtl="0">
              <a:lnSpc>
                <a:spcPct val="150000"/>
              </a:lnSpc>
              <a:spcBef>
                <a:spcPts val="0"/>
              </a:spcBef>
              <a:spcAft>
                <a:spcPts val="0"/>
              </a:spcAft>
              <a:buClr>
                <a:schemeClr val="accent5"/>
              </a:buCl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12BD0B84-28D6-D743-1B40-DAC84CEB1E03}"/>
              </a:ext>
            </a:extLst>
          </p:cNvPr>
          <p:cNvSpPr>
            <a:spLocks noGrp="1"/>
          </p:cNvSpPr>
          <p:nvPr>
            <p:ph type="sldNum" sz="quarter" idx="13"/>
          </p:nvPr>
        </p:nvSpPr>
        <p:spPr>
          <a:xfrm>
            <a:off x="155574" y="6340475"/>
            <a:ext cx="362084" cy="365125"/>
          </a:xfrm>
        </p:spPr>
        <p:txBody>
          <a:bodyPr/>
          <a:lstStyle>
            <a:lvl1pPr rtl="0">
              <a:defRPr>
                <a:solidFill>
                  <a:schemeClr val="tx1">
                    <a:lumMod val="60000"/>
                    <a:lumOff val="40000"/>
                  </a:schemeClr>
                </a:solidFill>
              </a:defRPr>
            </a:lvl1pPr>
          </a:lstStyle>
          <a:p>
            <a:fld id="{BE9517EC-C298-4848-B090-11602D956FCE}" type="slidenum">
              <a:rPr lang="fr-FR" smtClean="0"/>
              <a:pPr/>
              <a:t>‹N°›</a:t>
            </a:fld>
            <a:endParaRPr lang="fr-FR"/>
          </a:p>
        </p:txBody>
      </p:sp>
    </p:spTree>
    <p:extLst>
      <p:ext uri="{BB962C8B-B14F-4D97-AF65-F5344CB8AC3E}">
        <p14:creationId xmlns:p14="http://schemas.microsoft.com/office/powerpoint/2010/main" val="965925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ommaire 6">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9840353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AD0EBE0-0B87-812D-1291-1E909F85EFE3}"/>
              </a:ext>
            </a:extLst>
          </p:cNvPr>
          <p:cNvSpPr/>
          <p:nvPr/>
        </p:nvSpPr>
        <p:spPr>
          <a:xfrm>
            <a:off x="0" y="0"/>
            <a:ext cx="742453"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5" name="Rectangle 4">
            <a:extLst>
              <a:ext uri="{FF2B5EF4-FFF2-40B4-BE49-F238E27FC236}">
                <a16:creationId xmlns:a16="http://schemas.microsoft.com/office/drawing/2014/main" id="{5A1E45E4-ED9E-3103-5D51-2EACB99B9A04}"/>
              </a:ext>
            </a:extLst>
          </p:cNvPr>
          <p:cNvSpPr/>
          <p:nvPr/>
        </p:nvSpPr>
        <p:spPr>
          <a:xfrm>
            <a:off x="155574" y="152399"/>
            <a:ext cx="3240000" cy="655320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47794" y="1606555"/>
            <a:ext cx="2855561" cy="742451"/>
          </a:xfrm>
        </p:spPr>
        <p:txBody>
          <a:bodyPr vert="horz" lIns="91440" tIns="45720" rIns="91440" bIns="45720" rtlCol="0" anchor="t">
            <a:noAutofit/>
          </a:bodyPr>
          <a:lstStyle>
            <a:lvl1pPr rtl="0">
              <a:defRPr lang="fr-FR" sz="2400" b="1" dirty="0">
                <a:solidFill>
                  <a:schemeClr val="bg1"/>
                </a:solidFill>
              </a:defRPr>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43300" y="6339417"/>
            <a:ext cx="5714999" cy="365125"/>
          </a:xfrm>
        </p:spPr>
        <p:txBody>
          <a:bodyPr/>
          <a:lstStyle>
            <a:lvl1pPr rtl="0">
              <a:defRPr/>
            </a:lvl1pPr>
          </a:lstStyle>
          <a:p>
            <a:r>
              <a:rPr lang="fr-FR"/>
              <a:t>AMITA CONSEIL</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960000" y="1606555"/>
            <a:ext cx="7851600" cy="4570406"/>
          </a:xfrm>
        </p:spPr>
        <p:txBody>
          <a:bodyPr/>
          <a:lstStyle>
            <a:lvl1pPr marL="342900" indent="-342900" rtl="0">
              <a:lnSpc>
                <a:spcPct val="150000"/>
              </a:lnSpc>
              <a:spcBef>
                <a:spcPts val="0"/>
              </a:spcBef>
              <a:spcAft>
                <a:spcPts val="0"/>
              </a:spcAft>
              <a:buClr>
                <a:schemeClr val="accent6"/>
              </a:buClr>
              <a:buFont typeface="+mj-lt"/>
              <a:buAutoNum type="arabicPeriod"/>
              <a:defRPr sz="1800" b="1"/>
            </a:lvl1pPr>
            <a:lvl2pPr rtl="0">
              <a:lnSpc>
                <a:spcPct val="150000"/>
              </a:lnSpc>
              <a:spcBef>
                <a:spcPts val="0"/>
              </a:spcBef>
              <a:spcAft>
                <a:spcPts val="0"/>
              </a:spcAft>
              <a:buClr>
                <a:schemeClr val="accent6"/>
              </a:buClr>
              <a:defRPr sz="1600"/>
            </a:lvl2pPr>
            <a:lvl3pPr rtl="0">
              <a:lnSpc>
                <a:spcPct val="150000"/>
              </a:lnSpc>
              <a:spcBef>
                <a:spcPts val="0"/>
              </a:spcBef>
              <a:spcAft>
                <a:spcPts val="0"/>
              </a:spcAft>
              <a:buClr>
                <a:schemeClr val="accent6"/>
              </a:buClr>
              <a:defRPr sz="1400"/>
            </a:lvl3pPr>
            <a:lvl4pPr rtl="0">
              <a:lnSpc>
                <a:spcPct val="150000"/>
              </a:lnSpc>
              <a:spcBef>
                <a:spcPts val="0"/>
              </a:spcBef>
              <a:spcAft>
                <a:spcPts val="0"/>
              </a:spcAft>
              <a:buClr>
                <a:schemeClr val="accent6"/>
              </a:buClr>
              <a:defRPr sz="1200"/>
            </a:lvl4pPr>
            <a:lvl5pPr rtl="0">
              <a:lnSpc>
                <a:spcPct val="150000"/>
              </a:lnSpc>
              <a:spcBef>
                <a:spcPts val="0"/>
              </a:spcBef>
              <a:spcAft>
                <a:spcPts val="0"/>
              </a:spcAft>
              <a:buClr>
                <a:schemeClr val="accent6"/>
              </a:buCl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1B631EDE-55F1-3AAA-3114-F0C522F81DF8}"/>
              </a:ext>
            </a:extLst>
          </p:cNvPr>
          <p:cNvSpPr>
            <a:spLocks noGrp="1"/>
          </p:cNvSpPr>
          <p:nvPr>
            <p:ph type="sldNum" sz="quarter" idx="13"/>
          </p:nvPr>
        </p:nvSpPr>
        <p:spPr>
          <a:xfrm>
            <a:off x="155574" y="6340475"/>
            <a:ext cx="362084" cy="365125"/>
          </a:xfrm>
        </p:spPr>
        <p:txBody>
          <a:bodyPr/>
          <a:lstStyle>
            <a:lvl1pPr rtl="0">
              <a:defRPr>
                <a:solidFill>
                  <a:schemeClr val="bg1"/>
                </a:solidFill>
              </a:defRPr>
            </a:lvl1pPr>
          </a:lstStyle>
          <a:p>
            <a:fld id="{BE9517EC-C298-4848-B090-11602D956FCE}" type="slidenum">
              <a:rPr lang="fr-FR" smtClean="0"/>
              <a:pPr/>
              <a:t>‹N°›</a:t>
            </a:fld>
            <a:endParaRPr lang="fr-FR"/>
          </a:p>
        </p:txBody>
      </p:sp>
    </p:spTree>
    <p:extLst>
      <p:ext uri="{BB962C8B-B14F-4D97-AF65-F5344CB8AC3E}">
        <p14:creationId xmlns:p14="http://schemas.microsoft.com/office/powerpoint/2010/main" val="1305910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graphicFrame>
        <p:nvGraphicFramePr>
          <p:cNvPr id="10" name="Objet 9" hidden="1">
            <a:extLst>
              <a:ext uri="{FF2B5EF4-FFF2-40B4-BE49-F238E27FC236}">
                <a16:creationId xmlns:a16="http://schemas.microsoft.com/office/drawing/2014/main" id="{05A7B304-0FC6-A7CA-FA84-47B4F0706119}"/>
              </a:ext>
            </a:extLst>
          </p:cNvPr>
          <p:cNvGraphicFramePr>
            <a:graphicFrameLocks noChangeAspect="1"/>
          </p:cNvGraphicFramePr>
          <p:nvPr>
            <p:custDataLst>
              <p:tags r:id="rId1"/>
            </p:custDataLst>
            <p:extLst>
              <p:ext uri="{D42A27DB-BD31-4B8C-83A1-F6EECF244321}">
                <p14:modId xmlns:p14="http://schemas.microsoft.com/office/powerpoint/2010/main" val="20612103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10" name="Objet 9" hidden="1">
                        <a:extLst>
                          <a:ext uri="{FF2B5EF4-FFF2-40B4-BE49-F238E27FC236}">
                            <a16:creationId xmlns:a16="http://schemas.microsoft.com/office/drawing/2014/main" id="{05A7B304-0FC6-A7CA-FA84-47B4F07061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54BAF359-327C-B4E8-9F79-27F34771BBEA}"/>
              </a:ext>
            </a:extLst>
          </p:cNvPr>
          <p:cNvSpPr>
            <a:spLocks noGrp="1"/>
          </p:cNvSpPr>
          <p:nvPr>
            <p:ph type="title" hasCustomPrompt="1"/>
          </p:nvPr>
        </p:nvSpPr>
        <p:spPr>
          <a:xfrm>
            <a:off x="380998" y="485692"/>
            <a:ext cx="11430000" cy="695155"/>
          </a:xfrm>
        </p:spPr>
        <p:txBody>
          <a:bodyPr vert="horz" anchor="ctr"/>
          <a:lstStyle>
            <a:lvl1pPr rtl="0">
              <a:defRPr>
                <a:latin typeface="+mj-lt"/>
              </a:defRPr>
            </a:lvl1pPr>
          </a:lstStyle>
          <a:p>
            <a:r>
              <a:rPr lang="fr-FR"/>
              <a:t>TITRE</a:t>
            </a:r>
          </a:p>
        </p:txBody>
      </p:sp>
      <p:sp>
        <p:nvSpPr>
          <p:cNvPr id="3" name="Espace réservé du pied de page 2">
            <a:extLst>
              <a:ext uri="{FF2B5EF4-FFF2-40B4-BE49-F238E27FC236}">
                <a16:creationId xmlns:a16="http://schemas.microsoft.com/office/drawing/2014/main" id="{3E6FB74B-9577-0CA4-476E-AF81AA57CDBE}"/>
              </a:ext>
            </a:extLst>
          </p:cNvPr>
          <p:cNvSpPr>
            <a:spLocks noGrp="1"/>
          </p:cNvSpPr>
          <p:nvPr>
            <p:ph type="ftr" sz="quarter" idx="10"/>
          </p:nvPr>
        </p:nvSpPr>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527C0B86-BB50-84CF-E7B5-FAD5FB9A6B50}"/>
              </a:ext>
            </a:extLst>
          </p:cNvPr>
          <p:cNvSpPr>
            <a:spLocks noGrp="1"/>
          </p:cNvSpPr>
          <p:nvPr>
            <p:ph type="sldNum" sz="quarter" idx="11"/>
          </p:nvPr>
        </p:nvSpPr>
        <p:spPr/>
        <p:txBody>
          <a:bodyPr/>
          <a:lstStyle>
            <a:lvl1pPr rtl="0">
              <a:defRPr/>
            </a:lvl1pPr>
          </a:lstStyle>
          <a:p>
            <a:fld id="{BD9892E7-E91F-405F-A6AB-FE5AB3285265}" type="slidenum">
              <a:rPr lang="fr-FR" smtClean="0"/>
              <a:pPr/>
              <a:t>‹N°›</a:t>
            </a:fld>
            <a:endParaRPr lang="fr-FR"/>
          </a:p>
        </p:txBody>
      </p:sp>
      <p:sp>
        <p:nvSpPr>
          <p:cNvPr id="12" name="Espace réservé du contenu 11">
            <a:extLst>
              <a:ext uri="{FF2B5EF4-FFF2-40B4-BE49-F238E27FC236}">
                <a16:creationId xmlns:a16="http://schemas.microsoft.com/office/drawing/2014/main" id="{2541A85A-BD07-8F9E-3F4A-2FA68B1A9116}"/>
              </a:ext>
            </a:extLst>
          </p:cNvPr>
          <p:cNvSpPr>
            <a:spLocks noGrp="1"/>
          </p:cNvSpPr>
          <p:nvPr>
            <p:ph sz="quarter" idx="12"/>
          </p:nvPr>
        </p:nvSpPr>
        <p:spPr>
          <a:xfrm>
            <a:off x="380996" y="1984917"/>
            <a:ext cx="11430003" cy="4192044"/>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3">
            <a:extLst>
              <a:ext uri="{FF2B5EF4-FFF2-40B4-BE49-F238E27FC236}">
                <a16:creationId xmlns:a16="http://schemas.microsoft.com/office/drawing/2014/main" id="{73C495DC-BFBC-1250-EA79-F47766C421FF}"/>
              </a:ext>
            </a:extLst>
          </p:cNvPr>
          <p:cNvSpPr>
            <a:spLocks noGrp="1"/>
          </p:cNvSpPr>
          <p:nvPr>
            <p:ph type="body" sz="quarter" idx="13" hasCustomPrompt="1"/>
          </p:nvPr>
        </p:nvSpPr>
        <p:spPr>
          <a:xfrm>
            <a:off x="380995" y="1199154"/>
            <a:ext cx="11430003" cy="626469"/>
          </a:xfrm>
        </p:spPr>
        <p:txBody>
          <a:bodyPr vert="horz" lIns="91440" tIns="45720" rIns="91440" bIns="45720" rtlCol="0" anchor="ctr">
            <a:noAutofit/>
          </a:bodyPr>
          <a:lstStyle>
            <a:lvl1pPr marL="0" indent="0" rtl="0">
              <a:lnSpc>
                <a:spcPct val="100000"/>
              </a:lnSpc>
              <a:spcBef>
                <a:spcPts val="0"/>
              </a:spcBef>
              <a:spcAft>
                <a:spcPts val="0"/>
              </a:spcAft>
              <a:buNone/>
              <a:defRPr lang="fr-FR" sz="1800" b="1" cap="all" baseline="0" dirty="0">
                <a:solidFill>
                  <a:srgbClr val="43A2BF"/>
                </a:solidFill>
                <a:latin typeface="+mj-lt"/>
              </a:defRPr>
            </a:lvl1pPr>
          </a:lstStyle>
          <a:p>
            <a:pPr marL="171450" lvl="0" indent="-171450">
              <a:lnSpc>
                <a:spcPct val="90000"/>
              </a:lnSpc>
            </a:pPr>
            <a:r>
              <a:rPr lang="fr-FR"/>
              <a:t>Sous titre</a:t>
            </a:r>
          </a:p>
        </p:txBody>
      </p:sp>
      <p:sp>
        <p:nvSpPr>
          <p:cNvPr id="5" name="Espace réservé de la date 10">
            <a:extLst>
              <a:ext uri="{FF2B5EF4-FFF2-40B4-BE49-F238E27FC236}">
                <a16:creationId xmlns:a16="http://schemas.microsoft.com/office/drawing/2014/main" id="{22AE12D9-7C4B-4DE4-134B-9CC71CD320C7}"/>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78871C8A-9DB9-41A2-9AC6-C4B190C41F7B}" type="datetime1">
              <a:rPr lang="fr-FR" smtClean="0"/>
              <a:t>27/03/2025</a:t>
            </a:fld>
            <a:endParaRPr lang="fr-FR"/>
          </a:p>
        </p:txBody>
      </p:sp>
    </p:spTree>
    <p:extLst>
      <p:ext uri="{BB962C8B-B14F-4D97-AF65-F5344CB8AC3E}">
        <p14:creationId xmlns:p14="http://schemas.microsoft.com/office/powerpoint/2010/main" val="4148046883"/>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Deux contenus">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9848463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6" y="485693"/>
            <a:ext cx="11430003" cy="694800"/>
          </a:xfrm>
        </p:spPr>
        <p:txBody>
          <a:bodyPr vert="horz"/>
          <a:lstStyle>
            <a:lvl1pPr rtl="0">
              <a:defRPr/>
            </a:lvl1pPr>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lvl1pPr rtl="0">
              <a:defRPr/>
            </a:lvl1pPr>
          </a:lstStyle>
          <a:p>
            <a:fld id="{BD9892E7-E91F-405F-A6AB-FE5AB3285265}"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98800"/>
            <a:ext cx="5580000" cy="626400"/>
          </a:xfrm>
        </p:spPr>
        <p:txBody>
          <a:bodyPr vert="horz" lIns="91440" tIns="45720" rIns="91440" bIns="45720" rtlCol="0" anchor="ctr">
            <a:noAutofit/>
          </a:bodyPr>
          <a:lstStyle>
            <a:lvl1pPr marL="0" indent="0" rtl="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6" name="Espace réservé du texte 11">
            <a:extLst>
              <a:ext uri="{FF2B5EF4-FFF2-40B4-BE49-F238E27FC236}">
                <a16:creationId xmlns:a16="http://schemas.microsoft.com/office/drawing/2014/main" id="{C09F6E40-0B05-4D05-F386-EB73033D29DB}"/>
              </a:ext>
            </a:extLst>
          </p:cNvPr>
          <p:cNvSpPr>
            <a:spLocks noGrp="1"/>
          </p:cNvSpPr>
          <p:nvPr>
            <p:ph type="body" sz="quarter" idx="15" hasCustomPrompt="1"/>
          </p:nvPr>
        </p:nvSpPr>
        <p:spPr>
          <a:xfrm>
            <a:off x="6231005" y="1198800"/>
            <a:ext cx="5580000" cy="626400"/>
          </a:xfrm>
        </p:spPr>
        <p:txBody>
          <a:bodyPr vert="horz" lIns="91440" tIns="45720" rIns="91440" bIns="45720" rtlCol="0" anchor="ctr">
            <a:noAutofit/>
          </a:bodyPr>
          <a:lstStyle>
            <a:lvl1pPr marL="0" indent="0" rtl="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983600"/>
            <a:ext cx="5580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contenu 11">
            <a:extLst>
              <a:ext uri="{FF2B5EF4-FFF2-40B4-BE49-F238E27FC236}">
                <a16:creationId xmlns:a16="http://schemas.microsoft.com/office/drawing/2014/main" id="{922C5E9B-333D-AE2C-4982-73E30FAD37C9}"/>
              </a:ext>
            </a:extLst>
          </p:cNvPr>
          <p:cNvSpPr>
            <a:spLocks noGrp="1"/>
          </p:cNvSpPr>
          <p:nvPr>
            <p:ph sz="quarter" idx="16"/>
          </p:nvPr>
        </p:nvSpPr>
        <p:spPr>
          <a:xfrm>
            <a:off x="6231005" y="1983600"/>
            <a:ext cx="5580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Espace réservé de la date 10">
            <a:extLst>
              <a:ext uri="{FF2B5EF4-FFF2-40B4-BE49-F238E27FC236}">
                <a16:creationId xmlns:a16="http://schemas.microsoft.com/office/drawing/2014/main" id="{7FD1B616-4341-3030-BFB9-20475C1703C8}"/>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65BCA2E0-0322-4472-BF8D-C1C07EBADC96}" type="datetime1">
              <a:rPr lang="fr-FR" smtClean="0"/>
              <a:t>27/03/2025</a:t>
            </a:fld>
            <a:endParaRPr lang="fr-FR"/>
          </a:p>
        </p:txBody>
      </p:sp>
    </p:spTree>
    <p:extLst>
      <p:ext uri="{BB962C8B-B14F-4D97-AF65-F5344CB8AC3E}">
        <p14:creationId xmlns:p14="http://schemas.microsoft.com/office/powerpoint/2010/main" val="3926022271"/>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ux contenus 1-2">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24920903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694800"/>
          </a:xfrm>
        </p:spPr>
        <p:txBody>
          <a:bodyPr vert="horz"/>
          <a:lstStyle>
            <a:lvl1pPr rtl="0">
              <a:defRPr/>
            </a:lvl1pPr>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lvl1pPr rtl="0">
              <a:defRPr/>
            </a:lvl1pPr>
          </a:lstStyle>
          <a:p>
            <a:fld id="{BD9892E7-E91F-405F-A6AB-FE5AB3285265}"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98800"/>
            <a:ext cx="3780000" cy="626400"/>
          </a:xfrm>
        </p:spPr>
        <p:txBody>
          <a:bodyPr vert="horz" lIns="91440" tIns="45720" rIns="91440" bIns="45720" rtlCol="0" anchor="ctr">
            <a:noAutofit/>
          </a:bodyPr>
          <a:lstStyle>
            <a:lvl1pPr marL="0" indent="0" rtl="0">
              <a:buNone/>
              <a:defRPr lang="fr-FR" sz="1800" b="1" cap="all" baseline="0" dirty="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983600"/>
            <a:ext cx="3780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4241999" y="1198800"/>
            <a:ext cx="7569001" cy="626400"/>
          </a:xfrm>
        </p:spPr>
        <p:txBody>
          <a:bodyPr vert="horz" lIns="91440" tIns="45720" rIns="91440" bIns="45720" rtlCol="0" anchor="ctr">
            <a:noAutofit/>
          </a:bodyPr>
          <a:lstStyle>
            <a:lvl1pPr marL="0" indent="0" rtl="0">
              <a:buNone/>
              <a:defRPr lang="fr-FR" sz="1800" b="1" cap="all" baseline="0" dirty="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4241999" y="1983600"/>
            <a:ext cx="7569001"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e la date 10">
            <a:extLst>
              <a:ext uri="{FF2B5EF4-FFF2-40B4-BE49-F238E27FC236}">
                <a16:creationId xmlns:a16="http://schemas.microsoft.com/office/drawing/2014/main" id="{DC7A2E00-9D9B-8C17-9A7A-C75861A07C5E}"/>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7BD07436-52DC-4409-8EE3-6E2A87171B43}" type="datetime1">
              <a:rPr lang="fr-FR" smtClean="0"/>
              <a:t>27/03/2025</a:t>
            </a:fld>
            <a:endParaRPr lang="fr-FR"/>
          </a:p>
        </p:txBody>
      </p:sp>
    </p:spTree>
    <p:extLst>
      <p:ext uri="{BB962C8B-B14F-4D97-AF65-F5344CB8AC3E}">
        <p14:creationId xmlns:p14="http://schemas.microsoft.com/office/powerpoint/2010/main" val="29447668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ux contenus 2-1">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20046631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6" y="485693"/>
            <a:ext cx="11430003" cy="694800"/>
          </a:xfrm>
        </p:spPr>
        <p:txBody>
          <a:bodyPr vert="horz"/>
          <a:lstStyle>
            <a:lvl1pPr rtl="0">
              <a:defRPr/>
            </a:lvl1pPr>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lvl1pPr rtl="0">
              <a:defRPr/>
            </a:lvl1pPr>
          </a:lstStyle>
          <a:p>
            <a:fld id="{BD9892E7-E91F-405F-A6AB-FE5AB3285265}"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98800"/>
            <a:ext cx="7641002" cy="626400"/>
          </a:xfrm>
        </p:spPr>
        <p:txBody>
          <a:bodyPr vert="horz" lIns="91440" tIns="45720" rIns="91440" bIns="45720" rtlCol="0" anchor="ctr">
            <a:noAutofit/>
          </a:bodyPr>
          <a:lstStyle>
            <a:lvl1pPr marL="0" indent="0" rtl="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6" y="1983600"/>
            <a:ext cx="7641001"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8103000" y="1198800"/>
            <a:ext cx="3708000" cy="626400"/>
          </a:xfrm>
        </p:spPr>
        <p:txBody>
          <a:bodyPr vert="horz" lIns="91440" tIns="45720" rIns="91440" bIns="45720" rtlCol="0" anchor="ctr">
            <a:noAutofit/>
          </a:bodyPr>
          <a:lstStyle>
            <a:lvl1pPr marL="0" indent="0" rtl="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8103000" y="1983600"/>
            <a:ext cx="3708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e la date 10">
            <a:extLst>
              <a:ext uri="{FF2B5EF4-FFF2-40B4-BE49-F238E27FC236}">
                <a16:creationId xmlns:a16="http://schemas.microsoft.com/office/drawing/2014/main" id="{C863AA0D-DCE2-4840-B50F-1FB5566C3D83}"/>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938DB7FC-3A29-4747-A142-8001527C812B}" type="datetime1">
              <a:rPr lang="fr-FR" smtClean="0"/>
              <a:t>27/03/2025</a:t>
            </a:fld>
            <a:endParaRPr lang="fr-FR"/>
          </a:p>
        </p:txBody>
      </p:sp>
    </p:spTree>
    <p:extLst>
      <p:ext uri="{BB962C8B-B14F-4D97-AF65-F5344CB8AC3E}">
        <p14:creationId xmlns:p14="http://schemas.microsoft.com/office/powerpoint/2010/main" val="29971857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ois contenus">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38525827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6" y="485693"/>
            <a:ext cx="11430003" cy="694800"/>
          </a:xfrm>
        </p:spPr>
        <p:txBody>
          <a:bodyPr vert="horz"/>
          <a:lstStyle>
            <a:lvl1pPr rtl="0">
              <a:defRPr/>
            </a:lvl1pPr>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lvl1pPr rtl="0">
              <a:defRPr/>
            </a:lvl1pPr>
          </a:lstStyle>
          <a:p>
            <a:fld id="{BD9892E7-E91F-405F-A6AB-FE5AB3285265}"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98800"/>
            <a:ext cx="3780000" cy="626400"/>
          </a:xfrm>
        </p:spPr>
        <p:txBody>
          <a:bodyPr vert="horz" lIns="91440" tIns="45720" rIns="91440" bIns="45720" rtlCol="0" anchor="ctr">
            <a:noAutofit/>
          </a:bodyPr>
          <a:lstStyle>
            <a:lvl1pPr marL="0" indent="0" rtl="0">
              <a:buNone/>
              <a:defRPr lang="fr-FR" sz="1800" b="1" cap="all" baseline="0" dirty="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983600"/>
            <a:ext cx="3780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Espace réservé du texte 11">
            <a:extLst>
              <a:ext uri="{FF2B5EF4-FFF2-40B4-BE49-F238E27FC236}">
                <a16:creationId xmlns:a16="http://schemas.microsoft.com/office/drawing/2014/main" id="{061B42E4-1FCD-A654-7B40-D184085DD133}"/>
              </a:ext>
            </a:extLst>
          </p:cNvPr>
          <p:cNvSpPr>
            <a:spLocks noGrp="1"/>
          </p:cNvSpPr>
          <p:nvPr>
            <p:ph type="body" sz="quarter" idx="15" hasCustomPrompt="1"/>
          </p:nvPr>
        </p:nvSpPr>
        <p:spPr>
          <a:xfrm>
            <a:off x="4205998" y="1198800"/>
            <a:ext cx="3780000" cy="626400"/>
          </a:xfrm>
        </p:spPr>
        <p:txBody>
          <a:bodyPr vert="horz" lIns="91440" tIns="45720" rIns="91440" bIns="45720" rtlCol="0" anchor="ctr">
            <a:noAutofit/>
          </a:bodyPr>
          <a:lstStyle>
            <a:lvl1pPr marL="0" indent="0" rtl="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1" name="Espace réservé du contenu 11">
            <a:extLst>
              <a:ext uri="{FF2B5EF4-FFF2-40B4-BE49-F238E27FC236}">
                <a16:creationId xmlns:a16="http://schemas.microsoft.com/office/drawing/2014/main" id="{5C41A9E7-AEDF-C9A6-A6FC-31C65E7147D2}"/>
              </a:ext>
            </a:extLst>
          </p:cNvPr>
          <p:cNvSpPr>
            <a:spLocks noGrp="1"/>
          </p:cNvSpPr>
          <p:nvPr>
            <p:ph sz="quarter" idx="16"/>
          </p:nvPr>
        </p:nvSpPr>
        <p:spPr>
          <a:xfrm>
            <a:off x="4205998" y="1983600"/>
            <a:ext cx="3780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8031000" y="1198800"/>
            <a:ext cx="3780000" cy="626400"/>
          </a:xfrm>
        </p:spPr>
        <p:txBody>
          <a:bodyPr vert="horz" lIns="91440" tIns="45720" rIns="91440" bIns="45720" rtlCol="0" anchor="ctr">
            <a:noAutofit/>
          </a:bodyPr>
          <a:lstStyle>
            <a:lvl1pPr marL="0" indent="0" rtl="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8031000" y="1983600"/>
            <a:ext cx="3780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e la date 10">
            <a:extLst>
              <a:ext uri="{FF2B5EF4-FFF2-40B4-BE49-F238E27FC236}">
                <a16:creationId xmlns:a16="http://schemas.microsoft.com/office/drawing/2014/main" id="{B65B5D9E-220C-683A-78B0-95CF6CB26456}"/>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8E5FB0A7-7F23-4E6A-9795-4773C0DDFEEE}" type="datetime1">
              <a:rPr lang="fr-FR" smtClean="0"/>
              <a:t>27/03/2025</a:t>
            </a:fld>
            <a:endParaRPr lang="fr-FR"/>
          </a:p>
        </p:txBody>
      </p:sp>
    </p:spTree>
    <p:extLst>
      <p:ext uri="{BB962C8B-B14F-4D97-AF65-F5344CB8AC3E}">
        <p14:creationId xmlns:p14="http://schemas.microsoft.com/office/powerpoint/2010/main" val="3617404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re &amp; sous titre">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4821172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0934E31E-55AD-3016-4711-D984139036C6}"/>
              </a:ext>
            </a:extLst>
          </p:cNvPr>
          <p:cNvSpPr>
            <a:spLocks noGrp="1"/>
          </p:cNvSpPr>
          <p:nvPr>
            <p:ph type="title" hasCustomPrompt="1"/>
          </p:nvPr>
        </p:nvSpPr>
        <p:spPr/>
        <p:txBody>
          <a:bodyPr vert="horz"/>
          <a:lstStyle>
            <a:lvl1pPr rtl="0">
              <a:defRPr/>
            </a:lvl1pPr>
          </a:lstStyle>
          <a:p>
            <a:r>
              <a:rPr lang="fr-FR"/>
              <a:t>Titre</a:t>
            </a:r>
          </a:p>
        </p:txBody>
      </p:sp>
      <p:sp>
        <p:nvSpPr>
          <p:cNvPr id="3" name="Espace réservé du pied de page 2">
            <a:extLst>
              <a:ext uri="{FF2B5EF4-FFF2-40B4-BE49-F238E27FC236}">
                <a16:creationId xmlns:a16="http://schemas.microsoft.com/office/drawing/2014/main" id="{48959EE3-0C1B-69B4-97CA-86F4273E5DE0}"/>
              </a:ext>
            </a:extLst>
          </p:cNvPr>
          <p:cNvSpPr>
            <a:spLocks noGrp="1"/>
          </p:cNvSpPr>
          <p:nvPr>
            <p:ph type="ftr" sz="quarter" idx="10"/>
          </p:nvPr>
        </p:nvSpPr>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72DF3A06-8A18-CB78-2E4B-836454BCF124}"/>
              </a:ext>
            </a:extLst>
          </p:cNvPr>
          <p:cNvSpPr>
            <a:spLocks noGrp="1"/>
          </p:cNvSpPr>
          <p:nvPr>
            <p:ph type="sldNum" sz="quarter" idx="11"/>
          </p:nvPr>
        </p:nvSpPr>
        <p:spPr/>
        <p:txBody>
          <a:bodyPr/>
          <a:lstStyle>
            <a:lvl1pPr rtl="0">
              <a:defRPr/>
            </a:lvl1pPr>
          </a:lstStyle>
          <a:p>
            <a:fld id="{BD9892E7-E91F-405F-A6AB-FE5AB3285265}" type="slidenum">
              <a:rPr lang="fr-FR" smtClean="0"/>
              <a:pPr/>
              <a:t>‹N°›</a:t>
            </a:fld>
            <a:endParaRPr lang="fr-FR"/>
          </a:p>
        </p:txBody>
      </p:sp>
      <p:sp>
        <p:nvSpPr>
          <p:cNvPr id="5" name="Espace réservé du texte 13">
            <a:extLst>
              <a:ext uri="{FF2B5EF4-FFF2-40B4-BE49-F238E27FC236}">
                <a16:creationId xmlns:a16="http://schemas.microsoft.com/office/drawing/2014/main" id="{317CE532-FD4B-B975-10B5-801C19408195}"/>
              </a:ext>
            </a:extLst>
          </p:cNvPr>
          <p:cNvSpPr>
            <a:spLocks noGrp="1"/>
          </p:cNvSpPr>
          <p:nvPr>
            <p:ph type="body" sz="quarter" idx="13" hasCustomPrompt="1"/>
          </p:nvPr>
        </p:nvSpPr>
        <p:spPr>
          <a:xfrm>
            <a:off x="380995" y="1198800"/>
            <a:ext cx="11430003" cy="626400"/>
          </a:xfrm>
        </p:spPr>
        <p:txBody>
          <a:bodyPr vert="horz" lIns="91440" tIns="45720" rIns="91440" bIns="45720" rtlCol="0" anchor="ctr">
            <a:noAutofit/>
          </a:bodyPr>
          <a:lstStyle>
            <a:lvl1pPr marL="0" indent="0" rtl="0">
              <a:buFont typeface="Arial" panose="020B0604020202020204" pitchFamily="34" charset="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7" name="Espace réservé de la date 10">
            <a:extLst>
              <a:ext uri="{FF2B5EF4-FFF2-40B4-BE49-F238E27FC236}">
                <a16:creationId xmlns:a16="http://schemas.microsoft.com/office/drawing/2014/main" id="{B2FC24D8-9A98-BB5B-8D7A-C1EFA24C4D70}"/>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521D2C54-CCAC-40AD-839B-4B97D69A549F}" type="datetime1">
              <a:rPr lang="fr-FR" smtClean="0"/>
              <a:t>27/03/2025</a:t>
            </a:fld>
            <a:endParaRPr lang="fr-FR"/>
          </a:p>
        </p:txBody>
      </p:sp>
    </p:spTree>
    <p:extLst>
      <p:ext uri="{BB962C8B-B14F-4D97-AF65-F5344CB8AC3E}">
        <p14:creationId xmlns:p14="http://schemas.microsoft.com/office/powerpoint/2010/main" val="2182266548"/>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ande bleue à droite">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39531801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514BD427-C85E-7FF3-5ADB-6C9695765641}"/>
              </a:ext>
            </a:extLst>
          </p:cNvPr>
          <p:cNvSpPr/>
          <p:nvPr/>
        </p:nvSpPr>
        <p:spPr>
          <a:xfrm>
            <a:off x="9003891" y="6179574"/>
            <a:ext cx="3188110"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7" name="Rectangle 6">
            <a:extLst>
              <a:ext uri="{FF2B5EF4-FFF2-40B4-BE49-F238E27FC236}">
                <a16:creationId xmlns:a16="http://schemas.microsoft.com/office/drawing/2014/main" id="{CF30EC56-780E-456D-F690-0606D4ED1B3A}"/>
              </a:ext>
            </a:extLst>
          </p:cNvPr>
          <p:cNvSpPr/>
          <p:nvPr/>
        </p:nvSpPr>
        <p:spPr>
          <a:xfrm>
            <a:off x="9504486" y="152401"/>
            <a:ext cx="2531939" cy="65480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fr-FR">
                <a:latin typeface="Raleway" panose="020B0003030101060003" pitchFamily="34" charset="0"/>
                <a:cs typeface="Arial" panose="020B0604020202020204" pitchFamily="34" charset="0"/>
              </a:rPr>
              <a:t> </a:t>
            </a:r>
          </a:p>
        </p:txBody>
      </p:sp>
      <p:sp>
        <p:nvSpPr>
          <p:cNvPr id="2" name="Titre 1">
            <a:extLst>
              <a:ext uri="{FF2B5EF4-FFF2-40B4-BE49-F238E27FC236}">
                <a16:creationId xmlns:a16="http://schemas.microsoft.com/office/drawing/2014/main" id="{0934E31E-55AD-3016-4711-D984139036C6}"/>
              </a:ext>
            </a:extLst>
          </p:cNvPr>
          <p:cNvSpPr>
            <a:spLocks noGrp="1"/>
          </p:cNvSpPr>
          <p:nvPr>
            <p:ph type="title" hasCustomPrompt="1"/>
          </p:nvPr>
        </p:nvSpPr>
        <p:spPr>
          <a:xfrm>
            <a:off x="380997" y="485693"/>
            <a:ext cx="9041953" cy="694800"/>
          </a:xfrm>
        </p:spPr>
        <p:txBody>
          <a:bodyPr vert="horz"/>
          <a:lstStyle>
            <a:lvl1pPr rtl="0">
              <a:defRPr/>
            </a:lvl1pPr>
          </a:lstStyle>
          <a:p>
            <a:r>
              <a:rPr lang="fr-FR"/>
              <a:t>Titre</a:t>
            </a:r>
          </a:p>
        </p:txBody>
      </p:sp>
      <p:sp>
        <p:nvSpPr>
          <p:cNvPr id="3" name="Espace réservé du pied de page 2">
            <a:extLst>
              <a:ext uri="{FF2B5EF4-FFF2-40B4-BE49-F238E27FC236}">
                <a16:creationId xmlns:a16="http://schemas.microsoft.com/office/drawing/2014/main" id="{48959EE3-0C1B-69B4-97CA-86F4273E5DE0}"/>
              </a:ext>
            </a:extLst>
          </p:cNvPr>
          <p:cNvSpPr>
            <a:spLocks noGrp="1"/>
          </p:cNvSpPr>
          <p:nvPr>
            <p:ph type="ftr" sz="quarter" idx="10"/>
          </p:nvPr>
        </p:nvSpPr>
        <p:spPr>
          <a:xfrm>
            <a:off x="1570424" y="6340476"/>
            <a:ext cx="7852526" cy="360000"/>
          </a:xfrm>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72DF3A06-8A18-CB78-2E4B-836454BCF124}"/>
              </a:ext>
            </a:extLst>
          </p:cNvPr>
          <p:cNvSpPr>
            <a:spLocks noGrp="1"/>
          </p:cNvSpPr>
          <p:nvPr>
            <p:ph type="sldNum" sz="quarter" idx="11"/>
          </p:nvPr>
        </p:nvSpPr>
        <p:spPr>
          <a:xfrm>
            <a:off x="380995" y="6340475"/>
            <a:ext cx="362086" cy="360001"/>
          </a:xfrm>
        </p:spPr>
        <p:txBody>
          <a:bodyPr vert="horz" lIns="91440" tIns="45720" rIns="91440" bIns="45720" rtlCol="0" anchor="ctr"/>
          <a:lstStyle>
            <a:lvl1pPr rtl="0">
              <a:defRPr lang="fr-FR" smtClean="0"/>
            </a:lvl1pPr>
          </a:lstStyle>
          <a:p>
            <a:fld id="{BD9892E7-E91F-405F-A6AB-FE5AB3285265}" type="slidenum">
              <a:rPr lang="fr-FR" smtClean="0"/>
              <a:pPr/>
              <a:t>‹N°›</a:t>
            </a:fld>
            <a:endParaRPr lang="fr-FR"/>
          </a:p>
        </p:txBody>
      </p:sp>
      <p:sp>
        <p:nvSpPr>
          <p:cNvPr id="5" name="Espace réservé du texte 13">
            <a:extLst>
              <a:ext uri="{FF2B5EF4-FFF2-40B4-BE49-F238E27FC236}">
                <a16:creationId xmlns:a16="http://schemas.microsoft.com/office/drawing/2014/main" id="{317CE532-FD4B-B975-10B5-801C19408195}"/>
              </a:ext>
            </a:extLst>
          </p:cNvPr>
          <p:cNvSpPr>
            <a:spLocks noGrp="1"/>
          </p:cNvSpPr>
          <p:nvPr>
            <p:ph type="body" sz="quarter" idx="13" hasCustomPrompt="1"/>
          </p:nvPr>
        </p:nvSpPr>
        <p:spPr>
          <a:xfrm>
            <a:off x="380995" y="1198800"/>
            <a:ext cx="9041953" cy="626400"/>
          </a:xfrm>
        </p:spPr>
        <p:txBody>
          <a:bodyPr vert="horz" lIns="91440" tIns="45720" rIns="91440" bIns="45720" rtlCol="0" anchor="ctr">
            <a:noAutofit/>
          </a:bodyPr>
          <a:lstStyle>
            <a:lvl1pPr marL="0" indent="0" rtl="0">
              <a:buFont typeface="Arial" panose="020B0604020202020204" pitchFamily="34" charset="0"/>
              <a:buNone/>
              <a:defRPr lang="fr-FR" sz="1800" b="1" cap="all" baseline="0" dirty="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9" name="Espace réservé du contenu 11">
            <a:extLst>
              <a:ext uri="{FF2B5EF4-FFF2-40B4-BE49-F238E27FC236}">
                <a16:creationId xmlns:a16="http://schemas.microsoft.com/office/drawing/2014/main" id="{B8E04866-5B0C-A17E-298A-637EC30BB1CD}"/>
              </a:ext>
            </a:extLst>
          </p:cNvPr>
          <p:cNvSpPr>
            <a:spLocks noGrp="1"/>
          </p:cNvSpPr>
          <p:nvPr>
            <p:ph sz="quarter" idx="12"/>
          </p:nvPr>
        </p:nvSpPr>
        <p:spPr>
          <a:xfrm>
            <a:off x="380997" y="1983600"/>
            <a:ext cx="9041952"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pic>
        <p:nvPicPr>
          <p:cNvPr id="12" name="Graphique 11">
            <a:extLst>
              <a:ext uri="{FF2B5EF4-FFF2-40B4-BE49-F238E27FC236}">
                <a16:creationId xmlns:a16="http://schemas.microsoft.com/office/drawing/2014/main" id="{CC38F476-59DD-8511-7A29-8B342AED43C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19772" y="286503"/>
            <a:ext cx="1901366" cy="855370"/>
          </a:xfrm>
          <a:prstGeom prst="rect">
            <a:avLst/>
          </a:prstGeom>
        </p:spPr>
      </p:pic>
      <p:sp>
        <p:nvSpPr>
          <p:cNvPr id="10" name="Espace réservé de la date 10">
            <a:extLst>
              <a:ext uri="{FF2B5EF4-FFF2-40B4-BE49-F238E27FC236}">
                <a16:creationId xmlns:a16="http://schemas.microsoft.com/office/drawing/2014/main" id="{33736BB2-04AE-E18A-6F46-42CC1E8CE229}"/>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CC54E723-D22E-4F2F-BAD1-AC559C1EE34F}" type="datetime1">
              <a:rPr lang="fr-FR" smtClean="0"/>
              <a:t>27/03/2025</a:t>
            </a:fld>
            <a:endParaRPr lang="fr-FR"/>
          </a:p>
        </p:txBody>
      </p:sp>
    </p:spTree>
    <p:extLst>
      <p:ext uri="{BB962C8B-B14F-4D97-AF65-F5344CB8AC3E}">
        <p14:creationId xmlns:p14="http://schemas.microsoft.com/office/powerpoint/2010/main" val="704435284"/>
      </p:ext>
    </p:extLst>
  </p:cSld>
  <p:clrMapOvr>
    <a:masterClrMapping/>
  </p:clrMapOvr>
  <p:extLst>
    <p:ext uri="{DCECCB84-F9BA-43D5-87BE-67443E8EF086}">
      <p15:sldGuideLst xmlns:p15="http://schemas.microsoft.com/office/powerpoint/2012/main">
        <p15:guide id="2" orient="horz" pos="422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Vos contacts :">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2794016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95179120-2B8B-CC53-5EDD-380030E6935F}"/>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pic>
        <p:nvPicPr>
          <p:cNvPr id="2" name="Graphique 1">
            <a:extLst>
              <a:ext uri="{FF2B5EF4-FFF2-40B4-BE49-F238E27FC236}">
                <a16:creationId xmlns:a16="http://schemas.microsoft.com/office/drawing/2014/main" id="{3CC61307-6F61-6888-EB92-0346D43A92D7}"/>
              </a:ext>
            </a:extLst>
          </p:cNvPr>
          <p:cNvPicPr>
            <a:picLocks noChangeAspect="1"/>
          </p:cNvPicPr>
          <p:nvPr/>
        </p:nvPicPr>
        <p:blipFill>
          <a:blip r:embed="rId5">
            <a:extLst>
              <a:ext uri="{96DAC541-7B7A-43D3-8B79-37D633B846F1}">
                <asvg:svgBlip xmlns:asvg="http://schemas.microsoft.com/office/drawing/2016/SVG/main" r:embed="rId6"/>
              </a:ext>
            </a:extLst>
          </a:blip>
          <a:srcRect r="45865"/>
          <a:stretch/>
        </p:blipFill>
        <p:spPr>
          <a:xfrm>
            <a:off x="8537849" y="0"/>
            <a:ext cx="3654151" cy="6858000"/>
          </a:xfrm>
          <a:prstGeom prst="rect">
            <a:avLst/>
          </a:prstGeom>
        </p:spPr>
      </p:pic>
      <p:sp>
        <p:nvSpPr>
          <p:cNvPr id="7" name="Titre 2">
            <a:extLst>
              <a:ext uri="{FF2B5EF4-FFF2-40B4-BE49-F238E27FC236}">
                <a16:creationId xmlns:a16="http://schemas.microsoft.com/office/drawing/2014/main" id="{A0F06A95-1F27-C760-E36A-1E7C78DB1195}"/>
              </a:ext>
            </a:extLst>
          </p:cNvPr>
          <p:cNvSpPr txBox="1">
            <a:spLocks/>
          </p:cNvSpPr>
          <p:nvPr/>
        </p:nvSpPr>
        <p:spPr bwMode="auto">
          <a:xfrm>
            <a:off x="452123" y="5754279"/>
            <a:ext cx="1391963" cy="267863"/>
          </a:xfrm>
          <a:prstGeom prst="rect">
            <a:avLst/>
          </a:prstGeom>
          <a:noFill/>
          <a:ln w="9525">
            <a:noFill/>
            <a:miter lim="800000"/>
            <a:headEnd/>
            <a:tailEnd/>
          </a:ln>
        </p:spPr>
        <p:txBody>
          <a:bodyPr vert="horz" wrap="square" lIns="90000" tIns="46800" rIns="90000" bIns="46800" numCol="1" anchor="t" anchorCtr="0" compatLnSpc="1">
            <a:prstTxWarp prst="textNoShape">
              <a:avLst/>
            </a:prstTxWarp>
          </a:bodyPr>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lnSpc>
                <a:spcPct val="90000"/>
              </a:lnSpc>
            </a:pPr>
            <a:r>
              <a:rPr lang="fr-FR" sz="900">
                <a:solidFill>
                  <a:schemeClr val="tx2"/>
                </a:solidFill>
                <a:latin typeface="+mn-lt"/>
                <a:ea typeface="+mj-ea"/>
                <a:cs typeface="+mj-cs"/>
              </a:rPr>
              <a:t>Mentions légales</a:t>
            </a:r>
          </a:p>
        </p:txBody>
      </p:sp>
      <p:sp>
        <p:nvSpPr>
          <p:cNvPr id="8" name="Text Placeholder 16">
            <a:extLst>
              <a:ext uri="{FF2B5EF4-FFF2-40B4-BE49-F238E27FC236}">
                <a16:creationId xmlns:a16="http://schemas.microsoft.com/office/drawing/2014/main" id="{4B611569-DFE4-D6E5-DB01-4C76E792C0A3}"/>
              </a:ext>
            </a:extLst>
          </p:cNvPr>
          <p:cNvSpPr txBox="1">
            <a:spLocks/>
          </p:cNvSpPr>
          <p:nvPr/>
        </p:nvSpPr>
        <p:spPr>
          <a:xfrm>
            <a:off x="1844085" y="5754279"/>
            <a:ext cx="1907299"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a:solidFill>
                  <a:schemeClr val="bg1">
                    <a:lumMod val="50000"/>
                  </a:schemeClr>
                </a:solidFill>
                <a:latin typeface="+mn-lt"/>
              </a:rPr>
              <a:t>RCS Paris 844 224 881</a:t>
            </a:r>
          </a:p>
          <a:p>
            <a:pPr rtl="0"/>
            <a:r>
              <a:rPr lang="fr-FR" sz="900">
                <a:solidFill>
                  <a:schemeClr val="bg1">
                    <a:lumMod val="50000"/>
                  </a:schemeClr>
                </a:solidFill>
                <a:latin typeface="+mn-lt"/>
              </a:rPr>
              <a:t>APE 7022 Z</a:t>
            </a:r>
          </a:p>
          <a:p>
            <a:pPr rtl="0"/>
            <a:r>
              <a:rPr lang="fr-FR" sz="900">
                <a:solidFill>
                  <a:schemeClr val="bg1">
                    <a:lumMod val="50000"/>
                  </a:schemeClr>
                </a:solidFill>
                <a:latin typeface="+mn-lt"/>
              </a:rPr>
              <a:t>SAS au capital de 100 000 €</a:t>
            </a:r>
          </a:p>
        </p:txBody>
      </p:sp>
      <p:sp>
        <p:nvSpPr>
          <p:cNvPr id="9" name="Text Placeholder 16">
            <a:extLst>
              <a:ext uri="{FF2B5EF4-FFF2-40B4-BE49-F238E27FC236}">
                <a16:creationId xmlns:a16="http://schemas.microsoft.com/office/drawing/2014/main" id="{01449EC0-C12F-909D-CCF8-4E3EC34AC0D1}"/>
              </a:ext>
            </a:extLst>
          </p:cNvPr>
          <p:cNvSpPr txBox="1">
            <a:spLocks/>
          </p:cNvSpPr>
          <p:nvPr/>
        </p:nvSpPr>
        <p:spPr>
          <a:xfrm>
            <a:off x="3758507" y="5754279"/>
            <a:ext cx="1568745"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b="1">
                <a:solidFill>
                  <a:schemeClr val="bg1">
                    <a:lumMod val="50000"/>
                  </a:schemeClr>
                </a:solidFill>
                <a:latin typeface="+mn-lt"/>
              </a:rPr>
              <a:t>PARIS</a:t>
            </a:r>
          </a:p>
          <a:p>
            <a:pPr rtl="0"/>
            <a:r>
              <a:rPr lang="fr-FR" sz="900">
                <a:solidFill>
                  <a:schemeClr val="bg1">
                    <a:lumMod val="50000"/>
                  </a:schemeClr>
                </a:solidFill>
                <a:latin typeface="+mn-lt"/>
              </a:rPr>
              <a:t>16 Rue Auber</a:t>
            </a:r>
          </a:p>
          <a:p>
            <a:pPr rtl="0"/>
            <a:r>
              <a:rPr lang="fr-FR" sz="900">
                <a:solidFill>
                  <a:schemeClr val="bg1">
                    <a:lumMod val="50000"/>
                  </a:schemeClr>
                </a:solidFill>
                <a:latin typeface="+mn-lt"/>
              </a:rPr>
              <a:t>75009 Paris</a:t>
            </a:r>
          </a:p>
        </p:txBody>
      </p:sp>
      <p:pic>
        <p:nvPicPr>
          <p:cNvPr id="10" name="Graphique 9">
            <a:extLst>
              <a:ext uri="{FF2B5EF4-FFF2-40B4-BE49-F238E27FC236}">
                <a16:creationId xmlns:a16="http://schemas.microsoft.com/office/drawing/2014/main" id="{F78D9D22-B0BB-0150-4C7A-378FDD57CE0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86194" y="4436165"/>
            <a:ext cx="3408898" cy="1533566"/>
          </a:xfrm>
          <a:prstGeom prst="rect">
            <a:avLst/>
          </a:prstGeom>
        </p:spPr>
      </p:pic>
      <p:sp>
        <p:nvSpPr>
          <p:cNvPr id="11" name="Espace réservé du pied de page 2">
            <a:extLst>
              <a:ext uri="{FF2B5EF4-FFF2-40B4-BE49-F238E27FC236}">
                <a16:creationId xmlns:a16="http://schemas.microsoft.com/office/drawing/2014/main" id="{C0E44361-FF10-EE71-96BF-F11A48AB21CC}"/>
              </a:ext>
            </a:extLst>
          </p:cNvPr>
          <p:cNvSpPr txBox="1">
            <a:spLocks/>
          </p:cNvSpPr>
          <p:nvPr/>
        </p:nvSpPr>
        <p:spPr>
          <a:xfrm>
            <a:off x="986193" y="4837823"/>
            <a:ext cx="3408898" cy="365125"/>
          </a:xfrm>
          <a:prstGeom prst="rect">
            <a:avLst/>
          </a:prstGeom>
          <a:noFill/>
        </p:spPr>
        <p:txBody>
          <a:bodyPr vert="horz" lIns="91440" tIns="45720" rIns="91440" bIns="45720" rtlCol="0" anchor="ctr"/>
          <a:lstStyle>
            <a:defPPr>
              <a:defRPr lang="fr-FR"/>
            </a:defPPr>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fr-FR" sz="850" b="1">
                <a:solidFill>
                  <a:srgbClr val="353637"/>
                </a:solidFill>
                <a:latin typeface="Now" panose="00000800000000000000" pitchFamily="50" charset="0"/>
              </a:rPr>
              <a:t>CABINET DE CONSEIL EN TRANSFORMATION</a:t>
            </a:r>
          </a:p>
          <a:p>
            <a:pPr rtl="0"/>
            <a:r>
              <a:rPr lang="fr-FR" sz="700" b="1">
                <a:solidFill>
                  <a:srgbClr val="43A2BF"/>
                </a:solidFill>
                <a:latin typeface="Now" panose="00000800000000000000" pitchFamily="50" charset="0"/>
              </a:rPr>
              <a:t>PARIS – NANTES - NIORT</a:t>
            </a:r>
          </a:p>
        </p:txBody>
      </p:sp>
      <p:sp>
        <p:nvSpPr>
          <p:cNvPr id="13" name="Titre 12">
            <a:extLst>
              <a:ext uri="{FF2B5EF4-FFF2-40B4-BE49-F238E27FC236}">
                <a16:creationId xmlns:a16="http://schemas.microsoft.com/office/drawing/2014/main" id="{8040899B-70BA-C98E-7243-581C3AFDFEE7}"/>
              </a:ext>
            </a:extLst>
          </p:cNvPr>
          <p:cNvSpPr>
            <a:spLocks noGrp="1"/>
          </p:cNvSpPr>
          <p:nvPr>
            <p:ph type="title" hasCustomPrompt="1"/>
          </p:nvPr>
        </p:nvSpPr>
        <p:spPr>
          <a:xfrm>
            <a:off x="452122" y="485693"/>
            <a:ext cx="11287754" cy="694800"/>
          </a:xfrm>
        </p:spPr>
        <p:txBody>
          <a:bodyPr vert="horz"/>
          <a:lstStyle>
            <a:lvl1pPr marL="0" algn="l" defTabSz="914400" rtl="0" eaLnBrk="1" latinLnBrk="0" hangingPunct="1">
              <a:lnSpc>
                <a:spcPct val="100000"/>
              </a:lnSpc>
              <a:spcBef>
                <a:spcPct val="0"/>
              </a:spcBef>
              <a:buNone/>
              <a:defRPr lang="fr-FR" sz="2000" b="1" kern="1200" cap="all" baseline="0" dirty="0">
                <a:solidFill>
                  <a:schemeClr val="tx1"/>
                </a:solidFill>
                <a:latin typeface="+mj-lt"/>
                <a:ea typeface="+mj-ea"/>
                <a:cs typeface="+mj-cs"/>
              </a:defRPr>
            </a:lvl1pPr>
          </a:lstStyle>
          <a:p>
            <a:r>
              <a:rPr lang="fr-FR"/>
              <a:t>Vos contacts :</a:t>
            </a:r>
          </a:p>
        </p:txBody>
      </p:sp>
      <p:sp>
        <p:nvSpPr>
          <p:cNvPr id="23" name="Espace réservé du texte 22">
            <a:extLst>
              <a:ext uri="{FF2B5EF4-FFF2-40B4-BE49-F238E27FC236}">
                <a16:creationId xmlns:a16="http://schemas.microsoft.com/office/drawing/2014/main" id="{E90ED69B-CFD3-33C1-D2C1-407CB94812A7}"/>
              </a:ext>
            </a:extLst>
          </p:cNvPr>
          <p:cNvSpPr>
            <a:spLocks noGrp="1"/>
          </p:cNvSpPr>
          <p:nvPr>
            <p:ph type="body" sz="quarter" idx="10" hasCustomPrompt="1"/>
          </p:nvPr>
        </p:nvSpPr>
        <p:spPr>
          <a:xfrm>
            <a:off x="160409" y="2854600"/>
            <a:ext cx="2306512" cy="631283"/>
          </a:xfrm>
        </p:spPr>
        <p:txBody>
          <a:bodyPr anchor="ctr"/>
          <a:lstStyle>
            <a:lvl1pPr marL="0" indent="0" algn="ctr" rtl="0">
              <a:spcBef>
                <a:spcPts val="0"/>
              </a:spcBef>
              <a:spcAft>
                <a:spcPts val="0"/>
              </a:spcAft>
              <a:buNone/>
              <a:defRPr sz="1600" b="1"/>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lvl="0"/>
            <a:r>
              <a:rPr lang="fr-FR"/>
              <a:t>NOM PRENOM</a:t>
            </a:r>
          </a:p>
        </p:txBody>
      </p:sp>
      <p:sp>
        <p:nvSpPr>
          <p:cNvPr id="24" name="Espace réservé du texte 22">
            <a:extLst>
              <a:ext uri="{FF2B5EF4-FFF2-40B4-BE49-F238E27FC236}">
                <a16:creationId xmlns:a16="http://schemas.microsoft.com/office/drawing/2014/main" id="{116FACC4-F6A3-FD48-56DA-A346E2EFB48F}"/>
              </a:ext>
            </a:extLst>
          </p:cNvPr>
          <p:cNvSpPr>
            <a:spLocks noGrp="1"/>
          </p:cNvSpPr>
          <p:nvPr>
            <p:ph type="body" sz="quarter" idx="11" hasCustomPrompt="1"/>
          </p:nvPr>
        </p:nvSpPr>
        <p:spPr>
          <a:xfrm>
            <a:off x="160409" y="3485883"/>
            <a:ext cx="2306512" cy="342167"/>
          </a:xfrm>
        </p:spPr>
        <p:txBody>
          <a:bodyPr/>
          <a:lstStyle>
            <a:lvl1pPr marL="0" indent="0" algn="ctr" rtl="0">
              <a:spcBef>
                <a:spcPts val="0"/>
              </a:spcBef>
              <a:spcAft>
                <a:spcPts val="0"/>
              </a:spcAft>
              <a:buNone/>
              <a:defRPr kumimoji="0" lang="fr-FR" sz="1400" b="1" i="0" u="none" strike="noStrike" kern="1200" cap="none" spc="0" normalizeH="0" baseline="0" dirty="0" smtClean="0">
                <a:ln>
                  <a:noFill/>
                </a:ln>
                <a:solidFill>
                  <a:srgbClr val="43A2BF"/>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GRADE</a:t>
            </a:r>
          </a:p>
        </p:txBody>
      </p:sp>
      <p:sp>
        <p:nvSpPr>
          <p:cNvPr id="25" name="Espace réservé du texte 22">
            <a:extLst>
              <a:ext uri="{FF2B5EF4-FFF2-40B4-BE49-F238E27FC236}">
                <a16:creationId xmlns:a16="http://schemas.microsoft.com/office/drawing/2014/main" id="{84F2AACE-BBE0-973B-70C7-EB949A19C36F}"/>
              </a:ext>
            </a:extLst>
          </p:cNvPr>
          <p:cNvSpPr>
            <a:spLocks noGrp="1"/>
          </p:cNvSpPr>
          <p:nvPr>
            <p:ph type="body" sz="quarter" idx="12" hasCustomPrompt="1"/>
          </p:nvPr>
        </p:nvSpPr>
        <p:spPr>
          <a:xfrm>
            <a:off x="160409" y="3828050"/>
            <a:ext cx="2306512" cy="627767"/>
          </a:xfrm>
        </p:spPr>
        <p:txBody>
          <a:bodyPr/>
          <a:lstStyle>
            <a:lvl1pPr marL="0" indent="0" algn="ctr" rtl="0">
              <a:spcBef>
                <a:spcPts val="0"/>
              </a:spcBef>
              <a:spcAft>
                <a:spcPts val="0"/>
              </a:spcAft>
              <a:buNone/>
              <a:defRPr kumimoji="0" lang="fr-FR" sz="1000" b="0" i="0" u="none" strike="noStrike" kern="1200" cap="none" spc="0" normalizeH="0" baseline="0" dirty="0">
                <a:ln>
                  <a:noFill/>
                </a:ln>
                <a:solidFill>
                  <a:srgbClr val="353637"/>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Prénom.nom@amitaconseil.com</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a:t>+33 (0) 6 12 34 56 78</a:t>
            </a:r>
          </a:p>
        </p:txBody>
      </p:sp>
      <p:sp>
        <p:nvSpPr>
          <p:cNvPr id="29" name="Espace réservé pour une image  27">
            <a:extLst>
              <a:ext uri="{FF2B5EF4-FFF2-40B4-BE49-F238E27FC236}">
                <a16:creationId xmlns:a16="http://schemas.microsoft.com/office/drawing/2014/main" id="{95AD02E2-678F-BA98-98BE-FDF0E1027D5B}"/>
              </a:ext>
            </a:extLst>
          </p:cNvPr>
          <p:cNvSpPr>
            <a:spLocks noGrp="1"/>
          </p:cNvSpPr>
          <p:nvPr>
            <p:ph type="pic" sz="quarter" idx="13"/>
          </p:nvPr>
        </p:nvSpPr>
        <p:spPr>
          <a:xfrm>
            <a:off x="538163" y="1203492"/>
            <a:ext cx="1560512" cy="1628109"/>
          </a:xfrm>
        </p:spPr>
        <p:txBody>
          <a:bodyPr/>
          <a:lstStyle>
            <a:lvl1pPr rtl="0">
              <a:defRPr/>
            </a:lvl1pPr>
          </a:lstStyle>
          <a:p>
            <a:r>
              <a:rPr lang="fr-FR"/>
              <a:t>Cliquez sur l'icône pour ajouter une image</a:t>
            </a:r>
          </a:p>
        </p:txBody>
      </p:sp>
      <p:sp>
        <p:nvSpPr>
          <p:cNvPr id="30" name="Espace réservé du texte 22">
            <a:extLst>
              <a:ext uri="{FF2B5EF4-FFF2-40B4-BE49-F238E27FC236}">
                <a16:creationId xmlns:a16="http://schemas.microsoft.com/office/drawing/2014/main" id="{2AB991A5-B28D-31D4-7C2A-ABCE44AF2DFA}"/>
              </a:ext>
            </a:extLst>
          </p:cNvPr>
          <p:cNvSpPr>
            <a:spLocks noGrp="1"/>
          </p:cNvSpPr>
          <p:nvPr>
            <p:ph type="body" sz="quarter" idx="14" hasCustomPrompt="1"/>
          </p:nvPr>
        </p:nvSpPr>
        <p:spPr>
          <a:xfrm>
            <a:off x="2551576" y="2854600"/>
            <a:ext cx="2306512" cy="631283"/>
          </a:xfrm>
        </p:spPr>
        <p:txBody>
          <a:bodyPr anchor="ctr"/>
          <a:lstStyle>
            <a:lvl1pPr marL="0" indent="0" algn="ctr" rtl="0">
              <a:spcBef>
                <a:spcPts val="0"/>
              </a:spcBef>
              <a:spcAft>
                <a:spcPts val="0"/>
              </a:spcAft>
              <a:buNone/>
              <a:defRPr sz="1600" b="1"/>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lvl="0"/>
            <a:r>
              <a:rPr lang="fr-FR"/>
              <a:t>NOM PRENOM</a:t>
            </a:r>
          </a:p>
        </p:txBody>
      </p:sp>
      <p:sp>
        <p:nvSpPr>
          <p:cNvPr id="31" name="Espace réservé du texte 22">
            <a:extLst>
              <a:ext uri="{FF2B5EF4-FFF2-40B4-BE49-F238E27FC236}">
                <a16:creationId xmlns:a16="http://schemas.microsoft.com/office/drawing/2014/main" id="{3D1E0C0A-2EDD-3661-A430-C375B328B397}"/>
              </a:ext>
            </a:extLst>
          </p:cNvPr>
          <p:cNvSpPr>
            <a:spLocks noGrp="1"/>
          </p:cNvSpPr>
          <p:nvPr>
            <p:ph type="body" sz="quarter" idx="15" hasCustomPrompt="1"/>
          </p:nvPr>
        </p:nvSpPr>
        <p:spPr>
          <a:xfrm>
            <a:off x="2551576" y="3485883"/>
            <a:ext cx="2306512" cy="342167"/>
          </a:xfrm>
        </p:spPr>
        <p:txBody>
          <a:bodyPr/>
          <a:lstStyle>
            <a:lvl1pPr marL="0" indent="0" algn="ctr" rtl="0">
              <a:spcBef>
                <a:spcPts val="0"/>
              </a:spcBef>
              <a:spcAft>
                <a:spcPts val="0"/>
              </a:spcAft>
              <a:buNone/>
              <a:defRPr kumimoji="0" lang="fr-FR" sz="1400" b="1" i="0" u="none" strike="noStrike" kern="1200" cap="none" spc="0" normalizeH="0" baseline="0" dirty="0" smtClean="0">
                <a:ln>
                  <a:noFill/>
                </a:ln>
                <a:solidFill>
                  <a:srgbClr val="43A2BF"/>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GRADE</a:t>
            </a:r>
          </a:p>
        </p:txBody>
      </p:sp>
      <p:sp>
        <p:nvSpPr>
          <p:cNvPr id="32" name="Espace réservé du texte 22">
            <a:extLst>
              <a:ext uri="{FF2B5EF4-FFF2-40B4-BE49-F238E27FC236}">
                <a16:creationId xmlns:a16="http://schemas.microsoft.com/office/drawing/2014/main" id="{3848698C-2799-1BF7-AD01-97F06EB07DE3}"/>
              </a:ext>
            </a:extLst>
          </p:cNvPr>
          <p:cNvSpPr>
            <a:spLocks noGrp="1"/>
          </p:cNvSpPr>
          <p:nvPr>
            <p:ph type="body" sz="quarter" idx="16" hasCustomPrompt="1"/>
          </p:nvPr>
        </p:nvSpPr>
        <p:spPr>
          <a:xfrm>
            <a:off x="2551576" y="3828050"/>
            <a:ext cx="2306512" cy="627767"/>
          </a:xfrm>
        </p:spPr>
        <p:txBody>
          <a:bodyPr/>
          <a:lstStyle>
            <a:lvl1pPr marL="0" indent="0" algn="ctr" rtl="0">
              <a:spcBef>
                <a:spcPts val="0"/>
              </a:spcBef>
              <a:spcAft>
                <a:spcPts val="0"/>
              </a:spcAft>
              <a:buNone/>
              <a:defRPr kumimoji="0" lang="fr-FR" sz="1000" b="0" i="0" u="none" strike="noStrike" kern="1200" cap="none" spc="0" normalizeH="0" baseline="0" dirty="0">
                <a:ln>
                  <a:noFill/>
                </a:ln>
                <a:solidFill>
                  <a:srgbClr val="353637"/>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Prénom.nom@amitaconseil.com</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a:t>+33 (0) 6 12 34 56 78</a:t>
            </a:r>
          </a:p>
        </p:txBody>
      </p:sp>
      <p:sp>
        <p:nvSpPr>
          <p:cNvPr id="33" name="Espace réservé pour une image  27">
            <a:extLst>
              <a:ext uri="{FF2B5EF4-FFF2-40B4-BE49-F238E27FC236}">
                <a16:creationId xmlns:a16="http://schemas.microsoft.com/office/drawing/2014/main" id="{16715DB2-ED35-33DC-09EB-AC0D37CEC9DA}"/>
              </a:ext>
            </a:extLst>
          </p:cNvPr>
          <p:cNvSpPr>
            <a:spLocks noGrp="1"/>
          </p:cNvSpPr>
          <p:nvPr>
            <p:ph type="pic" sz="quarter" idx="17"/>
          </p:nvPr>
        </p:nvSpPr>
        <p:spPr>
          <a:xfrm>
            <a:off x="2929330" y="1203492"/>
            <a:ext cx="1560512" cy="1628109"/>
          </a:xfrm>
        </p:spPr>
        <p:txBody>
          <a:bodyPr/>
          <a:lstStyle>
            <a:lvl1pPr rtl="0">
              <a:defRPr/>
            </a:lvl1pPr>
          </a:lstStyle>
          <a:p>
            <a:r>
              <a:rPr lang="fr-FR"/>
              <a:t>Cliquez sur l'icône pour ajouter une image</a:t>
            </a:r>
          </a:p>
        </p:txBody>
      </p:sp>
      <p:sp>
        <p:nvSpPr>
          <p:cNvPr id="34" name="Espace réservé du texte 22">
            <a:extLst>
              <a:ext uri="{FF2B5EF4-FFF2-40B4-BE49-F238E27FC236}">
                <a16:creationId xmlns:a16="http://schemas.microsoft.com/office/drawing/2014/main" id="{7FEC946C-C2D2-6CC0-77AD-1693A19C14CD}"/>
              </a:ext>
            </a:extLst>
          </p:cNvPr>
          <p:cNvSpPr>
            <a:spLocks noGrp="1"/>
          </p:cNvSpPr>
          <p:nvPr>
            <p:ph type="body" sz="quarter" idx="18" hasCustomPrompt="1"/>
          </p:nvPr>
        </p:nvSpPr>
        <p:spPr>
          <a:xfrm>
            <a:off x="4942744" y="2854600"/>
            <a:ext cx="2306512" cy="631283"/>
          </a:xfrm>
        </p:spPr>
        <p:txBody>
          <a:bodyPr anchor="ctr"/>
          <a:lstStyle>
            <a:lvl1pPr marL="0" indent="0" algn="ctr" rtl="0">
              <a:spcBef>
                <a:spcPts val="0"/>
              </a:spcBef>
              <a:spcAft>
                <a:spcPts val="0"/>
              </a:spcAft>
              <a:buNone/>
              <a:defRPr sz="1600" b="1"/>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lvl="0"/>
            <a:r>
              <a:rPr lang="fr-FR"/>
              <a:t>NOM PRENOM</a:t>
            </a:r>
          </a:p>
        </p:txBody>
      </p:sp>
      <p:sp>
        <p:nvSpPr>
          <p:cNvPr id="35" name="Espace réservé du texte 22">
            <a:extLst>
              <a:ext uri="{FF2B5EF4-FFF2-40B4-BE49-F238E27FC236}">
                <a16:creationId xmlns:a16="http://schemas.microsoft.com/office/drawing/2014/main" id="{FE760D77-8599-8105-839E-878F4499C694}"/>
              </a:ext>
            </a:extLst>
          </p:cNvPr>
          <p:cNvSpPr>
            <a:spLocks noGrp="1"/>
          </p:cNvSpPr>
          <p:nvPr>
            <p:ph type="body" sz="quarter" idx="19" hasCustomPrompt="1"/>
          </p:nvPr>
        </p:nvSpPr>
        <p:spPr>
          <a:xfrm>
            <a:off x="4942744" y="3485883"/>
            <a:ext cx="2306512" cy="342167"/>
          </a:xfrm>
        </p:spPr>
        <p:txBody>
          <a:bodyPr/>
          <a:lstStyle>
            <a:lvl1pPr marL="0" indent="0" algn="ctr" rtl="0">
              <a:spcBef>
                <a:spcPts val="0"/>
              </a:spcBef>
              <a:spcAft>
                <a:spcPts val="0"/>
              </a:spcAft>
              <a:buNone/>
              <a:defRPr kumimoji="0" lang="fr-FR" sz="1400" b="1" i="0" u="none" strike="noStrike" kern="1200" cap="none" spc="0" normalizeH="0" baseline="0" dirty="0" smtClean="0">
                <a:ln>
                  <a:noFill/>
                </a:ln>
                <a:solidFill>
                  <a:srgbClr val="43A2BF"/>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GRADE</a:t>
            </a:r>
          </a:p>
        </p:txBody>
      </p:sp>
      <p:sp>
        <p:nvSpPr>
          <p:cNvPr id="36" name="Espace réservé du texte 22">
            <a:extLst>
              <a:ext uri="{FF2B5EF4-FFF2-40B4-BE49-F238E27FC236}">
                <a16:creationId xmlns:a16="http://schemas.microsoft.com/office/drawing/2014/main" id="{A6EAC7CD-F8DB-F29A-2F2D-FC53CE6A202D}"/>
              </a:ext>
            </a:extLst>
          </p:cNvPr>
          <p:cNvSpPr>
            <a:spLocks noGrp="1"/>
          </p:cNvSpPr>
          <p:nvPr>
            <p:ph type="body" sz="quarter" idx="20" hasCustomPrompt="1"/>
          </p:nvPr>
        </p:nvSpPr>
        <p:spPr>
          <a:xfrm>
            <a:off x="4942744" y="3828050"/>
            <a:ext cx="2306512" cy="627767"/>
          </a:xfrm>
        </p:spPr>
        <p:txBody>
          <a:bodyPr/>
          <a:lstStyle>
            <a:lvl1pPr marL="0" indent="0" algn="ctr" rtl="0">
              <a:spcBef>
                <a:spcPts val="0"/>
              </a:spcBef>
              <a:spcAft>
                <a:spcPts val="0"/>
              </a:spcAft>
              <a:buNone/>
              <a:defRPr kumimoji="0" lang="fr-FR" sz="1000" b="0" i="0" u="none" strike="noStrike" kern="1200" cap="none" spc="0" normalizeH="0" baseline="0" dirty="0">
                <a:ln>
                  <a:noFill/>
                </a:ln>
                <a:solidFill>
                  <a:srgbClr val="353637"/>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Prénom.nom@amitaconseil.com</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a:t>+33 (0) 6 12 34 56 78</a:t>
            </a:r>
          </a:p>
        </p:txBody>
      </p:sp>
      <p:sp>
        <p:nvSpPr>
          <p:cNvPr id="37" name="Espace réservé pour une image  27">
            <a:extLst>
              <a:ext uri="{FF2B5EF4-FFF2-40B4-BE49-F238E27FC236}">
                <a16:creationId xmlns:a16="http://schemas.microsoft.com/office/drawing/2014/main" id="{54C671B2-E4BB-899F-47E7-0FD66FC415AB}"/>
              </a:ext>
            </a:extLst>
          </p:cNvPr>
          <p:cNvSpPr>
            <a:spLocks noGrp="1"/>
          </p:cNvSpPr>
          <p:nvPr>
            <p:ph type="pic" sz="quarter" idx="21"/>
          </p:nvPr>
        </p:nvSpPr>
        <p:spPr>
          <a:xfrm>
            <a:off x="5320498" y="1203492"/>
            <a:ext cx="1560512" cy="1628109"/>
          </a:xfrm>
        </p:spPr>
        <p:txBody>
          <a:bodyPr/>
          <a:lstStyle>
            <a:lvl1pPr rtl="0">
              <a:defRPr/>
            </a:lvl1pPr>
          </a:lstStyle>
          <a:p>
            <a:r>
              <a:rPr lang="fr-FR"/>
              <a:t>Cliquez sur l'icône pour ajouter une image</a:t>
            </a:r>
          </a:p>
        </p:txBody>
      </p:sp>
      <p:sp>
        <p:nvSpPr>
          <p:cNvPr id="38" name="Espace réservé du texte 22">
            <a:extLst>
              <a:ext uri="{FF2B5EF4-FFF2-40B4-BE49-F238E27FC236}">
                <a16:creationId xmlns:a16="http://schemas.microsoft.com/office/drawing/2014/main" id="{372B1A6C-DE96-53D9-9A8B-A3554B85A83F}"/>
              </a:ext>
            </a:extLst>
          </p:cNvPr>
          <p:cNvSpPr>
            <a:spLocks noGrp="1"/>
          </p:cNvSpPr>
          <p:nvPr>
            <p:ph type="body" sz="quarter" idx="22" hasCustomPrompt="1"/>
          </p:nvPr>
        </p:nvSpPr>
        <p:spPr>
          <a:xfrm>
            <a:off x="7333911" y="2854600"/>
            <a:ext cx="2306512" cy="631283"/>
          </a:xfrm>
        </p:spPr>
        <p:txBody>
          <a:bodyPr anchor="ctr"/>
          <a:lstStyle>
            <a:lvl1pPr marL="0" indent="0" algn="ctr" rtl="0">
              <a:spcBef>
                <a:spcPts val="0"/>
              </a:spcBef>
              <a:spcAft>
                <a:spcPts val="0"/>
              </a:spcAft>
              <a:buNone/>
              <a:defRPr sz="1600" b="1"/>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lvl="0"/>
            <a:r>
              <a:rPr lang="fr-FR"/>
              <a:t>NOM PRENOM</a:t>
            </a:r>
          </a:p>
        </p:txBody>
      </p:sp>
      <p:sp>
        <p:nvSpPr>
          <p:cNvPr id="39" name="Espace réservé du texte 22">
            <a:extLst>
              <a:ext uri="{FF2B5EF4-FFF2-40B4-BE49-F238E27FC236}">
                <a16:creationId xmlns:a16="http://schemas.microsoft.com/office/drawing/2014/main" id="{2C8BC5F1-B79C-A9E8-15B3-D563C87E537F}"/>
              </a:ext>
            </a:extLst>
          </p:cNvPr>
          <p:cNvSpPr>
            <a:spLocks noGrp="1"/>
          </p:cNvSpPr>
          <p:nvPr>
            <p:ph type="body" sz="quarter" idx="23" hasCustomPrompt="1"/>
          </p:nvPr>
        </p:nvSpPr>
        <p:spPr>
          <a:xfrm>
            <a:off x="7333911" y="3485883"/>
            <a:ext cx="2306512" cy="342167"/>
          </a:xfrm>
        </p:spPr>
        <p:txBody>
          <a:bodyPr/>
          <a:lstStyle>
            <a:lvl1pPr marL="0" indent="0" algn="ctr" rtl="0">
              <a:spcBef>
                <a:spcPts val="0"/>
              </a:spcBef>
              <a:spcAft>
                <a:spcPts val="0"/>
              </a:spcAft>
              <a:buNone/>
              <a:defRPr kumimoji="0" lang="fr-FR" sz="1400" b="1" i="0" u="none" strike="noStrike" kern="1200" cap="none" spc="0" normalizeH="0" baseline="0" dirty="0" smtClean="0">
                <a:ln>
                  <a:noFill/>
                </a:ln>
                <a:solidFill>
                  <a:srgbClr val="43A2BF"/>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GRADE</a:t>
            </a:r>
          </a:p>
        </p:txBody>
      </p:sp>
      <p:sp>
        <p:nvSpPr>
          <p:cNvPr id="40" name="Espace réservé du texte 22">
            <a:extLst>
              <a:ext uri="{FF2B5EF4-FFF2-40B4-BE49-F238E27FC236}">
                <a16:creationId xmlns:a16="http://schemas.microsoft.com/office/drawing/2014/main" id="{E2EA75BB-74DC-4842-9BB2-48D0B73E0A4A}"/>
              </a:ext>
            </a:extLst>
          </p:cNvPr>
          <p:cNvSpPr>
            <a:spLocks noGrp="1"/>
          </p:cNvSpPr>
          <p:nvPr>
            <p:ph type="body" sz="quarter" idx="24" hasCustomPrompt="1"/>
          </p:nvPr>
        </p:nvSpPr>
        <p:spPr>
          <a:xfrm>
            <a:off x="7333911" y="3828050"/>
            <a:ext cx="2306512" cy="627767"/>
          </a:xfrm>
        </p:spPr>
        <p:txBody>
          <a:bodyPr/>
          <a:lstStyle>
            <a:lvl1pPr marL="0" indent="0" algn="ctr" rtl="0">
              <a:spcBef>
                <a:spcPts val="0"/>
              </a:spcBef>
              <a:spcAft>
                <a:spcPts val="0"/>
              </a:spcAft>
              <a:buNone/>
              <a:defRPr kumimoji="0" lang="fr-FR" sz="1000" b="0" i="0" u="none" strike="noStrike" kern="1200" cap="none" spc="0" normalizeH="0" baseline="0" dirty="0">
                <a:ln>
                  <a:noFill/>
                </a:ln>
                <a:solidFill>
                  <a:srgbClr val="353637"/>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Prénom.nom@amitaconseil.com</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a:t>+33 (0) 6 12 34 56 78</a:t>
            </a:r>
          </a:p>
        </p:txBody>
      </p:sp>
      <p:sp>
        <p:nvSpPr>
          <p:cNvPr id="41" name="Espace réservé pour une image  27">
            <a:extLst>
              <a:ext uri="{FF2B5EF4-FFF2-40B4-BE49-F238E27FC236}">
                <a16:creationId xmlns:a16="http://schemas.microsoft.com/office/drawing/2014/main" id="{7C952499-A464-4FAB-658D-BD08D4B2E315}"/>
              </a:ext>
            </a:extLst>
          </p:cNvPr>
          <p:cNvSpPr>
            <a:spLocks noGrp="1"/>
          </p:cNvSpPr>
          <p:nvPr>
            <p:ph type="pic" sz="quarter" idx="25"/>
          </p:nvPr>
        </p:nvSpPr>
        <p:spPr>
          <a:xfrm>
            <a:off x="7711665" y="1203492"/>
            <a:ext cx="1560512" cy="1628109"/>
          </a:xfrm>
        </p:spPr>
        <p:txBody>
          <a:bodyPr/>
          <a:lstStyle>
            <a:lvl1pPr rtl="0">
              <a:defRPr/>
            </a:lvl1pPr>
          </a:lstStyle>
          <a:p>
            <a:r>
              <a:rPr lang="fr-FR"/>
              <a:t>Cliquez sur l'icône pour ajouter une image</a:t>
            </a:r>
          </a:p>
        </p:txBody>
      </p:sp>
      <p:sp>
        <p:nvSpPr>
          <p:cNvPr id="42" name="Espace réservé du texte 22">
            <a:extLst>
              <a:ext uri="{FF2B5EF4-FFF2-40B4-BE49-F238E27FC236}">
                <a16:creationId xmlns:a16="http://schemas.microsoft.com/office/drawing/2014/main" id="{05FB3A31-8B0E-76A4-B340-CE70CEF56B2B}"/>
              </a:ext>
            </a:extLst>
          </p:cNvPr>
          <p:cNvSpPr>
            <a:spLocks noGrp="1"/>
          </p:cNvSpPr>
          <p:nvPr>
            <p:ph type="body" sz="quarter" idx="26" hasCustomPrompt="1"/>
          </p:nvPr>
        </p:nvSpPr>
        <p:spPr>
          <a:xfrm>
            <a:off x="9724855" y="2854600"/>
            <a:ext cx="2306512" cy="631283"/>
          </a:xfrm>
        </p:spPr>
        <p:txBody>
          <a:bodyPr anchor="ctr"/>
          <a:lstStyle>
            <a:lvl1pPr marL="0" indent="0" algn="ctr" rtl="0">
              <a:spcBef>
                <a:spcPts val="0"/>
              </a:spcBef>
              <a:spcAft>
                <a:spcPts val="0"/>
              </a:spcAft>
              <a:buNone/>
              <a:defRPr sz="1600" b="1"/>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lvl="0"/>
            <a:r>
              <a:rPr lang="fr-FR"/>
              <a:t>NOM PRENOM</a:t>
            </a:r>
          </a:p>
        </p:txBody>
      </p:sp>
      <p:sp>
        <p:nvSpPr>
          <p:cNvPr id="43" name="Espace réservé du texte 22">
            <a:extLst>
              <a:ext uri="{FF2B5EF4-FFF2-40B4-BE49-F238E27FC236}">
                <a16:creationId xmlns:a16="http://schemas.microsoft.com/office/drawing/2014/main" id="{3A7CA541-6CC3-5B2B-5137-23CE7AC3383A}"/>
              </a:ext>
            </a:extLst>
          </p:cNvPr>
          <p:cNvSpPr>
            <a:spLocks noGrp="1"/>
          </p:cNvSpPr>
          <p:nvPr>
            <p:ph type="body" sz="quarter" idx="27" hasCustomPrompt="1"/>
          </p:nvPr>
        </p:nvSpPr>
        <p:spPr>
          <a:xfrm>
            <a:off x="9724855" y="3485883"/>
            <a:ext cx="2306512" cy="342167"/>
          </a:xfrm>
        </p:spPr>
        <p:txBody>
          <a:bodyPr/>
          <a:lstStyle>
            <a:lvl1pPr marL="0" indent="0" algn="ctr" rtl="0">
              <a:spcBef>
                <a:spcPts val="0"/>
              </a:spcBef>
              <a:spcAft>
                <a:spcPts val="0"/>
              </a:spcAft>
              <a:buNone/>
              <a:defRPr kumimoji="0" lang="fr-FR" sz="1400" b="1" i="0" u="none" strike="noStrike" kern="1200" cap="none" spc="0" normalizeH="0" baseline="0" dirty="0" smtClean="0">
                <a:ln>
                  <a:noFill/>
                </a:ln>
                <a:solidFill>
                  <a:srgbClr val="43A2BF"/>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GRADE</a:t>
            </a:r>
          </a:p>
        </p:txBody>
      </p:sp>
      <p:sp>
        <p:nvSpPr>
          <p:cNvPr id="44" name="Espace réservé du texte 22">
            <a:extLst>
              <a:ext uri="{FF2B5EF4-FFF2-40B4-BE49-F238E27FC236}">
                <a16:creationId xmlns:a16="http://schemas.microsoft.com/office/drawing/2014/main" id="{5BB26FB2-E7B0-9BF9-45BF-1AB5DD2A063C}"/>
              </a:ext>
            </a:extLst>
          </p:cNvPr>
          <p:cNvSpPr>
            <a:spLocks noGrp="1"/>
          </p:cNvSpPr>
          <p:nvPr>
            <p:ph type="body" sz="quarter" idx="28" hasCustomPrompt="1"/>
          </p:nvPr>
        </p:nvSpPr>
        <p:spPr>
          <a:xfrm>
            <a:off x="9724855" y="3828050"/>
            <a:ext cx="2306512" cy="627767"/>
          </a:xfrm>
        </p:spPr>
        <p:txBody>
          <a:bodyPr/>
          <a:lstStyle>
            <a:lvl1pPr marL="0" indent="0" algn="ctr" rtl="0">
              <a:spcBef>
                <a:spcPts val="0"/>
              </a:spcBef>
              <a:spcAft>
                <a:spcPts val="0"/>
              </a:spcAft>
              <a:buNone/>
              <a:defRPr kumimoji="0" lang="fr-FR" sz="1000" b="0" i="0" u="none" strike="noStrike" kern="1200" cap="none" spc="0" normalizeH="0" baseline="0" dirty="0">
                <a:ln>
                  <a:noFill/>
                </a:ln>
                <a:solidFill>
                  <a:srgbClr val="353637"/>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Prénom.nom@amitaconseil.com</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a:t>+33 (0) 6 12 34 56 78</a:t>
            </a:r>
          </a:p>
        </p:txBody>
      </p:sp>
      <p:sp>
        <p:nvSpPr>
          <p:cNvPr id="45" name="Espace réservé pour une image  27">
            <a:extLst>
              <a:ext uri="{FF2B5EF4-FFF2-40B4-BE49-F238E27FC236}">
                <a16:creationId xmlns:a16="http://schemas.microsoft.com/office/drawing/2014/main" id="{E87B8E6C-BC45-A6D3-096D-B1798940D4D9}"/>
              </a:ext>
            </a:extLst>
          </p:cNvPr>
          <p:cNvSpPr>
            <a:spLocks noGrp="1"/>
          </p:cNvSpPr>
          <p:nvPr>
            <p:ph type="pic" sz="quarter" idx="29"/>
          </p:nvPr>
        </p:nvSpPr>
        <p:spPr>
          <a:xfrm>
            <a:off x="10102609" y="1203492"/>
            <a:ext cx="1560512" cy="1628109"/>
          </a:xfrm>
        </p:spPr>
        <p:txBody>
          <a:bodyPr/>
          <a:lstStyle>
            <a:lvl1pPr rtl="0">
              <a:defRPr/>
            </a:lvl1pPr>
          </a:lstStyle>
          <a:p>
            <a:r>
              <a:rPr lang="fr-FR"/>
              <a:t>Cliquez sur l'icône pour ajouter une image</a:t>
            </a:r>
          </a:p>
        </p:txBody>
      </p:sp>
      <p:sp>
        <p:nvSpPr>
          <p:cNvPr id="51" name="Espace réservé du pied de page 50">
            <a:extLst>
              <a:ext uri="{FF2B5EF4-FFF2-40B4-BE49-F238E27FC236}">
                <a16:creationId xmlns:a16="http://schemas.microsoft.com/office/drawing/2014/main" id="{2BB51DBB-F4DD-F2BF-774A-D3D25DA76D52}"/>
              </a:ext>
            </a:extLst>
          </p:cNvPr>
          <p:cNvSpPr>
            <a:spLocks noGrp="1"/>
          </p:cNvSpPr>
          <p:nvPr>
            <p:ph type="ftr" sz="quarter" idx="31"/>
          </p:nvPr>
        </p:nvSpPr>
        <p:spPr>
          <a:xfrm>
            <a:off x="1920021" y="6340475"/>
            <a:ext cx="8351958" cy="365125"/>
          </a:xfrm>
        </p:spPr>
        <p:txBody>
          <a:bodyPr/>
          <a:lstStyle>
            <a:lvl1pPr algn="ct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E6A8C689-FE8E-03D2-D8C2-6C480215F59A}"/>
              </a:ext>
            </a:extLst>
          </p:cNvPr>
          <p:cNvSpPr>
            <a:spLocks noGrp="1"/>
          </p:cNvSpPr>
          <p:nvPr>
            <p:ph type="sldNum" sz="quarter" idx="32"/>
          </p:nvPr>
        </p:nvSpPr>
        <p:spPr>
          <a:xfrm>
            <a:off x="380995" y="6340475"/>
            <a:ext cx="362086" cy="360001"/>
          </a:xfrm>
        </p:spPr>
        <p:txBody>
          <a:bodyPr vert="horz" lIns="91440" tIns="45720" rIns="91440" bIns="45720" rtlCol="0" anchor="ctr"/>
          <a:lstStyle>
            <a:lvl1pPr rtl="0">
              <a:defRPr lang="fr-FR" smtClean="0"/>
            </a:lvl1pPr>
          </a:lstStyle>
          <a:p>
            <a:fld id="{BD9892E7-E91F-405F-A6AB-FE5AB3285265}" type="slidenum">
              <a:rPr lang="fr-FR" smtClean="0"/>
              <a:pPr/>
              <a:t>‹N°›</a:t>
            </a:fld>
            <a:endParaRPr lang="fr-FR"/>
          </a:p>
        </p:txBody>
      </p:sp>
      <p:sp>
        <p:nvSpPr>
          <p:cNvPr id="5" name="Text Placeholder 16">
            <a:extLst>
              <a:ext uri="{FF2B5EF4-FFF2-40B4-BE49-F238E27FC236}">
                <a16:creationId xmlns:a16="http://schemas.microsoft.com/office/drawing/2014/main" id="{725D12BC-F052-8411-1AF2-EA3837DBFB46}"/>
              </a:ext>
            </a:extLst>
          </p:cNvPr>
          <p:cNvSpPr txBox="1">
            <a:spLocks/>
          </p:cNvSpPr>
          <p:nvPr/>
        </p:nvSpPr>
        <p:spPr>
          <a:xfrm>
            <a:off x="5334375" y="5754279"/>
            <a:ext cx="1568745"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b="1">
                <a:solidFill>
                  <a:schemeClr val="bg1">
                    <a:lumMod val="50000"/>
                  </a:schemeClr>
                </a:solidFill>
                <a:latin typeface="+mn-lt"/>
              </a:rPr>
              <a:t>NIORT</a:t>
            </a:r>
          </a:p>
          <a:p>
            <a:pPr rtl="0"/>
            <a:r>
              <a:rPr lang="fr-FR" sz="900">
                <a:solidFill>
                  <a:schemeClr val="bg1">
                    <a:lumMod val="50000"/>
                  </a:schemeClr>
                </a:solidFill>
                <a:latin typeface="+mn-lt"/>
              </a:rPr>
              <a:t>103 Avenue de Paris</a:t>
            </a:r>
          </a:p>
          <a:p>
            <a:pPr rtl="0"/>
            <a:r>
              <a:rPr lang="fr-FR" sz="900">
                <a:solidFill>
                  <a:schemeClr val="bg1">
                    <a:lumMod val="50000"/>
                  </a:schemeClr>
                </a:solidFill>
                <a:latin typeface="+mn-lt"/>
              </a:rPr>
              <a:t>79000 Niort</a:t>
            </a:r>
          </a:p>
        </p:txBody>
      </p:sp>
      <p:sp>
        <p:nvSpPr>
          <p:cNvPr id="15" name="Text Placeholder 16">
            <a:extLst>
              <a:ext uri="{FF2B5EF4-FFF2-40B4-BE49-F238E27FC236}">
                <a16:creationId xmlns:a16="http://schemas.microsoft.com/office/drawing/2014/main" id="{2291CCAE-FFC5-414F-E449-E46E9E9C6E50}"/>
              </a:ext>
            </a:extLst>
          </p:cNvPr>
          <p:cNvSpPr txBox="1">
            <a:spLocks/>
          </p:cNvSpPr>
          <p:nvPr/>
        </p:nvSpPr>
        <p:spPr>
          <a:xfrm>
            <a:off x="6910244" y="5754279"/>
            <a:ext cx="1568745"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b="1">
                <a:solidFill>
                  <a:schemeClr val="bg1">
                    <a:lumMod val="50000"/>
                  </a:schemeClr>
                </a:solidFill>
                <a:latin typeface="+mn-lt"/>
              </a:rPr>
              <a:t>NANTES</a:t>
            </a:r>
          </a:p>
          <a:p>
            <a:pPr rtl="0"/>
            <a:r>
              <a:rPr lang="fr-FR" sz="900">
                <a:solidFill>
                  <a:schemeClr val="bg1">
                    <a:lumMod val="50000"/>
                  </a:schemeClr>
                </a:solidFill>
                <a:latin typeface="+mn-lt"/>
              </a:rPr>
              <a:t>17 Boulevard de Berlin</a:t>
            </a:r>
          </a:p>
          <a:p>
            <a:pPr rtl="0"/>
            <a:r>
              <a:rPr lang="fr-FR" sz="900">
                <a:solidFill>
                  <a:schemeClr val="bg1">
                    <a:lumMod val="50000"/>
                  </a:schemeClr>
                </a:solidFill>
                <a:latin typeface="+mn-lt"/>
              </a:rPr>
              <a:t>44000 Nantes</a:t>
            </a:r>
          </a:p>
        </p:txBody>
      </p:sp>
      <p:sp>
        <p:nvSpPr>
          <p:cNvPr id="17" name="Espace réservé de la date 10">
            <a:extLst>
              <a:ext uri="{FF2B5EF4-FFF2-40B4-BE49-F238E27FC236}">
                <a16:creationId xmlns:a16="http://schemas.microsoft.com/office/drawing/2014/main" id="{C7F826E3-2192-51E8-5AB6-6F6EC9785ACB}"/>
              </a:ext>
            </a:extLst>
          </p:cNvPr>
          <p:cNvSpPr>
            <a:spLocks noGrp="1"/>
          </p:cNvSpPr>
          <p:nvPr>
            <p:ph type="dt" sz="half" idx="2"/>
          </p:nvPr>
        </p:nvSpPr>
        <p:spPr>
          <a:xfrm>
            <a:off x="743081" y="6340475"/>
            <a:ext cx="1176940"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80AF42E2-021C-4F41-8104-619F63EC6722}" type="datetime1">
              <a:rPr lang="fr-FR" smtClean="0"/>
              <a:t>27/03/2025</a:t>
            </a:fld>
            <a:endParaRPr lang="fr-FR"/>
          </a:p>
        </p:txBody>
      </p:sp>
    </p:spTree>
    <p:extLst>
      <p:ext uri="{BB962C8B-B14F-4D97-AF65-F5344CB8AC3E}">
        <p14:creationId xmlns:p14="http://schemas.microsoft.com/office/powerpoint/2010/main" val="1729859678"/>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Mot de la fin">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42006854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8B4917B4-5954-0D76-BAA0-1A3698D526F5}"/>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pic>
        <p:nvPicPr>
          <p:cNvPr id="11" name="Graphique 10">
            <a:extLst>
              <a:ext uri="{FF2B5EF4-FFF2-40B4-BE49-F238E27FC236}">
                <a16:creationId xmlns:a16="http://schemas.microsoft.com/office/drawing/2014/main" id="{0DF46767-FF2E-A311-5FC8-FC3CCA8535E7}"/>
              </a:ext>
            </a:extLst>
          </p:cNvPr>
          <p:cNvPicPr>
            <a:picLocks noChangeAspect="1"/>
          </p:cNvPicPr>
          <p:nvPr/>
        </p:nvPicPr>
        <p:blipFill>
          <a:blip r:embed="rId5">
            <a:extLst>
              <a:ext uri="{96DAC541-7B7A-43D3-8B79-37D633B846F1}">
                <asvg:svgBlip xmlns:asvg="http://schemas.microsoft.com/office/drawing/2016/SVG/main" r:embed="rId6"/>
              </a:ext>
            </a:extLst>
          </a:blip>
          <a:srcRect r="3370"/>
          <a:stretch/>
        </p:blipFill>
        <p:spPr>
          <a:xfrm>
            <a:off x="0" y="846925"/>
            <a:ext cx="12192000" cy="5676112"/>
          </a:xfrm>
          <a:prstGeom prst="rect">
            <a:avLst/>
          </a:prstGeom>
        </p:spPr>
      </p:pic>
      <p:sp>
        <p:nvSpPr>
          <p:cNvPr id="3" name="Espace réservé du pied de page 2">
            <a:extLst>
              <a:ext uri="{FF2B5EF4-FFF2-40B4-BE49-F238E27FC236}">
                <a16:creationId xmlns:a16="http://schemas.microsoft.com/office/drawing/2014/main" id="{66D93F71-C400-BDD2-7DE6-C958FFFC38C7}"/>
              </a:ext>
            </a:extLst>
          </p:cNvPr>
          <p:cNvSpPr txBox="1">
            <a:spLocks/>
          </p:cNvSpPr>
          <p:nvPr/>
        </p:nvSpPr>
        <p:spPr>
          <a:xfrm>
            <a:off x="986193" y="5253383"/>
            <a:ext cx="3408898" cy="365125"/>
          </a:xfrm>
          <a:prstGeom prst="rect">
            <a:avLst/>
          </a:prstGeom>
          <a:noFill/>
        </p:spPr>
        <p:txBody>
          <a:bodyPr vert="horz" lIns="91440" tIns="45720" rIns="91440" bIns="45720" rtlCol="0" anchor="ctr"/>
          <a:lstStyle>
            <a:defPPr>
              <a:defRPr lang="fr-FR"/>
            </a:defPPr>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fr-FR" sz="850" b="1">
                <a:solidFill>
                  <a:srgbClr val="353637"/>
                </a:solidFill>
                <a:latin typeface="Now" panose="00000800000000000000" pitchFamily="50" charset="0"/>
              </a:rPr>
              <a:t>CABINET DE CONSEIL EN TRANSFORMATION</a:t>
            </a:r>
          </a:p>
          <a:p>
            <a:pPr rtl="0"/>
            <a:r>
              <a:rPr lang="fr-FR" sz="700" b="1">
                <a:solidFill>
                  <a:srgbClr val="43A2BF"/>
                </a:solidFill>
                <a:latin typeface="Now" panose="00000800000000000000" pitchFamily="50" charset="0"/>
              </a:rPr>
              <a:t>PARIS – NANTES - NIORT</a:t>
            </a:r>
          </a:p>
        </p:txBody>
      </p:sp>
      <p:sp>
        <p:nvSpPr>
          <p:cNvPr id="4" name="Titre 2">
            <a:extLst>
              <a:ext uri="{FF2B5EF4-FFF2-40B4-BE49-F238E27FC236}">
                <a16:creationId xmlns:a16="http://schemas.microsoft.com/office/drawing/2014/main" id="{1DFA8C9F-5730-AE6C-7035-33A8BDB25715}"/>
              </a:ext>
            </a:extLst>
          </p:cNvPr>
          <p:cNvSpPr txBox="1">
            <a:spLocks/>
          </p:cNvSpPr>
          <p:nvPr/>
        </p:nvSpPr>
        <p:spPr bwMode="auto">
          <a:xfrm>
            <a:off x="452123" y="5754279"/>
            <a:ext cx="1391963" cy="267863"/>
          </a:xfrm>
          <a:prstGeom prst="rect">
            <a:avLst/>
          </a:prstGeom>
          <a:noFill/>
          <a:ln w="9525">
            <a:noFill/>
            <a:miter lim="800000"/>
            <a:headEnd/>
            <a:tailEnd/>
          </a:ln>
        </p:spPr>
        <p:txBody>
          <a:bodyPr vert="horz" wrap="square" lIns="90000" tIns="46800" rIns="90000" bIns="46800" numCol="1" anchor="t" anchorCtr="0" compatLnSpc="1">
            <a:prstTxWarp prst="textNoShape">
              <a:avLst/>
            </a:prstTxWarp>
          </a:bodyPr>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lnSpc>
                <a:spcPct val="90000"/>
              </a:lnSpc>
            </a:pPr>
            <a:r>
              <a:rPr lang="fr-FR" sz="900">
                <a:solidFill>
                  <a:schemeClr val="tx2"/>
                </a:solidFill>
                <a:latin typeface="+mn-lt"/>
                <a:ea typeface="+mj-ea"/>
                <a:cs typeface="+mj-cs"/>
              </a:rPr>
              <a:t>Mentions légales</a:t>
            </a:r>
          </a:p>
        </p:txBody>
      </p:sp>
      <p:sp>
        <p:nvSpPr>
          <p:cNvPr id="5" name="Text Placeholder 16">
            <a:extLst>
              <a:ext uri="{FF2B5EF4-FFF2-40B4-BE49-F238E27FC236}">
                <a16:creationId xmlns:a16="http://schemas.microsoft.com/office/drawing/2014/main" id="{296D9A24-28BA-F170-CE5D-7A98005351F0}"/>
              </a:ext>
            </a:extLst>
          </p:cNvPr>
          <p:cNvSpPr txBox="1">
            <a:spLocks/>
          </p:cNvSpPr>
          <p:nvPr/>
        </p:nvSpPr>
        <p:spPr>
          <a:xfrm>
            <a:off x="1844086" y="5754279"/>
            <a:ext cx="1847062"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a:solidFill>
                  <a:schemeClr val="bg1">
                    <a:lumMod val="50000"/>
                  </a:schemeClr>
                </a:solidFill>
                <a:latin typeface="+mn-lt"/>
              </a:rPr>
              <a:t>RCS Paris 844 224 881</a:t>
            </a:r>
          </a:p>
          <a:p>
            <a:pPr rtl="0"/>
            <a:r>
              <a:rPr lang="fr-FR" sz="900">
                <a:solidFill>
                  <a:schemeClr val="bg1">
                    <a:lumMod val="50000"/>
                  </a:schemeClr>
                </a:solidFill>
                <a:latin typeface="+mn-lt"/>
              </a:rPr>
              <a:t>APE 7022 Z</a:t>
            </a:r>
          </a:p>
          <a:p>
            <a:pPr rtl="0"/>
            <a:r>
              <a:rPr lang="fr-FR" sz="900">
                <a:solidFill>
                  <a:schemeClr val="bg1">
                    <a:lumMod val="50000"/>
                  </a:schemeClr>
                </a:solidFill>
                <a:latin typeface="+mn-lt"/>
              </a:rPr>
              <a:t>SAS au capital de 100 000 €</a:t>
            </a:r>
          </a:p>
        </p:txBody>
      </p:sp>
      <p:sp>
        <p:nvSpPr>
          <p:cNvPr id="8" name="Titre 7">
            <a:extLst>
              <a:ext uri="{FF2B5EF4-FFF2-40B4-BE49-F238E27FC236}">
                <a16:creationId xmlns:a16="http://schemas.microsoft.com/office/drawing/2014/main" id="{4F19F6FB-6C20-D474-9918-2BEDD82DC9C2}"/>
              </a:ext>
            </a:extLst>
          </p:cNvPr>
          <p:cNvSpPr>
            <a:spLocks noGrp="1"/>
          </p:cNvSpPr>
          <p:nvPr>
            <p:ph type="title"/>
          </p:nvPr>
        </p:nvSpPr>
        <p:spPr>
          <a:xfrm>
            <a:off x="380998" y="2473965"/>
            <a:ext cx="11430002" cy="694800"/>
          </a:xfrm>
        </p:spPr>
        <p:txBody>
          <a:bodyPr vert="horz"/>
          <a:lstStyle>
            <a:lvl1pPr marL="0" algn="ctr" defTabSz="914400" rtl="0" eaLnBrk="1" latinLnBrk="0" hangingPunct="1">
              <a:defRPr lang="fr-FR" sz="2000" b="1" kern="1200" dirty="0">
                <a:solidFill>
                  <a:schemeClr val="tx1"/>
                </a:solidFill>
                <a:latin typeface="+mn-lt"/>
                <a:ea typeface="+mn-ea"/>
                <a:cs typeface="+mn-cs"/>
              </a:defRPr>
            </a:lvl1pPr>
          </a:lstStyle>
          <a:p>
            <a:r>
              <a:rPr lang="fr-FR"/>
              <a:t>Modifiez le style du titre</a:t>
            </a:r>
          </a:p>
        </p:txBody>
      </p:sp>
      <p:sp>
        <p:nvSpPr>
          <p:cNvPr id="9" name="Espace réservé du pied de page 50">
            <a:extLst>
              <a:ext uri="{FF2B5EF4-FFF2-40B4-BE49-F238E27FC236}">
                <a16:creationId xmlns:a16="http://schemas.microsoft.com/office/drawing/2014/main" id="{733E0ACB-D5D5-59BF-42BE-573460770651}"/>
              </a:ext>
            </a:extLst>
          </p:cNvPr>
          <p:cNvSpPr>
            <a:spLocks noGrp="1"/>
          </p:cNvSpPr>
          <p:nvPr>
            <p:ph type="ftr" sz="quarter" idx="31"/>
          </p:nvPr>
        </p:nvSpPr>
        <p:spPr>
          <a:xfrm>
            <a:off x="1920021" y="6340475"/>
            <a:ext cx="8351958" cy="365125"/>
          </a:xfrm>
        </p:spPr>
        <p:txBody>
          <a:bodyPr/>
          <a:lstStyle>
            <a:lvl1pPr algn="ctr" rtl="0">
              <a:defRPr/>
            </a:lvl1pPr>
          </a:lstStyle>
          <a:p>
            <a:r>
              <a:rPr lang="fr-FR"/>
              <a:t>AMITA CONSEIL</a:t>
            </a:r>
          </a:p>
        </p:txBody>
      </p:sp>
      <p:sp>
        <p:nvSpPr>
          <p:cNvPr id="14" name="Text Placeholder 16">
            <a:extLst>
              <a:ext uri="{FF2B5EF4-FFF2-40B4-BE49-F238E27FC236}">
                <a16:creationId xmlns:a16="http://schemas.microsoft.com/office/drawing/2014/main" id="{4015D164-67AF-110B-1EB8-478D066B7517}"/>
              </a:ext>
            </a:extLst>
          </p:cNvPr>
          <p:cNvSpPr txBox="1">
            <a:spLocks/>
          </p:cNvSpPr>
          <p:nvPr/>
        </p:nvSpPr>
        <p:spPr>
          <a:xfrm>
            <a:off x="3758507" y="5754279"/>
            <a:ext cx="1568745"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b="1">
                <a:solidFill>
                  <a:schemeClr val="bg1">
                    <a:lumMod val="50000"/>
                  </a:schemeClr>
                </a:solidFill>
                <a:latin typeface="+mn-lt"/>
              </a:rPr>
              <a:t>PARIS</a:t>
            </a:r>
          </a:p>
          <a:p>
            <a:pPr rtl="0"/>
            <a:r>
              <a:rPr lang="fr-FR" sz="900">
                <a:solidFill>
                  <a:schemeClr val="bg1">
                    <a:lumMod val="50000"/>
                  </a:schemeClr>
                </a:solidFill>
                <a:latin typeface="+mn-lt"/>
              </a:rPr>
              <a:t>16 Rue Auber</a:t>
            </a:r>
          </a:p>
          <a:p>
            <a:pPr rtl="0"/>
            <a:r>
              <a:rPr lang="fr-FR" sz="900">
                <a:solidFill>
                  <a:schemeClr val="bg1">
                    <a:lumMod val="50000"/>
                  </a:schemeClr>
                </a:solidFill>
                <a:latin typeface="+mn-lt"/>
              </a:rPr>
              <a:t>75009 Paris</a:t>
            </a:r>
          </a:p>
        </p:txBody>
      </p:sp>
      <p:sp>
        <p:nvSpPr>
          <p:cNvPr id="15" name="Text Placeholder 16">
            <a:extLst>
              <a:ext uri="{FF2B5EF4-FFF2-40B4-BE49-F238E27FC236}">
                <a16:creationId xmlns:a16="http://schemas.microsoft.com/office/drawing/2014/main" id="{B8ADC259-7B80-9FBE-FD57-958EB94EE659}"/>
              </a:ext>
            </a:extLst>
          </p:cNvPr>
          <p:cNvSpPr txBox="1">
            <a:spLocks/>
          </p:cNvSpPr>
          <p:nvPr/>
        </p:nvSpPr>
        <p:spPr>
          <a:xfrm>
            <a:off x="5334375" y="5754279"/>
            <a:ext cx="1568745"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b="1">
                <a:solidFill>
                  <a:schemeClr val="bg1">
                    <a:lumMod val="50000"/>
                  </a:schemeClr>
                </a:solidFill>
                <a:latin typeface="+mn-lt"/>
              </a:rPr>
              <a:t>NIORT</a:t>
            </a:r>
          </a:p>
          <a:p>
            <a:pPr rtl="0"/>
            <a:r>
              <a:rPr lang="fr-FR" sz="900">
                <a:solidFill>
                  <a:schemeClr val="bg1">
                    <a:lumMod val="50000"/>
                  </a:schemeClr>
                </a:solidFill>
                <a:latin typeface="+mn-lt"/>
              </a:rPr>
              <a:t>103 Avenue de Paris</a:t>
            </a:r>
          </a:p>
          <a:p>
            <a:pPr rtl="0"/>
            <a:r>
              <a:rPr lang="fr-FR" sz="900">
                <a:solidFill>
                  <a:schemeClr val="bg1">
                    <a:lumMod val="50000"/>
                  </a:schemeClr>
                </a:solidFill>
                <a:latin typeface="+mn-lt"/>
              </a:rPr>
              <a:t>79000 Niort</a:t>
            </a:r>
          </a:p>
        </p:txBody>
      </p:sp>
      <p:sp>
        <p:nvSpPr>
          <p:cNvPr id="16" name="Text Placeholder 16">
            <a:extLst>
              <a:ext uri="{FF2B5EF4-FFF2-40B4-BE49-F238E27FC236}">
                <a16:creationId xmlns:a16="http://schemas.microsoft.com/office/drawing/2014/main" id="{E0C088F5-249F-102E-09F8-5FB90B2D71BA}"/>
              </a:ext>
            </a:extLst>
          </p:cNvPr>
          <p:cNvSpPr txBox="1">
            <a:spLocks/>
          </p:cNvSpPr>
          <p:nvPr/>
        </p:nvSpPr>
        <p:spPr>
          <a:xfrm>
            <a:off x="6910244" y="5754279"/>
            <a:ext cx="1568745"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b="1">
                <a:solidFill>
                  <a:schemeClr val="bg1">
                    <a:lumMod val="50000"/>
                  </a:schemeClr>
                </a:solidFill>
                <a:latin typeface="+mn-lt"/>
              </a:rPr>
              <a:t>NANTES</a:t>
            </a:r>
          </a:p>
          <a:p>
            <a:pPr rtl="0"/>
            <a:r>
              <a:rPr lang="fr-FR" sz="900">
                <a:solidFill>
                  <a:schemeClr val="bg1">
                    <a:lumMod val="50000"/>
                  </a:schemeClr>
                </a:solidFill>
                <a:latin typeface="+mn-lt"/>
              </a:rPr>
              <a:t>17 Boulevard de Berlin</a:t>
            </a:r>
          </a:p>
          <a:p>
            <a:pPr rtl="0"/>
            <a:r>
              <a:rPr lang="fr-FR" sz="900">
                <a:solidFill>
                  <a:schemeClr val="bg1">
                    <a:lumMod val="50000"/>
                  </a:schemeClr>
                </a:solidFill>
                <a:latin typeface="+mn-lt"/>
              </a:rPr>
              <a:t>44000 Nantes</a:t>
            </a:r>
          </a:p>
        </p:txBody>
      </p:sp>
      <p:sp>
        <p:nvSpPr>
          <p:cNvPr id="17" name="Espace réservé du numéro de diapositive 3">
            <a:extLst>
              <a:ext uri="{FF2B5EF4-FFF2-40B4-BE49-F238E27FC236}">
                <a16:creationId xmlns:a16="http://schemas.microsoft.com/office/drawing/2014/main" id="{9E4CC770-9A02-5703-AA66-43EAB8B3510C}"/>
              </a:ext>
            </a:extLst>
          </p:cNvPr>
          <p:cNvSpPr>
            <a:spLocks noGrp="1"/>
          </p:cNvSpPr>
          <p:nvPr>
            <p:ph type="sldNum" sz="quarter" idx="32"/>
          </p:nvPr>
        </p:nvSpPr>
        <p:spPr>
          <a:xfrm>
            <a:off x="380995" y="6340475"/>
            <a:ext cx="362086" cy="360001"/>
          </a:xfrm>
        </p:spPr>
        <p:txBody>
          <a:bodyPr vert="horz" lIns="91440" tIns="45720" rIns="91440" bIns="45720" rtlCol="0" anchor="ctr"/>
          <a:lstStyle>
            <a:lvl1pPr rtl="0">
              <a:defRPr lang="fr-FR" smtClean="0"/>
            </a:lvl1pPr>
          </a:lstStyle>
          <a:p>
            <a:fld id="{BD9892E7-E91F-405F-A6AB-FE5AB3285265}" type="slidenum">
              <a:rPr lang="fr-FR" smtClean="0"/>
              <a:pPr/>
              <a:t>‹N°›</a:t>
            </a:fld>
            <a:endParaRPr lang="fr-FR"/>
          </a:p>
        </p:txBody>
      </p:sp>
      <p:sp>
        <p:nvSpPr>
          <p:cNvPr id="19" name="Espace réservé de la date 10">
            <a:extLst>
              <a:ext uri="{FF2B5EF4-FFF2-40B4-BE49-F238E27FC236}">
                <a16:creationId xmlns:a16="http://schemas.microsoft.com/office/drawing/2014/main" id="{1F098B08-9DB9-0E9F-0651-539F4FE4C7E0}"/>
              </a:ext>
            </a:extLst>
          </p:cNvPr>
          <p:cNvSpPr>
            <a:spLocks noGrp="1"/>
          </p:cNvSpPr>
          <p:nvPr>
            <p:ph type="dt" sz="half" idx="2"/>
          </p:nvPr>
        </p:nvSpPr>
        <p:spPr>
          <a:xfrm>
            <a:off x="743081" y="6340475"/>
            <a:ext cx="1176940"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C3A00B2B-991D-40B7-9911-432FF4699D27}" type="datetime1">
              <a:rPr lang="fr-FR" smtClean="0"/>
              <a:t>27/03/2025</a:t>
            </a:fld>
            <a:endParaRPr lang="fr-FR"/>
          </a:p>
        </p:txBody>
      </p:sp>
    </p:spTree>
    <p:extLst>
      <p:ext uri="{BB962C8B-B14F-4D97-AF65-F5344CB8AC3E}">
        <p14:creationId xmlns:p14="http://schemas.microsoft.com/office/powerpoint/2010/main" val="4028927458"/>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oleObject" Target="../embeddings/oleObject1.bin"/><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3.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B068B94B-670C-F133-CB86-3E259DD20AD6}"/>
              </a:ext>
            </a:extLst>
          </p:cNvPr>
          <p:cNvGraphicFramePr>
            <a:graphicFrameLocks noChangeAspect="1"/>
          </p:cNvGraphicFramePr>
          <p:nvPr>
            <p:custDataLst>
              <p:tags r:id="rId20"/>
            </p:custDataLst>
            <p:extLst>
              <p:ext uri="{D42A27DB-BD31-4B8C-83A1-F6EECF244321}">
                <p14:modId xmlns:p14="http://schemas.microsoft.com/office/powerpoint/2010/main" val="34992188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21" imgW="359" imgH="360" progId="TCLayout.ActiveDocument.1">
                  <p:embed/>
                </p:oleObj>
              </mc:Choice>
              <mc:Fallback>
                <p:oleObj name="Diapositive think-cell" r:id="rId21" imgW="359" imgH="360" progId="TCLayout.ActiveDocument.1">
                  <p:embed/>
                  <p:pic>
                    <p:nvPicPr>
                      <p:cNvPr id="9" name="Objet 8" hidden="1">
                        <a:extLst>
                          <a:ext uri="{FF2B5EF4-FFF2-40B4-BE49-F238E27FC236}">
                            <a16:creationId xmlns:a16="http://schemas.microsoft.com/office/drawing/2014/main" id="{B068B94B-670C-F133-CB86-3E259DD20AD6}"/>
                          </a:ext>
                        </a:extLst>
                      </p:cNvPr>
                      <p:cNvPicPr/>
                      <p:nvPr/>
                    </p:nvPicPr>
                    <p:blipFill>
                      <a:blip r:embed="rId22"/>
                      <a:stretch>
                        <a:fillRect/>
                      </a:stretch>
                    </p:blipFill>
                    <p:spPr>
                      <a:xfrm>
                        <a:off x="1588" y="1588"/>
                        <a:ext cx="1588" cy="1588"/>
                      </a:xfrm>
                      <a:prstGeom prst="rect">
                        <a:avLst/>
                      </a:prstGeom>
                    </p:spPr>
                  </p:pic>
                </p:oleObj>
              </mc:Fallback>
            </mc:AlternateContent>
          </a:graphicData>
        </a:graphic>
      </p:graphicFrame>
      <p:sp>
        <p:nvSpPr>
          <p:cNvPr id="2" name="Espace réservé du titre 1">
            <a:extLst>
              <a:ext uri="{FF2B5EF4-FFF2-40B4-BE49-F238E27FC236}">
                <a16:creationId xmlns:a16="http://schemas.microsoft.com/office/drawing/2014/main" id="{D2AD48E1-B2D6-0FB1-1BBC-D92CA4BA4FD6}"/>
              </a:ext>
            </a:extLst>
          </p:cNvPr>
          <p:cNvSpPr>
            <a:spLocks noGrp="1"/>
          </p:cNvSpPr>
          <p:nvPr>
            <p:ph type="title"/>
          </p:nvPr>
        </p:nvSpPr>
        <p:spPr>
          <a:xfrm>
            <a:off x="380998" y="485693"/>
            <a:ext cx="11430002" cy="694800"/>
          </a:xfrm>
          <a:prstGeom prst="rect">
            <a:avLst/>
          </a:prstGeom>
        </p:spPr>
        <p:txBody>
          <a:bodyPr vert="horz" lIns="91440" tIns="45720" rIns="91440" bIns="45720" rtlCol="0" anchor="ctr">
            <a:noAutofit/>
          </a:bodyPr>
          <a:lstStyle/>
          <a:p>
            <a:r>
              <a:rPr lang="fr-FR"/>
              <a:t>TITRE</a:t>
            </a:r>
          </a:p>
        </p:txBody>
      </p:sp>
      <p:sp>
        <p:nvSpPr>
          <p:cNvPr id="3" name="Espace réservé du texte 2">
            <a:extLst>
              <a:ext uri="{FF2B5EF4-FFF2-40B4-BE49-F238E27FC236}">
                <a16:creationId xmlns:a16="http://schemas.microsoft.com/office/drawing/2014/main" id="{80ECA95B-165B-9DA2-D8F5-BC9BCA12C9BB}"/>
              </a:ext>
            </a:extLst>
          </p:cNvPr>
          <p:cNvSpPr>
            <a:spLocks noGrp="1"/>
          </p:cNvSpPr>
          <p:nvPr>
            <p:ph type="body" idx="1"/>
          </p:nvPr>
        </p:nvSpPr>
        <p:spPr>
          <a:xfrm>
            <a:off x="380997" y="1983600"/>
            <a:ext cx="11430003" cy="4194000"/>
          </a:xfrm>
          <a:prstGeom prst="rect">
            <a:avLst/>
          </a:prstGeom>
        </p:spPr>
        <p:txBody>
          <a:bodyPr vert="horz" lIns="91440" tIns="45720" rIns="91440" bIns="45720" rtlCol="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a:p>
            <a:pPr lvl="5"/>
            <a:r>
              <a:rPr lang="fr-FR"/>
              <a:t>Sixième niveau</a:t>
            </a:r>
          </a:p>
        </p:txBody>
      </p:sp>
      <p:sp>
        <p:nvSpPr>
          <p:cNvPr id="5" name="Espace réservé du pied de page 4">
            <a:extLst>
              <a:ext uri="{FF2B5EF4-FFF2-40B4-BE49-F238E27FC236}">
                <a16:creationId xmlns:a16="http://schemas.microsoft.com/office/drawing/2014/main" id="{FDA6FC88-E0F2-E7D8-A6EE-622B5540EFF6}"/>
              </a:ext>
            </a:extLst>
          </p:cNvPr>
          <p:cNvSpPr>
            <a:spLocks noGrp="1"/>
          </p:cNvSpPr>
          <p:nvPr>
            <p:ph type="ftr" sz="quarter" idx="3"/>
          </p:nvPr>
        </p:nvSpPr>
        <p:spPr>
          <a:xfrm>
            <a:off x="1570426" y="6340475"/>
            <a:ext cx="7669039" cy="365125"/>
          </a:xfrm>
          <a:prstGeom prst="rect">
            <a:avLst/>
          </a:prstGeom>
        </p:spPr>
        <p:txBody>
          <a:bodyPr vert="horz" lIns="91440" tIns="45720" rIns="91440" bIns="45720" rtlCol="0" anchor="ctr"/>
          <a:lstStyle>
            <a:lvl1pPr marL="0" algn="l" defTabSz="914400" rtl="0" eaLnBrk="1" latinLnBrk="0" hangingPunct="1">
              <a:defRPr lang="fr-FR" sz="700" kern="1200" cap="all" baseline="0">
                <a:solidFill>
                  <a:schemeClr val="bg1">
                    <a:lumMod val="50000"/>
                  </a:schemeClr>
                </a:solidFill>
                <a:latin typeface="+mn-lt"/>
                <a:ea typeface="+mn-ea"/>
                <a:cs typeface="+mn-cs"/>
              </a:defRPr>
            </a:lvl1pPr>
          </a:lstStyle>
          <a:p>
            <a:r>
              <a:rPr lang="fr-FR"/>
              <a:t>AMITA CONSEIL</a:t>
            </a:r>
          </a:p>
        </p:txBody>
      </p:sp>
      <p:sp>
        <p:nvSpPr>
          <p:cNvPr id="6" name="Espace réservé du numéro de diapositive 5">
            <a:extLst>
              <a:ext uri="{FF2B5EF4-FFF2-40B4-BE49-F238E27FC236}">
                <a16:creationId xmlns:a16="http://schemas.microsoft.com/office/drawing/2014/main" id="{8165DD3F-8A0A-C37D-6F0C-0CD7DA21FABB}"/>
              </a:ext>
            </a:extLst>
          </p:cNvPr>
          <p:cNvSpPr>
            <a:spLocks noGrp="1"/>
          </p:cNvSpPr>
          <p:nvPr>
            <p:ph type="sldNum" sz="quarter" idx="4"/>
          </p:nvPr>
        </p:nvSpPr>
        <p:spPr>
          <a:xfrm>
            <a:off x="380997" y="6340475"/>
            <a:ext cx="362084" cy="365125"/>
          </a:xfrm>
          <a:prstGeom prst="rect">
            <a:avLst/>
          </a:prstGeom>
        </p:spPr>
        <p:txBody>
          <a:bodyPr vert="horz" lIns="91440" tIns="45720" rIns="91440" bIns="45720" rtlCol="0" anchor="ctr"/>
          <a:lstStyle>
            <a:lvl1pPr marL="0" algn="r" defTabSz="914400" rtl="0" eaLnBrk="1" latinLnBrk="0" hangingPunct="1">
              <a:defRPr kumimoji="0" lang="fr-FR" sz="700" b="0" i="0" u="none" strike="noStrike" kern="1200" cap="none" spc="0" normalizeH="0" baseline="0" smtClean="0">
                <a:ln>
                  <a:noFill/>
                </a:ln>
                <a:solidFill>
                  <a:schemeClr val="bg1">
                    <a:lumMod val="50000"/>
                  </a:schemeClr>
                </a:solidFill>
                <a:effectLst/>
                <a:uLnTx/>
                <a:uFillTx/>
                <a:latin typeface="+mn-lt"/>
                <a:ea typeface="+mn-ea"/>
                <a:cs typeface="+mn-cs"/>
              </a:defRPr>
            </a:lvl1pPr>
          </a:lstStyle>
          <a:p>
            <a:fld id="{BD9892E7-E91F-405F-A6AB-FE5AB3285265}" type="slidenum">
              <a:rPr lang="fr-FR" smtClean="0"/>
              <a:pPr/>
              <a:t>‹N°›</a:t>
            </a:fld>
            <a:endParaRPr lang="fr-FR"/>
          </a:p>
        </p:txBody>
      </p:sp>
      <p:sp>
        <p:nvSpPr>
          <p:cNvPr id="8" name="ZoneTexte 7">
            <a:extLst>
              <a:ext uri="{FF2B5EF4-FFF2-40B4-BE49-F238E27FC236}">
                <a16:creationId xmlns:a16="http://schemas.microsoft.com/office/drawing/2014/main" id="{61775F55-D649-105E-BB88-44CDE1F10776}"/>
              </a:ext>
            </a:extLst>
          </p:cNvPr>
          <p:cNvSpPr txBox="1"/>
          <p:nvPr/>
        </p:nvSpPr>
        <p:spPr>
          <a:xfrm>
            <a:off x="9239464" y="6340476"/>
            <a:ext cx="1382110" cy="365124"/>
          </a:xfrm>
          <a:prstGeom prst="rect">
            <a:avLst/>
          </a:prstGeom>
          <a:noFill/>
        </p:spPr>
        <p:txBody>
          <a:bodyPr wrap="none" rtlCol="0" anchor="ctr">
            <a:noAutofit/>
          </a:bodyPr>
          <a:lstStyle/>
          <a:p>
            <a:pPr algn="ctr" rtl="0"/>
            <a:r>
              <a:rPr lang="fr-FR" sz="700">
                <a:solidFill>
                  <a:schemeClr val="bg1">
                    <a:lumMod val="50000"/>
                  </a:schemeClr>
                </a:solidFill>
                <a:latin typeface="+mn-lt"/>
              </a:rPr>
              <a:t>DOCUMENT CONFIDENTIEL</a:t>
            </a:r>
          </a:p>
        </p:txBody>
      </p:sp>
      <p:pic>
        <p:nvPicPr>
          <p:cNvPr id="10" name="Espace réservé du contenu 19">
            <a:extLst>
              <a:ext uri="{FF2B5EF4-FFF2-40B4-BE49-F238E27FC236}">
                <a16:creationId xmlns:a16="http://schemas.microsoft.com/office/drawing/2014/main" id="{21E15E84-437F-13B1-07E8-D06B251E45C1}"/>
              </a:ext>
            </a:extLst>
          </p:cNvPr>
          <p:cNvPicPr>
            <a:picLocks noChangeAspect="1"/>
          </p:cNvPicPr>
          <p:nvPr/>
        </p:nvPicPr>
        <p:blipFill>
          <a:blip r:embed="rId23">
            <a:extLst>
              <a:ext uri="{96DAC541-7B7A-43D3-8B79-37D633B846F1}">
                <asvg:svgBlip xmlns:asvg="http://schemas.microsoft.com/office/drawing/2016/SVG/main" r:embed="rId24"/>
              </a:ext>
            </a:extLst>
          </a:blip>
          <a:srcRect/>
          <a:stretch/>
        </p:blipFill>
        <p:spPr>
          <a:xfrm>
            <a:off x="10570881" y="6251120"/>
            <a:ext cx="1346895" cy="605929"/>
          </a:xfrm>
          <a:prstGeom prst="rect">
            <a:avLst/>
          </a:prstGeom>
        </p:spPr>
      </p:pic>
      <p:sp>
        <p:nvSpPr>
          <p:cNvPr id="7" name="Triangle isocèle 6">
            <a:extLst>
              <a:ext uri="{FF2B5EF4-FFF2-40B4-BE49-F238E27FC236}">
                <a16:creationId xmlns:a16="http://schemas.microsoft.com/office/drawing/2014/main" id="{89A10469-81FC-EB5E-ED6E-7AE4FBED36E8}"/>
              </a:ext>
            </a:extLst>
          </p:cNvPr>
          <p:cNvSpPr/>
          <p:nvPr/>
        </p:nvSpPr>
        <p:spPr>
          <a:xfrm rot="15131171">
            <a:off x="75423" y="142623"/>
            <a:ext cx="378055" cy="325910"/>
          </a:xfrm>
          <a:prstGeom prst="triangle">
            <a:avLst/>
          </a:prstGeom>
          <a:solidFill>
            <a:srgbClr val="1AC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11" name="Espace réservé de la date 10">
            <a:extLst>
              <a:ext uri="{FF2B5EF4-FFF2-40B4-BE49-F238E27FC236}">
                <a16:creationId xmlns:a16="http://schemas.microsoft.com/office/drawing/2014/main" id="{0C7D9D68-6C57-3DD6-C000-3F9EEBEA0355}"/>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99CA19EF-D4BE-4F92-9509-E047DF919FAE}" type="datetime1">
              <a:rPr lang="fr-FR" smtClean="0"/>
              <a:t>27/03/2025</a:t>
            </a:fld>
            <a:endParaRPr lang="fr-FR"/>
          </a:p>
        </p:txBody>
      </p:sp>
    </p:spTree>
    <p:extLst>
      <p:ext uri="{BB962C8B-B14F-4D97-AF65-F5344CB8AC3E}">
        <p14:creationId xmlns:p14="http://schemas.microsoft.com/office/powerpoint/2010/main" val="2700797077"/>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 id="2147483773" r:id="rId15"/>
    <p:sldLayoutId id="2147483774" r:id="rId16"/>
    <p:sldLayoutId id="2147483775" r:id="rId17"/>
    <p:sldLayoutId id="2147483776" r:id="rId18"/>
  </p:sldLayoutIdLst>
  <p:hf hdr="0"/>
  <p:txStyles>
    <p:titleStyle>
      <a:lvl1pPr algn="l" defTabSz="914400" rtl="0" eaLnBrk="1" latinLnBrk="0" hangingPunct="1">
        <a:lnSpc>
          <a:spcPct val="100000"/>
        </a:lnSpc>
        <a:spcBef>
          <a:spcPct val="0"/>
        </a:spcBef>
        <a:buNone/>
        <a:defRPr lang="fr-FR" sz="2400" kern="1200" cap="all" baseline="0" dirty="0">
          <a:solidFill>
            <a:schemeClr val="tx1"/>
          </a:solidFill>
          <a:latin typeface="+mj-lt"/>
          <a:ea typeface="+mj-ea"/>
          <a:cs typeface="+mj-cs"/>
        </a:defRPr>
      </a:lvl1pPr>
    </p:titleStyle>
    <p:bodyStyle>
      <a:lvl1pPr marL="171450" indent="-171450" algn="l" defTabSz="914400" rtl="0" eaLnBrk="1" latinLnBrk="0" hangingPunct="1">
        <a:lnSpc>
          <a:spcPct val="100000"/>
        </a:lnSpc>
        <a:spcBef>
          <a:spcPts val="600"/>
        </a:spcBef>
        <a:spcAft>
          <a:spcPts val="400"/>
        </a:spcAft>
        <a:buClr>
          <a:schemeClr val="tx2"/>
        </a:buClr>
        <a:buFont typeface="Arial" panose="020B0604020202020204" pitchFamily="34" charset="0"/>
        <a:buChar char="•"/>
        <a:defRPr sz="1200" kern="1200">
          <a:solidFill>
            <a:schemeClr val="tx1"/>
          </a:solidFill>
          <a:latin typeface="+mn-lt"/>
          <a:ea typeface="+mn-ea"/>
          <a:cs typeface="+mn-cs"/>
        </a:defRPr>
      </a:lvl1pPr>
      <a:lvl2pPr marL="541338" indent="-228600" algn="l" defTabSz="914400" rtl="0" eaLnBrk="1" latinLnBrk="0" hangingPunct="1">
        <a:lnSpc>
          <a:spcPct val="100000"/>
        </a:lnSpc>
        <a:spcBef>
          <a:spcPts val="600"/>
        </a:spcBef>
        <a:spcAft>
          <a:spcPts val="400"/>
        </a:spcAft>
        <a:buClr>
          <a:schemeClr val="tx2"/>
        </a:buClr>
        <a:buSzPct val="110000"/>
        <a:buFont typeface="Arial" panose="020B0604020202020204" pitchFamily="34" charset="0"/>
        <a:buChar char="•"/>
        <a:defRPr lang="fr-FR" sz="1100" b="0" kern="1200" dirty="0">
          <a:solidFill>
            <a:schemeClr val="tx1"/>
          </a:solidFill>
          <a:latin typeface="+mn-lt"/>
          <a:ea typeface="+mn-ea"/>
          <a:cs typeface="+mn-cs"/>
        </a:defRPr>
      </a:lvl2pPr>
      <a:lvl3pPr marL="896938" indent="-228600" algn="l" defTabSz="914400" rtl="0" eaLnBrk="1" latinLnBrk="0" hangingPunct="1">
        <a:lnSpc>
          <a:spcPct val="100000"/>
        </a:lnSpc>
        <a:spcBef>
          <a:spcPts val="600"/>
        </a:spcBef>
        <a:spcAft>
          <a:spcPts val="400"/>
        </a:spcAft>
        <a:buClr>
          <a:schemeClr val="tx2"/>
        </a:buClr>
        <a:buFont typeface="Arial" panose="020B0604020202020204" pitchFamily="34" charset="0"/>
        <a:buChar char="•"/>
        <a:defRPr sz="1050" kern="1200">
          <a:solidFill>
            <a:schemeClr val="tx1"/>
          </a:solidFill>
          <a:latin typeface="+mn-lt"/>
          <a:ea typeface="+mn-ea"/>
          <a:cs typeface="+mn-cs"/>
        </a:defRPr>
      </a:lvl3pPr>
      <a:lvl4pPr marL="1162050" indent="-228600" algn="l" defTabSz="914400" rtl="0" eaLnBrk="1" latinLnBrk="0" hangingPunct="1">
        <a:lnSpc>
          <a:spcPct val="100000"/>
        </a:lnSpc>
        <a:spcBef>
          <a:spcPts val="600"/>
        </a:spcBef>
        <a:spcAft>
          <a:spcPts val="400"/>
        </a:spcAft>
        <a:buClr>
          <a:schemeClr val="tx2"/>
        </a:buClr>
        <a:buFont typeface="Arial" panose="020B0604020202020204" pitchFamily="34" charset="0"/>
        <a:buChar char="•"/>
        <a:defRPr sz="1000" kern="1200">
          <a:solidFill>
            <a:schemeClr val="tx1"/>
          </a:solidFill>
          <a:latin typeface="+mn-lt"/>
          <a:ea typeface="+mn-ea"/>
          <a:cs typeface="+mn-cs"/>
        </a:defRPr>
      </a:lvl4pPr>
      <a:lvl5pPr marL="1616075" indent="-228600" algn="l" defTabSz="914400" rtl="0" eaLnBrk="1" latinLnBrk="0" hangingPunct="1">
        <a:lnSpc>
          <a:spcPct val="100000"/>
        </a:lnSpc>
        <a:spcBef>
          <a:spcPts val="600"/>
        </a:spcBef>
        <a:spcAft>
          <a:spcPts val="400"/>
        </a:spcAft>
        <a:buClr>
          <a:schemeClr val="tx2"/>
        </a:buClr>
        <a:buFont typeface="Arial" panose="020B0604020202020204" pitchFamily="34" charset="0"/>
        <a:buChar char="•"/>
        <a:defRPr sz="900" kern="1200">
          <a:solidFill>
            <a:schemeClr val="tx1"/>
          </a:solidFill>
          <a:latin typeface="+mn-lt"/>
          <a:ea typeface="+mn-ea"/>
          <a:cs typeface="+mn-cs"/>
        </a:defRPr>
      </a:lvl5pPr>
      <a:lvl6pPr marL="2065338" indent="-228600" algn="l" defTabSz="914400" rtl="0" eaLnBrk="1" latinLnBrk="0" hangingPunct="1">
        <a:lnSpc>
          <a:spcPct val="100000"/>
        </a:lnSpc>
        <a:spcBef>
          <a:spcPts val="600"/>
        </a:spcBef>
        <a:spcAft>
          <a:spcPts val="400"/>
        </a:spcAft>
        <a:buClr>
          <a:schemeClr val="tx2"/>
        </a:buClr>
        <a:buFont typeface="Arial" panose="020B0604020202020204" pitchFamily="34" charset="0"/>
        <a:buChar char="•"/>
        <a:defRPr sz="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98">
          <p15:clr>
            <a:srgbClr val="F26B43"/>
          </p15:clr>
        </p15:guide>
        <p15:guide id="2" pos="7582">
          <p15:clr>
            <a:srgbClr val="F26B43"/>
          </p15:clr>
        </p15:guide>
        <p15:guide id="3" orient="horz" pos="96">
          <p15:clr>
            <a:srgbClr val="F26B43"/>
          </p15:clr>
        </p15:guide>
        <p15:guide id="4" orient="horz" pos="4224">
          <p15:clr>
            <a:srgbClr val="F26B43"/>
          </p15:clr>
        </p15:guide>
        <p15:guide id="5" pos="234">
          <p15:clr>
            <a:srgbClr val="F26B43"/>
          </p15:clr>
        </p15:guide>
        <p15:guide id="6" pos="7446">
          <p15:clr>
            <a:srgbClr val="F26B43"/>
          </p15:clr>
        </p15:guide>
        <p15:guide id="7" orient="horz" pos="1253">
          <p15:clr>
            <a:srgbClr val="F26B43"/>
          </p15:clr>
        </p15:guide>
        <p15:guide id="8" orient="horz" pos="754">
          <p15:clr>
            <a:srgbClr val="F26B43"/>
          </p15:clr>
        </p15:guide>
        <p15:guide id="9" orient="horz" pos="3884">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oleObject" Target="../embeddings/oleObject20.bin"/><Relationship Id="rId7" Type="http://schemas.openxmlformats.org/officeDocument/2006/relationships/image" Target="../media/image17.png"/><Relationship Id="rId2" Type="http://schemas.openxmlformats.org/officeDocument/2006/relationships/slideLayout" Target="../slideLayouts/slideLayout15.xml"/><Relationship Id="rId1" Type="http://schemas.openxmlformats.org/officeDocument/2006/relationships/tags" Target="../tags/tag20.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4.emf"/><Relationship Id="rId9" Type="http://schemas.openxmlformats.org/officeDocument/2006/relationships/image" Target="../media/image19.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5.xml"/><Relationship Id="rId1" Type="http://schemas.openxmlformats.org/officeDocument/2006/relationships/tags" Target="../tags/tag21.xml"/><Relationship Id="rId5" Type="http://schemas.openxmlformats.org/officeDocument/2006/relationships/image" Target="../media/image20.emf"/><Relationship Id="rId4" Type="http://schemas.openxmlformats.org/officeDocument/2006/relationships/oleObject" Target="../embeddings/oleObject21.bin"/></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15.xml"/><Relationship Id="rId1" Type="http://schemas.openxmlformats.org/officeDocument/2006/relationships/tags" Target="../tags/tag2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5.xml"/><Relationship Id="rId1" Type="http://schemas.openxmlformats.org/officeDocument/2006/relationships/tags" Target="../tags/tag23.xml"/><Relationship Id="rId5" Type="http://schemas.openxmlformats.org/officeDocument/2006/relationships/image" Target="../media/image20.emf"/><Relationship Id="rId4" Type="http://schemas.openxmlformats.org/officeDocument/2006/relationships/oleObject" Target="../embeddings/oleObject21.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5E516-6B7A-5752-0AEC-0378A617E9B6}"/>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4401277-41B0-E171-2C86-3D0217B7744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600" imgH="601" progId="TCLayout.ActiveDocument.1">
                  <p:embed/>
                </p:oleObj>
              </mc:Choice>
              <mc:Fallback>
                <p:oleObj name="Diapositive think-cell" r:id="rId3" imgW="600" imgH="601" progId="TCLayout.ActiveDocument.1">
                  <p:embed/>
                  <p:pic>
                    <p:nvPicPr>
                      <p:cNvPr id="5" name="think-cell data - do not delete" hidden="1">
                        <a:extLst>
                          <a:ext uri="{FF2B5EF4-FFF2-40B4-BE49-F238E27FC236}">
                            <a16:creationId xmlns:a16="http://schemas.microsoft.com/office/drawing/2014/main" id="{F4401277-41B0-E171-2C86-3D0217B7744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2" name="Rectangle : coins arrondis 41">
            <a:extLst>
              <a:ext uri="{FF2B5EF4-FFF2-40B4-BE49-F238E27FC236}">
                <a16:creationId xmlns:a16="http://schemas.microsoft.com/office/drawing/2014/main" id="{FCB08978-F8BB-5DFA-35F2-E62FA5CE133B}"/>
              </a:ext>
            </a:extLst>
          </p:cNvPr>
          <p:cNvSpPr/>
          <p:nvPr/>
        </p:nvSpPr>
        <p:spPr>
          <a:xfrm>
            <a:off x="155576" y="491646"/>
            <a:ext cx="4002518" cy="5848828"/>
          </a:xfrm>
          <a:prstGeom prst="roundRect">
            <a:avLst>
              <a:gd name="adj" fmla="val 4261"/>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ysClr val="windowText" lastClr="000000"/>
              </a:solidFill>
            </a:endParaRPr>
          </a:p>
        </p:txBody>
      </p:sp>
      <p:sp>
        <p:nvSpPr>
          <p:cNvPr id="16" name="ZoneTexte 15">
            <a:extLst>
              <a:ext uri="{FF2B5EF4-FFF2-40B4-BE49-F238E27FC236}">
                <a16:creationId xmlns:a16="http://schemas.microsoft.com/office/drawing/2014/main" id="{420076D4-B819-417A-BFE5-4D16BA421578}"/>
              </a:ext>
            </a:extLst>
          </p:cNvPr>
          <p:cNvSpPr txBox="1"/>
          <p:nvPr/>
        </p:nvSpPr>
        <p:spPr>
          <a:xfrm>
            <a:off x="1363319" y="705962"/>
            <a:ext cx="2689966" cy="846386"/>
          </a:xfrm>
          <a:prstGeom prst="rect">
            <a:avLst/>
          </a:prstGeom>
          <a:noFill/>
        </p:spPr>
        <p:txBody>
          <a:bodyPr wrap="square" lIns="91440" tIns="45720" rIns="91440" bIns="45720" rtlCol="0" anchor="t">
            <a:spAutoFit/>
          </a:bodyPr>
          <a:lstStyle/>
          <a:p>
            <a:r>
              <a:rPr lang="fr-FR" sz="2400" cap="all" dirty="0">
                <a:solidFill>
                  <a:schemeClr val="bg1"/>
                </a:solidFill>
                <a:latin typeface="+mj-lt"/>
                <a:ea typeface="+mj-ea"/>
                <a:cs typeface="+mj-cs"/>
              </a:rPr>
              <a:t>SANAE KHIATI</a:t>
            </a:r>
          </a:p>
          <a:p>
            <a:r>
              <a:rPr lang="fr-FR" sz="1600" b="1" dirty="0">
                <a:solidFill>
                  <a:schemeClr val="tx2"/>
                </a:solidFill>
                <a:latin typeface="+mj-lt"/>
              </a:rPr>
              <a:t>CONSULTANTE</a:t>
            </a:r>
            <a:endParaRPr lang="fr-FR" sz="900" b="1" dirty="0">
              <a:solidFill>
                <a:schemeClr val="tx2"/>
              </a:solidFill>
              <a:latin typeface="+mj-lt"/>
            </a:endParaRPr>
          </a:p>
          <a:p>
            <a:r>
              <a:rPr lang="fr-FR" sz="900" b="1" dirty="0">
                <a:solidFill>
                  <a:schemeClr val="tx2"/>
                </a:solidFill>
                <a:latin typeface="+mj-lt"/>
              </a:rPr>
              <a:t>4 ANS D’EXPÉRIENCE</a:t>
            </a:r>
          </a:p>
        </p:txBody>
      </p:sp>
      <p:sp>
        <p:nvSpPr>
          <p:cNvPr id="17" name="ZoneTexte 16">
            <a:extLst>
              <a:ext uri="{FF2B5EF4-FFF2-40B4-BE49-F238E27FC236}">
                <a16:creationId xmlns:a16="http://schemas.microsoft.com/office/drawing/2014/main" id="{4C348E1F-4DDB-78C8-F542-3EB2401B4404}"/>
              </a:ext>
            </a:extLst>
          </p:cNvPr>
          <p:cNvSpPr txBox="1"/>
          <p:nvPr/>
        </p:nvSpPr>
        <p:spPr>
          <a:xfrm>
            <a:off x="4239096" y="705962"/>
            <a:ext cx="7571902" cy="938719"/>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Sanae est une consultante spécialisée en finance de 4 ans d’expérience, avec une maitrise de la gestion de projet et l'analyse financière. Dotée d'une solide expérience en data management, conformité réglementaire et gestion des risques, elle maitrise l’analyse financière et le risque de liquidité et la mise en place de solutions stratégiques. SK allie aisance relationnelle, autonomie et rigueur, garantissant des résultats d'excellence grâce à sa capacité décisionnelle affirmée.</a:t>
            </a:r>
          </a:p>
        </p:txBody>
      </p:sp>
      <p:sp>
        <p:nvSpPr>
          <p:cNvPr id="19" name="Rectangle 18">
            <a:extLst>
              <a:ext uri="{FF2B5EF4-FFF2-40B4-BE49-F238E27FC236}">
                <a16:creationId xmlns:a16="http://schemas.microsoft.com/office/drawing/2014/main" id="{106FA32E-C5A3-B19F-C571-95B23C95E72A}"/>
              </a:ext>
            </a:extLst>
          </p:cNvPr>
          <p:cNvSpPr/>
          <p:nvPr/>
        </p:nvSpPr>
        <p:spPr>
          <a:xfrm>
            <a:off x="368572" y="5288594"/>
            <a:ext cx="3582332" cy="8429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endParaRPr lang="fr-FR" sz="1000" dirty="0">
              <a:solidFill>
                <a:schemeClr val="bg1"/>
              </a:solidFill>
            </a:endParaRPr>
          </a:p>
        </p:txBody>
      </p:sp>
      <p:sp>
        <p:nvSpPr>
          <p:cNvPr id="20" name="Forme libre : forme 19">
            <a:extLst>
              <a:ext uri="{FF2B5EF4-FFF2-40B4-BE49-F238E27FC236}">
                <a16:creationId xmlns:a16="http://schemas.microsoft.com/office/drawing/2014/main" id="{147DF1DD-5EA8-9D5D-5FF5-BF836C5928B4}"/>
              </a:ext>
            </a:extLst>
          </p:cNvPr>
          <p:cNvSpPr/>
          <p:nvPr/>
        </p:nvSpPr>
        <p:spPr>
          <a:xfrm>
            <a:off x="152673" y="3326530"/>
            <a:ext cx="2419514"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 name="connsiteX0" fmla="*/ 2764053 w 5193356"/>
              <a:gd name="connsiteY0" fmla="*/ 0 h 458973"/>
              <a:gd name="connsiteX1" fmla="*/ 4980165 w 5193356"/>
              <a:gd name="connsiteY1" fmla="*/ 9525 h 458973"/>
              <a:gd name="connsiteX2" fmla="*/ 4997252 w 5193356"/>
              <a:gd name="connsiteY2" fmla="*/ 9525 h 458973"/>
              <a:gd name="connsiteX3" fmla="*/ 4997252 w 5193356"/>
              <a:gd name="connsiteY3" fmla="*/ 11341 h 458973"/>
              <a:gd name="connsiteX4" fmla="*/ 5023131 w 5193356"/>
              <a:gd name="connsiteY4" fmla="*/ 14091 h 458973"/>
              <a:gd name="connsiteX5" fmla="*/ 5193356 w 5193356"/>
              <a:gd name="connsiteY5" fmla="*/ 234249 h 458973"/>
              <a:gd name="connsiteX6" fmla="*/ 5023131 w 5193356"/>
              <a:gd name="connsiteY6" fmla="*/ 454408 h 458973"/>
              <a:gd name="connsiteX7" fmla="*/ 4997252 w 5193356"/>
              <a:gd name="connsiteY7" fmla="*/ 457157 h 458973"/>
              <a:gd name="connsiteX8" fmla="*/ 4997252 w 5193356"/>
              <a:gd name="connsiteY8" fmla="*/ 458972 h 458973"/>
              <a:gd name="connsiteX9" fmla="*/ 4980175 w 5193356"/>
              <a:gd name="connsiteY9" fmla="*/ 458972 h 458973"/>
              <a:gd name="connsiteX10" fmla="*/ 4980165 w 5193356"/>
              <a:gd name="connsiteY10" fmla="*/ 458973 h 458973"/>
              <a:gd name="connsiteX11" fmla="*/ 4980156 w 5193356"/>
              <a:gd name="connsiteY11" fmla="*/ 458972 h 458973"/>
              <a:gd name="connsiteX12" fmla="*/ 0 w 5193356"/>
              <a:gd name="connsiteY12" fmla="*/ 458972 h 458973"/>
              <a:gd name="connsiteX13" fmla="*/ 2764053 w 5193356"/>
              <a:gd name="connsiteY13" fmla="*/ 0 h 458973"/>
              <a:gd name="connsiteX0" fmla="*/ 0 w 2429303"/>
              <a:gd name="connsiteY0" fmla="*/ 0 h 458973"/>
              <a:gd name="connsiteX1" fmla="*/ 2216112 w 2429303"/>
              <a:gd name="connsiteY1" fmla="*/ 9525 h 458973"/>
              <a:gd name="connsiteX2" fmla="*/ 2233199 w 2429303"/>
              <a:gd name="connsiteY2" fmla="*/ 9525 h 458973"/>
              <a:gd name="connsiteX3" fmla="*/ 2233199 w 2429303"/>
              <a:gd name="connsiteY3" fmla="*/ 11341 h 458973"/>
              <a:gd name="connsiteX4" fmla="*/ 2259078 w 2429303"/>
              <a:gd name="connsiteY4" fmla="*/ 14091 h 458973"/>
              <a:gd name="connsiteX5" fmla="*/ 2429303 w 2429303"/>
              <a:gd name="connsiteY5" fmla="*/ 234249 h 458973"/>
              <a:gd name="connsiteX6" fmla="*/ 2259078 w 2429303"/>
              <a:gd name="connsiteY6" fmla="*/ 454408 h 458973"/>
              <a:gd name="connsiteX7" fmla="*/ 2233199 w 2429303"/>
              <a:gd name="connsiteY7" fmla="*/ 457157 h 458973"/>
              <a:gd name="connsiteX8" fmla="*/ 2233199 w 2429303"/>
              <a:gd name="connsiteY8" fmla="*/ 458972 h 458973"/>
              <a:gd name="connsiteX9" fmla="*/ 2216122 w 2429303"/>
              <a:gd name="connsiteY9" fmla="*/ 458972 h 458973"/>
              <a:gd name="connsiteX10" fmla="*/ 2216112 w 2429303"/>
              <a:gd name="connsiteY10" fmla="*/ 458973 h 458973"/>
              <a:gd name="connsiteX11" fmla="*/ 2216103 w 2429303"/>
              <a:gd name="connsiteY11" fmla="*/ 458972 h 458973"/>
              <a:gd name="connsiteX12" fmla="*/ 0 w 2429303"/>
              <a:gd name="connsiteY12" fmla="*/ 458972 h 458973"/>
              <a:gd name="connsiteX13" fmla="*/ 0 w 2429303"/>
              <a:gd name="connsiteY13" fmla="*/ 0 h 45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9303" h="458973">
                <a:moveTo>
                  <a:pt x="0" y="0"/>
                </a:moveTo>
                <a:lnTo>
                  <a:pt x="2216112" y="9525"/>
                </a:lnTo>
                <a:lnTo>
                  <a:pt x="2233199" y="9525"/>
                </a:lnTo>
                <a:lnTo>
                  <a:pt x="2233199" y="11341"/>
                </a:lnTo>
                <a:lnTo>
                  <a:pt x="2259078" y="14091"/>
                </a:lnTo>
                <a:cubicBezTo>
                  <a:pt x="2356225" y="35045"/>
                  <a:pt x="2429303" y="125651"/>
                  <a:pt x="2429303" y="234249"/>
                </a:cubicBezTo>
                <a:cubicBezTo>
                  <a:pt x="2429303" y="342847"/>
                  <a:pt x="2356225" y="433453"/>
                  <a:pt x="2259078" y="454408"/>
                </a:cubicBezTo>
                <a:lnTo>
                  <a:pt x="2233199" y="457157"/>
                </a:lnTo>
                <a:lnTo>
                  <a:pt x="2233199" y="458972"/>
                </a:lnTo>
                <a:lnTo>
                  <a:pt x="2216122" y="458972"/>
                </a:lnTo>
                <a:cubicBezTo>
                  <a:pt x="2216119" y="458972"/>
                  <a:pt x="2216115" y="458973"/>
                  <a:pt x="2216112" y="458973"/>
                </a:cubicBezTo>
                <a:cubicBezTo>
                  <a:pt x="2216109" y="458973"/>
                  <a:pt x="2216106" y="458972"/>
                  <a:pt x="2216103" y="458972"/>
                </a:cubicBezTo>
                <a:lnTo>
                  <a:pt x="0" y="458972"/>
                </a:lnTo>
                <a:lnTo>
                  <a:pt x="0" y="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fr-FR" sz="1200" b="1" kern="0">
                <a:solidFill>
                  <a:srgbClr val="353637"/>
                </a:solidFill>
                <a:latin typeface="Arial" panose="020B0604020202020204" pitchFamily="34" charset="0"/>
                <a:cs typeface="Arial" panose="020B0604020202020204" pitchFamily="34" charset="0"/>
              </a:rPr>
              <a:t>COMPÉTENCES</a:t>
            </a:r>
            <a:endParaRPr lang="fr-FR" sz="1600" b="1" kern="0">
              <a:solidFill>
                <a:srgbClr val="353637"/>
              </a:solidFill>
              <a:latin typeface="Arial" panose="020B0604020202020204" pitchFamily="34" charset="0"/>
              <a:cs typeface="Arial" panose="020B0604020202020204" pitchFamily="34" charset="0"/>
            </a:endParaRPr>
          </a:p>
        </p:txBody>
      </p:sp>
      <p:sp>
        <p:nvSpPr>
          <p:cNvPr id="22" name="Forme libre : forme 21">
            <a:extLst>
              <a:ext uri="{FF2B5EF4-FFF2-40B4-BE49-F238E27FC236}">
                <a16:creationId xmlns:a16="http://schemas.microsoft.com/office/drawing/2014/main" id="{8A19E5D6-F0C9-EC32-8538-B362197DD5BE}"/>
              </a:ext>
            </a:extLst>
          </p:cNvPr>
          <p:cNvSpPr/>
          <p:nvPr/>
        </p:nvSpPr>
        <p:spPr>
          <a:xfrm>
            <a:off x="152673" y="4858846"/>
            <a:ext cx="2419514"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 name="connsiteX0" fmla="*/ 2764053 w 5193356"/>
              <a:gd name="connsiteY0" fmla="*/ 0 h 458973"/>
              <a:gd name="connsiteX1" fmla="*/ 4980165 w 5193356"/>
              <a:gd name="connsiteY1" fmla="*/ 9525 h 458973"/>
              <a:gd name="connsiteX2" fmla="*/ 4997252 w 5193356"/>
              <a:gd name="connsiteY2" fmla="*/ 9525 h 458973"/>
              <a:gd name="connsiteX3" fmla="*/ 4997252 w 5193356"/>
              <a:gd name="connsiteY3" fmla="*/ 11341 h 458973"/>
              <a:gd name="connsiteX4" fmla="*/ 5023131 w 5193356"/>
              <a:gd name="connsiteY4" fmla="*/ 14091 h 458973"/>
              <a:gd name="connsiteX5" fmla="*/ 5193356 w 5193356"/>
              <a:gd name="connsiteY5" fmla="*/ 234249 h 458973"/>
              <a:gd name="connsiteX6" fmla="*/ 5023131 w 5193356"/>
              <a:gd name="connsiteY6" fmla="*/ 454408 h 458973"/>
              <a:gd name="connsiteX7" fmla="*/ 4997252 w 5193356"/>
              <a:gd name="connsiteY7" fmla="*/ 457157 h 458973"/>
              <a:gd name="connsiteX8" fmla="*/ 4997252 w 5193356"/>
              <a:gd name="connsiteY8" fmla="*/ 458972 h 458973"/>
              <a:gd name="connsiteX9" fmla="*/ 4980175 w 5193356"/>
              <a:gd name="connsiteY9" fmla="*/ 458972 h 458973"/>
              <a:gd name="connsiteX10" fmla="*/ 4980165 w 5193356"/>
              <a:gd name="connsiteY10" fmla="*/ 458973 h 458973"/>
              <a:gd name="connsiteX11" fmla="*/ 4980156 w 5193356"/>
              <a:gd name="connsiteY11" fmla="*/ 458972 h 458973"/>
              <a:gd name="connsiteX12" fmla="*/ 0 w 5193356"/>
              <a:gd name="connsiteY12" fmla="*/ 458972 h 458973"/>
              <a:gd name="connsiteX13" fmla="*/ 2764053 w 5193356"/>
              <a:gd name="connsiteY13" fmla="*/ 0 h 458973"/>
              <a:gd name="connsiteX0" fmla="*/ 0 w 2429303"/>
              <a:gd name="connsiteY0" fmla="*/ 0 h 458973"/>
              <a:gd name="connsiteX1" fmla="*/ 2216112 w 2429303"/>
              <a:gd name="connsiteY1" fmla="*/ 9525 h 458973"/>
              <a:gd name="connsiteX2" fmla="*/ 2233199 w 2429303"/>
              <a:gd name="connsiteY2" fmla="*/ 9525 h 458973"/>
              <a:gd name="connsiteX3" fmla="*/ 2233199 w 2429303"/>
              <a:gd name="connsiteY3" fmla="*/ 11341 h 458973"/>
              <a:gd name="connsiteX4" fmla="*/ 2259078 w 2429303"/>
              <a:gd name="connsiteY4" fmla="*/ 14091 h 458973"/>
              <a:gd name="connsiteX5" fmla="*/ 2429303 w 2429303"/>
              <a:gd name="connsiteY5" fmla="*/ 234249 h 458973"/>
              <a:gd name="connsiteX6" fmla="*/ 2259078 w 2429303"/>
              <a:gd name="connsiteY6" fmla="*/ 454408 h 458973"/>
              <a:gd name="connsiteX7" fmla="*/ 2233199 w 2429303"/>
              <a:gd name="connsiteY7" fmla="*/ 457157 h 458973"/>
              <a:gd name="connsiteX8" fmla="*/ 2233199 w 2429303"/>
              <a:gd name="connsiteY8" fmla="*/ 458972 h 458973"/>
              <a:gd name="connsiteX9" fmla="*/ 2216122 w 2429303"/>
              <a:gd name="connsiteY9" fmla="*/ 458972 h 458973"/>
              <a:gd name="connsiteX10" fmla="*/ 2216112 w 2429303"/>
              <a:gd name="connsiteY10" fmla="*/ 458973 h 458973"/>
              <a:gd name="connsiteX11" fmla="*/ 2216103 w 2429303"/>
              <a:gd name="connsiteY11" fmla="*/ 458972 h 458973"/>
              <a:gd name="connsiteX12" fmla="*/ 0 w 2429303"/>
              <a:gd name="connsiteY12" fmla="*/ 458972 h 458973"/>
              <a:gd name="connsiteX13" fmla="*/ 0 w 2429303"/>
              <a:gd name="connsiteY13" fmla="*/ 0 h 45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9303" h="458973">
                <a:moveTo>
                  <a:pt x="0" y="0"/>
                </a:moveTo>
                <a:lnTo>
                  <a:pt x="2216112" y="9525"/>
                </a:lnTo>
                <a:lnTo>
                  <a:pt x="2233199" y="9525"/>
                </a:lnTo>
                <a:lnTo>
                  <a:pt x="2233199" y="11341"/>
                </a:lnTo>
                <a:lnTo>
                  <a:pt x="2259078" y="14091"/>
                </a:lnTo>
                <a:cubicBezTo>
                  <a:pt x="2356225" y="35045"/>
                  <a:pt x="2429303" y="125651"/>
                  <a:pt x="2429303" y="234249"/>
                </a:cubicBezTo>
                <a:cubicBezTo>
                  <a:pt x="2429303" y="342847"/>
                  <a:pt x="2356225" y="433453"/>
                  <a:pt x="2259078" y="454408"/>
                </a:cubicBezTo>
                <a:lnTo>
                  <a:pt x="2233199" y="457157"/>
                </a:lnTo>
                <a:lnTo>
                  <a:pt x="2233199" y="458972"/>
                </a:lnTo>
                <a:lnTo>
                  <a:pt x="2216122" y="458972"/>
                </a:lnTo>
                <a:cubicBezTo>
                  <a:pt x="2216119" y="458972"/>
                  <a:pt x="2216115" y="458973"/>
                  <a:pt x="2216112" y="458973"/>
                </a:cubicBezTo>
                <a:cubicBezTo>
                  <a:pt x="2216109" y="458973"/>
                  <a:pt x="2216106" y="458972"/>
                  <a:pt x="2216103" y="458972"/>
                </a:cubicBezTo>
                <a:lnTo>
                  <a:pt x="0" y="458972"/>
                </a:lnTo>
                <a:lnTo>
                  <a:pt x="0" y="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fr-FR" sz="1200" b="1" kern="0">
                <a:solidFill>
                  <a:srgbClr val="353637"/>
                </a:solidFill>
                <a:latin typeface="Arial" panose="020B0604020202020204" pitchFamily="34" charset="0"/>
                <a:cs typeface="Arial" panose="020B0604020202020204" pitchFamily="34" charset="0"/>
              </a:rPr>
              <a:t>OUTILS / MÉTHODES</a:t>
            </a:r>
            <a:endParaRPr lang="fr-FR" sz="1600" b="1" kern="0">
              <a:solidFill>
                <a:srgbClr val="353637"/>
              </a:solidFill>
              <a:latin typeface="Arial" panose="020B0604020202020204" pitchFamily="34" charset="0"/>
              <a:cs typeface="Arial" panose="020B0604020202020204" pitchFamily="34" charset="0"/>
            </a:endParaRPr>
          </a:p>
        </p:txBody>
      </p:sp>
      <p:sp>
        <p:nvSpPr>
          <p:cNvPr id="23" name="Forme libre : forme 22">
            <a:extLst>
              <a:ext uri="{FF2B5EF4-FFF2-40B4-BE49-F238E27FC236}">
                <a16:creationId xmlns:a16="http://schemas.microsoft.com/office/drawing/2014/main" id="{CD85422A-72EF-8255-566D-9A13957F2B94}"/>
              </a:ext>
            </a:extLst>
          </p:cNvPr>
          <p:cNvSpPr/>
          <p:nvPr/>
        </p:nvSpPr>
        <p:spPr>
          <a:xfrm>
            <a:off x="151683" y="1983600"/>
            <a:ext cx="2403792"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 name="connsiteX0" fmla="*/ 2764053 w 5193356"/>
              <a:gd name="connsiteY0" fmla="*/ 0 h 458973"/>
              <a:gd name="connsiteX1" fmla="*/ 4980165 w 5193356"/>
              <a:gd name="connsiteY1" fmla="*/ 9525 h 458973"/>
              <a:gd name="connsiteX2" fmla="*/ 4997252 w 5193356"/>
              <a:gd name="connsiteY2" fmla="*/ 9525 h 458973"/>
              <a:gd name="connsiteX3" fmla="*/ 4997252 w 5193356"/>
              <a:gd name="connsiteY3" fmla="*/ 11341 h 458973"/>
              <a:gd name="connsiteX4" fmla="*/ 5023131 w 5193356"/>
              <a:gd name="connsiteY4" fmla="*/ 14091 h 458973"/>
              <a:gd name="connsiteX5" fmla="*/ 5193356 w 5193356"/>
              <a:gd name="connsiteY5" fmla="*/ 234249 h 458973"/>
              <a:gd name="connsiteX6" fmla="*/ 5023131 w 5193356"/>
              <a:gd name="connsiteY6" fmla="*/ 454408 h 458973"/>
              <a:gd name="connsiteX7" fmla="*/ 4997252 w 5193356"/>
              <a:gd name="connsiteY7" fmla="*/ 457157 h 458973"/>
              <a:gd name="connsiteX8" fmla="*/ 4997252 w 5193356"/>
              <a:gd name="connsiteY8" fmla="*/ 458972 h 458973"/>
              <a:gd name="connsiteX9" fmla="*/ 4980175 w 5193356"/>
              <a:gd name="connsiteY9" fmla="*/ 458972 h 458973"/>
              <a:gd name="connsiteX10" fmla="*/ 4980165 w 5193356"/>
              <a:gd name="connsiteY10" fmla="*/ 458973 h 458973"/>
              <a:gd name="connsiteX11" fmla="*/ 4980156 w 5193356"/>
              <a:gd name="connsiteY11" fmla="*/ 458972 h 458973"/>
              <a:gd name="connsiteX12" fmla="*/ 0 w 5193356"/>
              <a:gd name="connsiteY12" fmla="*/ 458972 h 458973"/>
              <a:gd name="connsiteX13" fmla="*/ 2764053 w 5193356"/>
              <a:gd name="connsiteY13" fmla="*/ 0 h 458973"/>
              <a:gd name="connsiteX0" fmla="*/ 0 w 2429303"/>
              <a:gd name="connsiteY0" fmla="*/ 0 h 458973"/>
              <a:gd name="connsiteX1" fmla="*/ 2216112 w 2429303"/>
              <a:gd name="connsiteY1" fmla="*/ 9525 h 458973"/>
              <a:gd name="connsiteX2" fmla="*/ 2233199 w 2429303"/>
              <a:gd name="connsiteY2" fmla="*/ 9525 h 458973"/>
              <a:gd name="connsiteX3" fmla="*/ 2233199 w 2429303"/>
              <a:gd name="connsiteY3" fmla="*/ 11341 h 458973"/>
              <a:gd name="connsiteX4" fmla="*/ 2259078 w 2429303"/>
              <a:gd name="connsiteY4" fmla="*/ 14091 h 458973"/>
              <a:gd name="connsiteX5" fmla="*/ 2429303 w 2429303"/>
              <a:gd name="connsiteY5" fmla="*/ 234249 h 458973"/>
              <a:gd name="connsiteX6" fmla="*/ 2259078 w 2429303"/>
              <a:gd name="connsiteY6" fmla="*/ 454408 h 458973"/>
              <a:gd name="connsiteX7" fmla="*/ 2233199 w 2429303"/>
              <a:gd name="connsiteY7" fmla="*/ 457157 h 458973"/>
              <a:gd name="connsiteX8" fmla="*/ 2233199 w 2429303"/>
              <a:gd name="connsiteY8" fmla="*/ 458972 h 458973"/>
              <a:gd name="connsiteX9" fmla="*/ 2216122 w 2429303"/>
              <a:gd name="connsiteY9" fmla="*/ 458972 h 458973"/>
              <a:gd name="connsiteX10" fmla="*/ 2216112 w 2429303"/>
              <a:gd name="connsiteY10" fmla="*/ 458973 h 458973"/>
              <a:gd name="connsiteX11" fmla="*/ 2216103 w 2429303"/>
              <a:gd name="connsiteY11" fmla="*/ 458972 h 458973"/>
              <a:gd name="connsiteX12" fmla="*/ 0 w 2429303"/>
              <a:gd name="connsiteY12" fmla="*/ 458972 h 458973"/>
              <a:gd name="connsiteX13" fmla="*/ 0 w 2429303"/>
              <a:gd name="connsiteY13" fmla="*/ 0 h 45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9303" h="458973">
                <a:moveTo>
                  <a:pt x="0" y="0"/>
                </a:moveTo>
                <a:lnTo>
                  <a:pt x="2216112" y="9525"/>
                </a:lnTo>
                <a:lnTo>
                  <a:pt x="2233199" y="9525"/>
                </a:lnTo>
                <a:lnTo>
                  <a:pt x="2233199" y="11341"/>
                </a:lnTo>
                <a:lnTo>
                  <a:pt x="2259078" y="14091"/>
                </a:lnTo>
                <a:cubicBezTo>
                  <a:pt x="2356225" y="35045"/>
                  <a:pt x="2429303" y="125651"/>
                  <a:pt x="2429303" y="234249"/>
                </a:cubicBezTo>
                <a:cubicBezTo>
                  <a:pt x="2429303" y="342847"/>
                  <a:pt x="2356225" y="433453"/>
                  <a:pt x="2259078" y="454408"/>
                </a:cubicBezTo>
                <a:lnTo>
                  <a:pt x="2233199" y="457157"/>
                </a:lnTo>
                <a:lnTo>
                  <a:pt x="2233199" y="458972"/>
                </a:lnTo>
                <a:lnTo>
                  <a:pt x="2216122" y="458972"/>
                </a:lnTo>
                <a:cubicBezTo>
                  <a:pt x="2216119" y="458972"/>
                  <a:pt x="2216115" y="458973"/>
                  <a:pt x="2216112" y="458973"/>
                </a:cubicBezTo>
                <a:cubicBezTo>
                  <a:pt x="2216109" y="458973"/>
                  <a:pt x="2216106" y="458972"/>
                  <a:pt x="2216103" y="458972"/>
                </a:cubicBezTo>
                <a:lnTo>
                  <a:pt x="0" y="458972"/>
                </a:lnTo>
                <a:lnTo>
                  <a:pt x="0" y="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fr-FR" sz="1200" b="1" kern="0" dirty="0">
                <a:solidFill>
                  <a:srgbClr val="353637"/>
                </a:solidFill>
                <a:latin typeface="Arial" panose="020B0604020202020204" pitchFamily="34" charset="0"/>
                <a:cs typeface="Arial" panose="020B0604020202020204" pitchFamily="34" charset="0"/>
              </a:rPr>
              <a:t>FORMATIONS</a:t>
            </a:r>
            <a:endParaRPr lang="fr-FR" sz="1600" b="1" kern="0" dirty="0">
              <a:solidFill>
                <a:srgbClr val="353637"/>
              </a:solidFill>
              <a:latin typeface="Arial" panose="020B0604020202020204" pitchFamily="34" charset="0"/>
              <a:cs typeface="Arial" panose="020B0604020202020204" pitchFamily="34" charset="0"/>
            </a:endParaRPr>
          </a:p>
        </p:txBody>
      </p:sp>
      <p:sp>
        <p:nvSpPr>
          <p:cNvPr id="24" name="Rectangle 23">
            <a:extLst>
              <a:ext uri="{FF2B5EF4-FFF2-40B4-BE49-F238E27FC236}">
                <a16:creationId xmlns:a16="http://schemas.microsoft.com/office/drawing/2014/main" id="{7761FC5B-F15E-D548-7B04-4D512A40AAF3}"/>
              </a:ext>
            </a:extLst>
          </p:cNvPr>
          <p:cNvSpPr/>
          <p:nvPr/>
        </p:nvSpPr>
        <p:spPr>
          <a:xfrm>
            <a:off x="371475" y="2414547"/>
            <a:ext cx="3579429" cy="6949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r>
              <a:rPr lang="en-GB" sz="1000" dirty="0">
                <a:solidFill>
                  <a:schemeClr val="bg1"/>
                </a:solidFill>
              </a:rPr>
              <a:t>Master in International Business (Finance) – Skema Business School</a:t>
            </a:r>
          </a:p>
          <a:p>
            <a:pPr marL="171450" indent="-171450">
              <a:buClr>
                <a:schemeClr val="tx2"/>
              </a:buClr>
              <a:buFont typeface="Arial" panose="020B0604020202020204" pitchFamily="34" charset="0"/>
              <a:buChar char="•"/>
            </a:pPr>
            <a:r>
              <a:rPr lang="en-GB" sz="1000" dirty="0">
                <a:solidFill>
                  <a:schemeClr val="bg1"/>
                </a:solidFill>
              </a:rPr>
              <a:t>Bachelor «International Program in Management » option: Finance et Banque – Rennes School of Business</a:t>
            </a:r>
          </a:p>
          <a:p>
            <a:pPr marL="171450" indent="-171450">
              <a:buClr>
                <a:schemeClr val="tx2"/>
              </a:buClr>
              <a:buFont typeface="Arial" panose="020B0604020202020204" pitchFamily="34" charset="0"/>
              <a:buChar char="•"/>
            </a:pPr>
            <a:r>
              <a:rPr lang="en-GB" sz="1000" dirty="0">
                <a:solidFill>
                  <a:schemeClr val="bg1"/>
                </a:solidFill>
              </a:rPr>
              <a:t>Certificate BMC Bloomberg market concepts</a:t>
            </a:r>
          </a:p>
          <a:p>
            <a:pPr marL="171450" indent="-171450">
              <a:buClr>
                <a:schemeClr val="tx2"/>
              </a:buClr>
              <a:buFont typeface="Arial" panose="020B0604020202020204" pitchFamily="34" charset="0"/>
              <a:buChar char="•"/>
            </a:pPr>
            <a:endParaRPr lang="fr-FR" sz="1000" dirty="0">
              <a:solidFill>
                <a:schemeClr val="bg1"/>
              </a:solidFill>
            </a:endParaRPr>
          </a:p>
        </p:txBody>
      </p:sp>
      <p:sp>
        <p:nvSpPr>
          <p:cNvPr id="41" name="Forme libre : forme 40">
            <a:extLst>
              <a:ext uri="{FF2B5EF4-FFF2-40B4-BE49-F238E27FC236}">
                <a16:creationId xmlns:a16="http://schemas.microsoft.com/office/drawing/2014/main" id="{5968A43C-85F7-8947-A6AC-F0FB7939257E}"/>
              </a:ext>
            </a:extLst>
          </p:cNvPr>
          <p:cNvSpPr/>
          <p:nvPr/>
        </p:nvSpPr>
        <p:spPr>
          <a:xfrm>
            <a:off x="4239096" y="1983600"/>
            <a:ext cx="4944265"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93356" h="449448">
                <a:moveTo>
                  <a:pt x="0" y="0"/>
                </a:moveTo>
                <a:lnTo>
                  <a:pt x="4980165" y="0"/>
                </a:lnTo>
                <a:lnTo>
                  <a:pt x="4997252" y="0"/>
                </a:lnTo>
                <a:lnTo>
                  <a:pt x="4997252" y="1816"/>
                </a:lnTo>
                <a:lnTo>
                  <a:pt x="5023131" y="4566"/>
                </a:lnTo>
                <a:cubicBezTo>
                  <a:pt x="5120278" y="25520"/>
                  <a:pt x="5193356" y="116126"/>
                  <a:pt x="5193356" y="224724"/>
                </a:cubicBezTo>
                <a:cubicBezTo>
                  <a:pt x="5193356" y="333322"/>
                  <a:pt x="5120278" y="423928"/>
                  <a:pt x="5023131" y="444883"/>
                </a:cubicBezTo>
                <a:lnTo>
                  <a:pt x="4997252" y="447632"/>
                </a:lnTo>
                <a:lnTo>
                  <a:pt x="4997252" y="449447"/>
                </a:lnTo>
                <a:lnTo>
                  <a:pt x="4980175" y="449447"/>
                </a:lnTo>
                <a:lnTo>
                  <a:pt x="4980165" y="449448"/>
                </a:lnTo>
                <a:lnTo>
                  <a:pt x="4980156" y="449447"/>
                </a:lnTo>
                <a:lnTo>
                  <a:pt x="0" y="449447"/>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r>
              <a:rPr lang="fr-FR" sz="1200" b="1" kern="0">
                <a:solidFill>
                  <a:schemeClr val="bg1"/>
                </a:solidFill>
                <a:latin typeface="Arial" panose="020B0604020202020204" pitchFamily="34" charset="0"/>
                <a:cs typeface="Arial" panose="020B0604020202020204" pitchFamily="34" charset="0"/>
              </a:rPr>
              <a:t>PRINCIPALES EXPÉRIENCES EN LIEN AVEC LA MISSION</a:t>
            </a:r>
          </a:p>
        </p:txBody>
      </p:sp>
      <p:sp>
        <p:nvSpPr>
          <p:cNvPr id="9" name="ZoneTexte 8">
            <a:extLst>
              <a:ext uri="{FF2B5EF4-FFF2-40B4-BE49-F238E27FC236}">
                <a16:creationId xmlns:a16="http://schemas.microsoft.com/office/drawing/2014/main" id="{9374B764-4A1F-3B82-6EFD-6F08A0BA92C7}"/>
              </a:ext>
            </a:extLst>
          </p:cNvPr>
          <p:cNvSpPr txBox="1"/>
          <p:nvPr/>
        </p:nvSpPr>
        <p:spPr>
          <a:xfrm>
            <a:off x="4862670" y="2414547"/>
            <a:ext cx="6957855" cy="3911007"/>
          </a:xfrm>
          <a:prstGeom prst="rect">
            <a:avLst/>
          </a:prstGeom>
          <a:noFill/>
        </p:spPr>
        <p:txBody>
          <a:bodyPr wrap="square" rtlCol="0">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1200" cap="none" spc="0" baseline="0" dirty="0">
                <a:solidFill>
                  <a:srgbClr val="43A2BF"/>
                </a:solidFill>
                <a:uFillTx/>
                <a:latin typeface="Arial"/>
              </a:rPr>
              <a:t>Crédit Agricole CIB – PMO &amp; business </a:t>
            </a:r>
            <a:r>
              <a:rPr lang="en-GB" sz="1000" b="1" i="0" u="none" strike="noStrike" kern="1200" cap="none" spc="0" baseline="0" dirty="0" err="1">
                <a:solidFill>
                  <a:srgbClr val="43A2BF"/>
                </a:solidFill>
                <a:uFillTx/>
                <a:latin typeface="Arial"/>
              </a:rPr>
              <a:t>analyste</a:t>
            </a:r>
            <a:r>
              <a:rPr lang="en-GB" sz="1000" b="1" i="0" u="none" strike="noStrike" kern="1200" cap="none" spc="0" baseline="0" dirty="0">
                <a:solidFill>
                  <a:srgbClr val="43A2BF"/>
                </a:solidFill>
                <a:uFillTx/>
                <a:latin typeface="Arial"/>
              </a:rPr>
              <a:t> </a:t>
            </a:r>
            <a:r>
              <a:rPr lang="en-GB" sz="1000" b="1" i="0" u="none" strike="noStrike" kern="1200" cap="none" spc="0" baseline="0" dirty="0" err="1">
                <a:solidFill>
                  <a:srgbClr val="43A2BF"/>
                </a:solidFill>
                <a:uFillTx/>
                <a:latin typeface="Arial"/>
              </a:rPr>
              <a:t>Liquidité</a:t>
            </a:r>
            <a:r>
              <a:rPr lang="en-GB" sz="1000" b="1" i="0" u="none" strike="noStrike" kern="1200" cap="none" spc="0" baseline="0" dirty="0">
                <a:solidFill>
                  <a:srgbClr val="43A2BF"/>
                </a:solidFill>
                <a:uFillTx/>
                <a:latin typeface="Arial"/>
              </a:rPr>
              <a:t> </a:t>
            </a:r>
            <a:r>
              <a:rPr lang="fr-FR" sz="1000" b="1" i="0" u="none" strike="noStrike" kern="1200" cap="none" spc="0" baseline="0" dirty="0">
                <a:solidFill>
                  <a:srgbClr val="43A2BF"/>
                </a:solidFill>
                <a:uFillTx/>
                <a:latin typeface="Arial"/>
              </a:rPr>
              <a:t>(</a:t>
            </a:r>
            <a:r>
              <a:rPr lang="fr-FR" sz="1000" b="1" dirty="0">
                <a:solidFill>
                  <a:srgbClr val="43A2BF"/>
                </a:solidFill>
                <a:latin typeface="Arial"/>
              </a:rPr>
              <a:t>1 an</a:t>
            </a:r>
            <a:r>
              <a:rPr lang="fr-FR" sz="1000" b="1" i="0" u="none" strike="noStrike" kern="1200" cap="none" spc="0" baseline="0" dirty="0">
                <a:solidFill>
                  <a:srgbClr val="43A2BF"/>
                </a:solidFill>
                <a:uFillTx/>
                <a:latin typeface="Arial"/>
              </a:rPr>
              <a:t>)</a:t>
            </a:r>
          </a:p>
          <a:p>
            <a:pPr marL="171450" indent="-171450">
              <a:lnSpc>
                <a:spcPct val="110000"/>
              </a:lnSpc>
              <a:buClr>
                <a:schemeClr val="accent1"/>
              </a:buClr>
              <a:buSzPts val="1000"/>
              <a:buFont typeface="Arial" panose="020B0604020202020204" pitchFamily="34" charset="0"/>
              <a:buChar char="•"/>
            </a:pPr>
            <a:r>
              <a:rPr lang="en-US" sz="1000" dirty="0">
                <a:cs typeface="Arial"/>
                <a:sym typeface="Arial"/>
              </a:rPr>
              <a:t>Mise </a:t>
            </a:r>
            <a:r>
              <a:rPr lang="en-US" sz="1000" dirty="0" err="1">
                <a:cs typeface="Arial"/>
                <a:sym typeface="Arial"/>
              </a:rPr>
              <a:t>en</a:t>
            </a:r>
            <a:r>
              <a:rPr lang="en-US" sz="1000" dirty="0">
                <a:cs typeface="Arial"/>
                <a:sym typeface="Arial"/>
              </a:rPr>
              <a:t> place </a:t>
            </a:r>
            <a:r>
              <a:rPr lang="en-US" sz="1000" dirty="0" err="1">
                <a:cs typeface="Arial"/>
                <a:sym typeface="Arial"/>
              </a:rPr>
              <a:t>d’une</a:t>
            </a:r>
            <a:r>
              <a:rPr lang="en-US" sz="1000" dirty="0">
                <a:cs typeface="Arial"/>
                <a:sym typeface="Arial"/>
              </a:rPr>
              <a:t> solution de monitoring de la </a:t>
            </a:r>
            <a:r>
              <a:rPr lang="en-US" sz="1000" dirty="0" err="1">
                <a:cs typeface="Arial"/>
                <a:sym typeface="Arial"/>
              </a:rPr>
              <a:t>liquidité</a:t>
            </a:r>
            <a:r>
              <a:rPr lang="en-US" sz="1000" dirty="0">
                <a:cs typeface="Arial"/>
                <a:sym typeface="Arial"/>
              </a:rPr>
              <a:t> </a:t>
            </a:r>
            <a:r>
              <a:rPr lang="en-US" sz="1000" dirty="0" err="1">
                <a:cs typeface="Arial"/>
                <a:sym typeface="Arial"/>
              </a:rPr>
              <a:t>quotidienne</a:t>
            </a:r>
            <a:r>
              <a:rPr lang="en-US" sz="1000" dirty="0">
                <a:cs typeface="Arial"/>
                <a:sym typeface="Arial"/>
              </a:rPr>
              <a:t> (Bilan, LCR, Stress tests) au </a:t>
            </a:r>
            <a:r>
              <a:rPr lang="en-US" sz="1000" dirty="0" err="1">
                <a:cs typeface="Arial"/>
                <a:sym typeface="Arial"/>
              </a:rPr>
              <a:t>niveau</a:t>
            </a:r>
            <a:r>
              <a:rPr lang="en-US" sz="1000" dirty="0">
                <a:cs typeface="Arial"/>
                <a:sym typeface="Arial"/>
              </a:rPr>
              <a:t> des métiers (GMD, </a:t>
            </a:r>
            <a:r>
              <a:rPr lang="en-US" sz="1000" dirty="0" err="1">
                <a:cs typeface="Arial"/>
                <a:sym typeface="Arial"/>
              </a:rPr>
              <a:t>Tréso</a:t>
            </a:r>
            <a:r>
              <a:rPr lang="en-US" sz="1000" dirty="0">
                <a:cs typeface="Arial"/>
                <a:sym typeface="Arial"/>
              </a:rPr>
              <a:t>.) et global </a:t>
            </a:r>
            <a:r>
              <a:rPr lang="en-US" sz="1000" dirty="0" err="1">
                <a:cs typeface="Arial"/>
                <a:sym typeface="Arial"/>
              </a:rPr>
              <a:t>consolidé</a:t>
            </a:r>
            <a:endParaRPr lang="en-US" sz="1000" dirty="0">
              <a:cs typeface="Arial"/>
              <a:sym typeface="Arial"/>
            </a:endParaRPr>
          </a:p>
          <a:p>
            <a:pPr marL="171450" indent="-171450">
              <a:lnSpc>
                <a:spcPct val="110000"/>
              </a:lnSpc>
              <a:buClr>
                <a:srgbClr val="43A2BF"/>
              </a:buClr>
              <a:buSzPts val="1000"/>
              <a:buFont typeface="Arial" pitchFamily="34"/>
              <a:buChar char="•"/>
              <a:defRPr sz="1800" b="0" i="0" u="none" strike="noStrike" kern="0" cap="none" spc="0" baseline="0">
                <a:solidFill>
                  <a:srgbClr val="000000"/>
                </a:solidFill>
                <a:uFillTx/>
              </a:defRPr>
            </a:pPr>
            <a:r>
              <a:rPr lang="en-US" sz="1000" dirty="0">
                <a:cs typeface="Arial"/>
                <a:sym typeface="Arial"/>
              </a:rPr>
              <a:t>Business </a:t>
            </a:r>
            <a:r>
              <a:rPr lang="en-US" sz="1000" dirty="0" err="1">
                <a:cs typeface="Arial"/>
                <a:sym typeface="Arial"/>
              </a:rPr>
              <a:t>analyste</a:t>
            </a:r>
            <a:r>
              <a:rPr lang="en-US" sz="1000" dirty="0">
                <a:cs typeface="Arial"/>
                <a:sym typeface="Arial"/>
              </a:rPr>
              <a:t> : </a:t>
            </a:r>
            <a:r>
              <a:rPr lang="en-US" sz="1000" dirty="0" err="1">
                <a:cs typeface="Arial"/>
                <a:sym typeface="Arial"/>
              </a:rPr>
              <a:t>Définition</a:t>
            </a:r>
            <a:r>
              <a:rPr lang="en-US" sz="1000" dirty="0">
                <a:cs typeface="Arial"/>
                <a:sym typeface="Arial"/>
              </a:rPr>
              <a:t> de la </a:t>
            </a:r>
            <a:r>
              <a:rPr lang="en-US" sz="1000" dirty="0" err="1">
                <a:cs typeface="Arial"/>
                <a:sym typeface="Arial"/>
              </a:rPr>
              <a:t>collecte</a:t>
            </a:r>
            <a:r>
              <a:rPr lang="en-US" sz="1000" dirty="0">
                <a:cs typeface="Arial"/>
                <a:sym typeface="Arial"/>
              </a:rPr>
              <a:t>, des </a:t>
            </a:r>
            <a:r>
              <a:rPr lang="en-US" sz="1000" dirty="0" err="1">
                <a:cs typeface="Arial"/>
                <a:sym typeface="Arial"/>
              </a:rPr>
              <a:t>règles</a:t>
            </a:r>
            <a:r>
              <a:rPr lang="en-US" sz="1000" dirty="0">
                <a:cs typeface="Arial"/>
                <a:sym typeface="Arial"/>
              </a:rPr>
              <a:t> </a:t>
            </a:r>
            <a:r>
              <a:rPr lang="en-US" sz="1000" dirty="0" err="1">
                <a:cs typeface="Arial"/>
                <a:sym typeface="Arial"/>
              </a:rPr>
              <a:t>d’enrichissement</a:t>
            </a:r>
            <a:r>
              <a:rPr lang="en-US" sz="1000" dirty="0">
                <a:cs typeface="Arial"/>
                <a:sym typeface="Arial"/>
              </a:rPr>
              <a:t> (algo HQLA, classification, </a:t>
            </a:r>
            <a:r>
              <a:rPr lang="en-US" sz="1000" dirty="0" err="1">
                <a:cs typeface="Arial"/>
                <a:sym typeface="Arial"/>
              </a:rPr>
              <a:t>agrégat</a:t>
            </a:r>
            <a:r>
              <a:rPr lang="en-US" sz="1000" dirty="0">
                <a:cs typeface="Arial"/>
                <a:sym typeface="Arial"/>
              </a:rPr>
              <a:t> de </a:t>
            </a:r>
            <a:r>
              <a:rPr lang="en-US" sz="1000" dirty="0" err="1">
                <a:cs typeface="Arial"/>
                <a:sym typeface="Arial"/>
              </a:rPr>
              <a:t>bilan</a:t>
            </a:r>
            <a:r>
              <a:rPr lang="en-US" sz="1000" dirty="0">
                <a:cs typeface="Arial"/>
                <a:sym typeface="Arial"/>
              </a:rPr>
              <a:t>,…), des </a:t>
            </a:r>
            <a:r>
              <a:rPr lang="en-US" sz="1000" dirty="0" err="1">
                <a:cs typeface="Arial"/>
                <a:sym typeface="Arial"/>
              </a:rPr>
              <a:t>calculs</a:t>
            </a:r>
            <a:r>
              <a:rPr lang="en-US" sz="1000" dirty="0">
                <a:cs typeface="Arial"/>
                <a:sym typeface="Arial"/>
              </a:rPr>
              <a:t> des </a:t>
            </a:r>
            <a:r>
              <a:rPr lang="en-US" sz="1000" dirty="0" err="1">
                <a:cs typeface="Arial"/>
                <a:sym typeface="Arial"/>
              </a:rPr>
              <a:t>indicateurs</a:t>
            </a:r>
            <a:r>
              <a:rPr lang="en-US" sz="1000" dirty="0">
                <a:cs typeface="Arial"/>
                <a:sym typeface="Arial"/>
              </a:rPr>
              <a:t> LCR et Stress</a:t>
            </a:r>
          </a:p>
          <a:p>
            <a:pPr marL="171450" indent="-171450">
              <a:lnSpc>
                <a:spcPct val="110000"/>
              </a:lnSpc>
              <a:buClr>
                <a:srgbClr val="43A2BF"/>
              </a:buClr>
              <a:buSzPts val="1000"/>
              <a:buFont typeface="Arial" pitchFamily="34"/>
              <a:buChar char="•"/>
              <a:defRPr sz="1800" b="0" i="0" u="none" strike="noStrike" kern="0" cap="none" spc="0" baseline="0">
                <a:solidFill>
                  <a:srgbClr val="000000"/>
                </a:solidFill>
                <a:uFillTx/>
              </a:defRPr>
            </a:pPr>
            <a:r>
              <a:rPr lang="en-US" sz="1000" dirty="0">
                <a:cs typeface="Arial"/>
                <a:sym typeface="Arial"/>
              </a:rPr>
              <a:t>PMO : preparation des supports et des CRs des </a:t>
            </a:r>
            <a:r>
              <a:rPr lang="en-US" sz="1000" dirty="0" err="1">
                <a:cs typeface="Arial"/>
                <a:sym typeface="Arial"/>
              </a:rPr>
              <a:t>comités</a:t>
            </a:r>
            <a:r>
              <a:rPr lang="en-US" sz="1000" dirty="0">
                <a:cs typeface="Arial"/>
                <a:sym typeface="Arial"/>
              </a:rPr>
              <a:t> de </a:t>
            </a:r>
            <a:r>
              <a:rPr lang="en-US" sz="1000" dirty="0" err="1">
                <a:cs typeface="Arial"/>
                <a:sym typeface="Arial"/>
              </a:rPr>
              <a:t>projet</a:t>
            </a:r>
            <a:endParaRPr lang="en-US" sz="1000" b="1" dirty="0">
              <a:cs typeface="Arial"/>
              <a:sym typeface="Arial"/>
            </a:endParaRPr>
          </a:p>
          <a:p>
            <a:pPr marR="0" lvl="0" algn="l" defTabSz="914400" rtl="0" fontAlgn="auto" hangingPunct="1">
              <a:lnSpc>
                <a:spcPct val="110000"/>
              </a:lnSpc>
              <a:spcBef>
                <a:spcPts val="0"/>
              </a:spcBef>
              <a:spcAft>
                <a:spcPts val="0"/>
              </a:spcAft>
              <a:buClr>
                <a:srgbClr val="43A2BF"/>
              </a:buClr>
              <a:buSzPts val="1000"/>
              <a:tabLst/>
              <a:defRPr sz="1800" b="0" i="0" u="none" strike="noStrike" kern="0" cap="none" spc="0" baseline="0">
                <a:solidFill>
                  <a:srgbClr val="000000"/>
                </a:solidFill>
                <a:uFillTx/>
              </a:defRPr>
            </a:pPr>
            <a:endParaRPr lang="fr-FR" sz="1000" b="0" i="0" u="none" strike="noStrike" kern="1200" cap="none" spc="0" baseline="0" dirty="0">
              <a:solidFill>
                <a:srgbClr val="353637"/>
              </a:solidFill>
              <a:uFillTx/>
              <a:latin typeface="Arial"/>
              <a:cs typeface="Arial"/>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dirty="0" err="1">
                <a:solidFill>
                  <a:srgbClr val="43A2BF"/>
                </a:solidFill>
                <a:latin typeface="Arial"/>
                <a:sym typeface="Arial"/>
              </a:rPr>
              <a:t>Arkéa</a:t>
            </a:r>
            <a:r>
              <a:rPr lang="en-US" sz="1000" b="1" dirty="0">
                <a:solidFill>
                  <a:srgbClr val="43A2BF"/>
                </a:solidFill>
                <a:latin typeface="Arial"/>
                <a:sym typeface="Arial"/>
              </a:rPr>
              <a:t> Investment Services </a:t>
            </a:r>
            <a:r>
              <a:rPr lang="en-GB" sz="1000" b="1" i="0" u="none" strike="noStrike" kern="1200" cap="none" spc="0" baseline="0" dirty="0">
                <a:solidFill>
                  <a:srgbClr val="43A2BF"/>
                </a:solidFill>
                <a:uFillTx/>
                <a:latin typeface="Arial"/>
              </a:rPr>
              <a:t>– Project Manager </a:t>
            </a:r>
            <a:r>
              <a:rPr lang="fr-FR" sz="1000" b="1" i="0" u="none" strike="noStrike" kern="1200" cap="none" spc="0" baseline="0" dirty="0">
                <a:solidFill>
                  <a:srgbClr val="43A2BF"/>
                </a:solidFill>
                <a:uFillTx/>
                <a:latin typeface="Arial"/>
              </a:rPr>
              <a:t>(1 an)</a:t>
            </a:r>
          </a:p>
          <a:p>
            <a:pPr marL="171450" indent="-171450">
              <a:lnSpc>
                <a:spcPct val="110000"/>
              </a:lnSpc>
              <a:buClr>
                <a:schemeClr val="accent1"/>
              </a:buClr>
              <a:buSzPts val="1000"/>
              <a:buFont typeface="Arial" panose="020B0604020202020204" pitchFamily="34" charset="0"/>
              <a:buChar char="•"/>
            </a:pPr>
            <a:r>
              <a:rPr lang="fr-FR" sz="1000" b="0" i="0" dirty="0">
                <a:solidFill>
                  <a:srgbClr val="0D0D0D"/>
                </a:solidFill>
                <a:effectLst/>
              </a:rPr>
              <a:t>Réalisation d'un audit de la structure du data management pour évaluer la qualité des données</a:t>
            </a:r>
          </a:p>
          <a:p>
            <a:pPr marL="171450" indent="-171450">
              <a:lnSpc>
                <a:spcPct val="110000"/>
              </a:lnSpc>
              <a:buClr>
                <a:schemeClr val="accent1"/>
              </a:buClr>
              <a:buSzPts val="1000"/>
              <a:buFont typeface="Arial" panose="020B0604020202020204" pitchFamily="34" charset="0"/>
              <a:buChar char="•"/>
            </a:pPr>
            <a:r>
              <a:rPr lang="fr-FR" sz="1000" dirty="0">
                <a:solidFill>
                  <a:srgbClr val="0D0D0D"/>
                </a:solidFill>
              </a:rPr>
              <a:t>T</a:t>
            </a:r>
            <a:r>
              <a:rPr lang="fr-FR" sz="1000" b="0" i="0" dirty="0">
                <a:solidFill>
                  <a:srgbClr val="0D0D0D"/>
                </a:solidFill>
                <a:effectLst/>
              </a:rPr>
              <a:t>raitement des données, stockage et utilisation du Data Lake/Data Hub</a:t>
            </a:r>
          </a:p>
          <a:p>
            <a:pPr marL="0" marR="0" lvl="0" indent="0" algn="l" defTabSz="914400" rtl="0" fontAlgn="auto" hangingPunct="1">
              <a:lnSpc>
                <a:spcPct val="110000"/>
              </a:lnSpc>
              <a:spcBef>
                <a:spcPts val="0"/>
              </a:spcBef>
              <a:spcAft>
                <a:spcPts val="0"/>
              </a:spcAft>
              <a:buNone/>
              <a:tabLst/>
              <a:defRPr sz="1800" b="0" i="0" u="none" strike="noStrike" kern="0" cap="none" spc="0" baseline="0">
                <a:solidFill>
                  <a:srgbClr val="000000"/>
                </a:solidFill>
                <a:uFillTx/>
              </a:defRPr>
            </a:pPr>
            <a:endParaRPr lang="fr-FR" sz="1000" b="0" i="0" u="none" strike="noStrike" kern="1200" cap="none" spc="0" baseline="0" dirty="0">
              <a:solidFill>
                <a:srgbClr val="353637"/>
              </a:solidFill>
              <a:uFillTx/>
              <a:latin typeface="Arial"/>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dirty="0">
                <a:solidFill>
                  <a:srgbClr val="43A2BF"/>
                </a:solidFill>
                <a:latin typeface="Arial"/>
                <a:sym typeface="Arial"/>
              </a:rPr>
              <a:t>Natixis Investment Services </a:t>
            </a:r>
            <a:r>
              <a:rPr lang="en-GB" sz="1000" b="1" i="0" u="none" strike="noStrike" kern="1200" cap="none" spc="0" baseline="0" dirty="0">
                <a:solidFill>
                  <a:srgbClr val="43A2BF"/>
                </a:solidFill>
                <a:uFillTx/>
                <a:latin typeface="Arial"/>
              </a:rPr>
              <a:t>– Project Manager </a:t>
            </a:r>
            <a:r>
              <a:rPr lang="fr-FR" sz="1000" b="1" i="0" u="none" strike="noStrike" kern="1200" cap="none" spc="0" baseline="0" dirty="0">
                <a:solidFill>
                  <a:srgbClr val="43A2BF"/>
                </a:solidFill>
                <a:uFillTx/>
                <a:latin typeface="Arial"/>
              </a:rPr>
              <a:t>(1 an)</a:t>
            </a:r>
          </a:p>
          <a:p>
            <a:pPr marL="171450" indent="-171450">
              <a:lnSpc>
                <a:spcPct val="110000"/>
              </a:lnSpc>
              <a:buClr>
                <a:schemeClr val="accent1"/>
              </a:buClr>
              <a:buSzPts val="1000"/>
              <a:buFont typeface="Arial" panose="020B0604020202020204" pitchFamily="34" charset="0"/>
              <a:buChar char="•"/>
            </a:pPr>
            <a:r>
              <a:rPr lang="fr-FR" sz="1000" dirty="0">
                <a:solidFill>
                  <a:srgbClr val="0D0D0D"/>
                </a:solidFill>
              </a:rPr>
              <a:t>Mise en place d'une solution SaaS pour la conformité, un outil de gouvernance, de gestion des risques et de conformité (GRC).</a:t>
            </a:r>
          </a:p>
          <a:p>
            <a:pPr marL="171450" indent="-171450">
              <a:lnSpc>
                <a:spcPct val="110000"/>
              </a:lnSpc>
              <a:buClr>
                <a:schemeClr val="accent1"/>
              </a:buClr>
              <a:buSzPts val="1000"/>
              <a:buFont typeface="Arial" panose="020B0604020202020204" pitchFamily="34" charset="0"/>
              <a:buChar char="•"/>
            </a:pPr>
            <a:r>
              <a:rPr lang="fr-FR" sz="1000" dirty="0">
                <a:solidFill>
                  <a:srgbClr val="0D0D0D"/>
                </a:solidFill>
              </a:rPr>
              <a:t>Création du planning, rédaction des spécifications, suivi du développement et des tests.</a:t>
            </a:r>
          </a:p>
          <a:p>
            <a:pPr marL="171450" indent="-171450">
              <a:lnSpc>
                <a:spcPct val="110000"/>
              </a:lnSpc>
              <a:buClr>
                <a:schemeClr val="accent1"/>
              </a:buClr>
              <a:buSzPts val="1000"/>
              <a:buFont typeface="Arial" panose="020B0604020202020204" pitchFamily="34" charset="0"/>
              <a:buChar char="•"/>
            </a:pPr>
            <a:r>
              <a:rPr lang="fr-FR" sz="1000" dirty="0">
                <a:solidFill>
                  <a:srgbClr val="0D0D0D"/>
                </a:solidFill>
              </a:rPr>
              <a:t>Formation des utilisateurs finaux.</a:t>
            </a:r>
          </a:p>
          <a:p>
            <a:pPr marL="0" marR="0" lvl="0" indent="0" algn="l" defTabSz="914400" rtl="0" fontAlgn="auto" hangingPunct="1">
              <a:lnSpc>
                <a:spcPct val="110000"/>
              </a:lnSpc>
              <a:spcBef>
                <a:spcPts val="0"/>
              </a:spcBef>
              <a:spcAft>
                <a:spcPts val="0"/>
              </a:spcAft>
              <a:buNone/>
              <a:tabLst/>
              <a:defRPr sz="1800" b="0" i="0" u="none" strike="noStrike" kern="0" cap="none" spc="0" baseline="0">
                <a:solidFill>
                  <a:srgbClr val="000000"/>
                </a:solidFill>
                <a:uFillTx/>
              </a:defRPr>
            </a:pPr>
            <a:endParaRPr lang="fr-FR" sz="1000" b="0" i="0" u="none" strike="noStrike" kern="1200" cap="none" spc="0" baseline="0" dirty="0">
              <a:solidFill>
                <a:srgbClr val="353637"/>
              </a:solidFill>
              <a:uFillTx/>
              <a:latin typeface="Arial"/>
            </a:endParaRPr>
          </a:p>
          <a:p>
            <a:pPr>
              <a:defRPr sz="1800" b="0" i="0" u="none" strike="noStrike" kern="0" cap="none" spc="0" baseline="0">
                <a:solidFill>
                  <a:srgbClr val="000000"/>
                </a:solidFill>
                <a:uFillTx/>
              </a:defRPr>
            </a:pPr>
            <a:r>
              <a:rPr lang="fr-FR" sz="1000" b="1" dirty="0">
                <a:solidFill>
                  <a:srgbClr val="43A2BF"/>
                </a:solidFill>
                <a:latin typeface="Arial"/>
              </a:rPr>
              <a:t>Société Générale </a:t>
            </a:r>
            <a:r>
              <a:rPr lang="fr-FR" sz="1000" b="1" dirty="0" err="1">
                <a:solidFill>
                  <a:srgbClr val="43A2BF"/>
                </a:solidFill>
                <a:latin typeface="Arial"/>
              </a:rPr>
              <a:t>Corporate</a:t>
            </a:r>
            <a:r>
              <a:rPr lang="fr-FR" sz="1000" b="1" dirty="0">
                <a:solidFill>
                  <a:srgbClr val="43A2BF"/>
                </a:solidFill>
                <a:latin typeface="Arial"/>
              </a:rPr>
              <a:t> and Investment Banking, </a:t>
            </a:r>
            <a:r>
              <a:rPr lang="en-GB" sz="1000" b="1" i="0" u="none" strike="noStrike" kern="1200" cap="none" spc="0" baseline="0" dirty="0">
                <a:solidFill>
                  <a:srgbClr val="43A2BF"/>
                </a:solidFill>
                <a:uFillTx/>
                <a:latin typeface="Arial"/>
              </a:rPr>
              <a:t>– </a:t>
            </a:r>
            <a:r>
              <a:rPr lang="fr-FR" sz="1000" b="1" dirty="0">
                <a:solidFill>
                  <a:srgbClr val="43A2BF"/>
                </a:solidFill>
                <a:latin typeface="Arial"/>
              </a:rPr>
              <a:t>Analyste risque de Crédit (6 mois)</a:t>
            </a:r>
            <a:endParaRPr lang="en-US" sz="1000" b="1" dirty="0">
              <a:solidFill>
                <a:srgbClr val="43A2BF"/>
              </a:solidFill>
              <a:latin typeface="Arial"/>
            </a:endParaRPr>
          </a:p>
          <a:p>
            <a:pPr marL="171450" indent="-171450">
              <a:lnSpc>
                <a:spcPct val="110000"/>
              </a:lnSpc>
              <a:buClr>
                <a:schemeClr val="accent1"/>
              </a:buClr>
              <a:buSzPts val="1000"/>
              <a:buFont typeface="Arial" panose="020B0604020202020204" pitchFamily="34" charset="0"/>
              <a:buChar char="•"/>
            </a:pPr>
            <a:r>
              <a:rPr lang="fr-FR" sz="1000" dirty="0">
                <a:solidFill>
                  <a:srgbClr val="0D0D0D"/>
                </a:solidFill>
              </a:rPr>
              <a:t>Montage et validation des dossiers de crédit point de vue risque de la contrepartie.</a:t>
            </a:r>
          </a:p>
          <a:p>
            <a:pPr marL="171450" indent="-171450">
              <a:lnSpc>
                <a:spcPct val="110000"/>
              </a:lnSpc>
              <a:buClr>
                <a:schemeClr val="accent1"/>
              </a:buClr>
              <a:buSzPts val="1000"/>
              <a:buFont typeface="Arial" panose="020B0604020202020204" pitchFamily="34" charset="0"/>
              <a:buChar char="•"/>
            </a:pPr>
            <a:r>
              <a:rPr lang="fr-FR" sz="1000" dirty="0">
                <a:solidFill>
                  <a:srgbClr val="0D0D0D"/>
                </a:solidFill>
              </a:rPr>
              <a:t>Proposition de notation et recommandation de limites permettant au Front Office de traiter</a:t>
            </a:r>
          </a:p>
          <a:p>
            <a:pPr marL="171450" indent="-171450">
              <a:lnSpc>
                <a:spcPct val="110000"/>
              </a:lnSpc>
              <a:buClr>
                <a:schemeClr val="accent1"/>
              </a:buClr>
              <a:buSzPts val="1000"/>
              <a:buFont typeface="Arial" panose="020B0604020202020204" pitchFamily="34" charset="0"/>
              <a:buChar char="•"/>
            </a:pPr>
            <a:r>
              <a:rPr lang="fr-FR" sz="1000" dirty="0" err="1">
                <a:solidFill>
                  <a:srgbClr val="0D0D0D"/>
                </a:solidFill>
              </a:rPr>
              <a:t>Reporting</a:t>
            </a:r>
            <a:r>
              <a:rPr lang="fr-FR" sz="1000" dirty="0">
                <a:solidFill>
                  <a:srgbClr val="0D0D0D"/>
                </a:solidFill>
              </a:rPr>
              <a:t> internes et réglementaires.</a:t>
            </a:r>
          </a:p>
          <a:p>
            <a:pPr marL="171450" indent="-171450">
              <a:lnSpc>
                <a:spcPct val="110000"/>
              </a:lnSpc>
              <a:buClr>
                <a:schemeClr val="accent1"/>
              </a:buClr>
              <a:buSzPts val="1000"/>
              <a:buFont typeface="Arial" panose="020B0604020202020204" pitchFamily="34" charset="0"/>
              <a:buChar char="•"/>
            </a:pPr>
            <a:r>
              <a:rPr lang="fr-FR" sz="1000" dirty="0">
                <a:solidFill>
                  <a:srgbClr val="0D0D0D"/>
                </a:solidFill>
              </a:rPr>
              <a:t>Participation à des projets ad-hoc (avec fonds européens / sociétés de gestion).</a:t>
            </a:r>
          </a:p>
          <a:p>
            <a:pPr marL="171450" indent="-171450">
              <a:lnSpc>
                <a:spcPct val="110000"/>
              </a:lnSpc>
              <a:buClr>
                <a:schemeClr val="accent1"/>
              </a:buClr>
              <a:buSzPts val="1000"/>
              <a:buFont typeface="Arial" panose="020B0604020202020204" pitchFamily="34" charset="0"/>
              <a:buChar char="•"/>
            </a:pPr>
            <a:r>
              <a:rPr lang="fr-FR" sz="1000" dirty="0">
                <a:solidFill>
                  <a:srgbClr val="0D0D0D"/>
                </a:solidFill>
              </a:rPr>
              <a:t>Collecte de données SI (outil SAB) en vue de la communication aux clients et aux garants.</a:t>
            </a:r>
          </a:p>
        </p:txBody>
      </p:sp>
      <p:sp>
        <p:nvSpPr>
          <p:cNvPr id="2" name="Espace réservé de la date 1">
            <a:extLst>
              <a:ext uri="{FF2B5EF4-FFF2-40B4-BE49-F238E27FC236}">
                <a16:creationId xmlns:a16="http://schemas.microsoft.com/office/drawing/2014/main" id="{263BFF34-2FDE-0F16-0FA0-99D7DCAAD6B3}"/>
              </a:ext>
            </a:extLst>
          </p:cNvPr>
          <p:cNvSpPr>
            <a:spLocks noGrp="1"/>
          </p:cNvSpPr>
          <p:nvPr>
            <p:ph type="dt" sz="half" idx="2"/>
          </p:nvPr>
        </p:nvSpPr>
        <p:spPr/>
        <p:txBody>
          <a:bodyPr/>
          <a:lstStyle/>
          <a:p>
            <a:fld id="{A234AAA3-D3BD-4DCA-8674-DDCEC63B7531}" type="datetime1">
              <a:rPr lang="fr-FR" smtClean="0"/>
              <a:t>03/04/2025</a:t>
            </a:fld>
            <a:endParaRPr lang="fr-FR"/>
          </a:p>
        </p:txBody>
      </p:sp>
      <p:sp>
        <p:nvSpPr>
          <p:cNvPr id="4" name="Espace réservé du pied de page 3">
            <a:extLst>
              <a:ext uri="{FF2B5EF4-FFF2-40B4-BE49-F238E27FC236}">
                <a16:creationId xmlns:a16="http://schemas.microsoft.com/office/drawing/2014/main" id="{F18E6C44-B8B2-DFBE-F6FF-27BC0098D528}"/>
              </a:ext>
            </a:extLst>
          </p:cNvPr>
          <p:cNvSpPr>
            <a:spLocks noGrp="1"/>
          </p:cNvSpPr>
          <p:nvPr>
            <p:ph type="ftr" sz="quarter" idx="10"/>
          </p:nvPr>
        </p:nvSpPr>
        <p:spPr/>
        <p:txBody>
          <a:bodyPr/>
          <a:lstStyle/>
          <a:p>
            <a:r>
              <a:rPr lang="fr-FR" dirty="0"/>
              <a:t>AMITA CONSEIL</a:t>
            </a:r>
          </a:p>
        </p:txBody>
      </p:sp>
      <p:sp>
        <p:nvSpPr>
          <p:cNvPr id="7" name="Espace réservé du numéro de diapositive 6">
            <a:extLst>
              <a:ext uri="{FF2B5EF4-FFF2-40B4-BE49-F238E27FC236}">
                <a16:creationId xmlns:a16="http://schemas.microsoft.com/office/drawing/2014/main" id="{A6EC5BE4-9D85-8589-7F81-D639F76A05CF}"/>
              </a:ext>
            </a:extLst>
          </p:cNvPr>
          <p:cNvSpPr>
            <a:spLocks noGrp="1"/>
          </p:cNvSpPr>
          <p:nvPr>
            <p:ph type="sldNum" sz="quarter" idx="11"/>
          </p:nvPr>
        </p:nvSpPr>
        <p:spPr/>
        <p:txBody>
          <a:bodyPr/>
          <a:lstStyle/>
          <a:p>
            <a:fld id="{BD9892E7-E91F-405F-A6AB-FE5AB3285265}" type="slidenum">
              <a:rPr lang="fr-FR" smtClean="0"/>
              <a:pPr/>
              <a:t>1</a:t>
            </a:fld>
            <a:endParaRPr lang="fr-FR"/>
          </a:p>
        </p:txBody>
      </p:sp>
      <p:sp>
        <p:nvSpPr>
          <p:cNvPr id="18" name="Rectangle 17">
            <a:extLst>
              <a:ext uri="{FF2B5EF4-FFF2-40B4-BE49-F238E27FC236}">
                <a16:creationId xmlns:a16="http://schemas.microsoft.com/office/drawing/2014/main" id="{E10ED7D2-0817-34E4-AA65-28CAB2ADE35A}"/>
              </a:ext>
            </a:extLst>
          </p:cNvPr>
          <p:cNvSpPr/>
          <p:nvPr/>
        </p:nvSpPr>
        <p:spPr>
          <a:xfrm>
            <a:off x="380995" y="3760698"/>
            <a:ext cx="3579429" cy="1171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r>
              <a:rPr lang="fr-FR" sz="1000" dirty="0">
                <a:solidFill>
                  <a:schemeClr val="bg1"/>
                </a:solidFill>
              </a:rPr>
              <a:t>Expertise en banque et finance internationale</a:t>
            </a:r>
          </a:p>
          <a:p>
            <a:pPr marL="171450" indent="-171450">
              <a:buClr>
                <a:schemeClr val="tx2"/>
              </a:buClr>
              <a:buFont typeface="Arial" panose="020B0604020202020204" pitchFamily="34" charset="0"/>
              <a:buChar char="•"/>
            </a:pPr>
            <a:r>
              <a:rPr lang="fr-FR" sz="1000" dirty="0">
                <a:solidFill>
                  <a:schemeClr val="bg1"/>
                </a:solidFill>
              </a:rPr>
              <a:t>Analyse financière</a:t>
            </a:r>
          </a:p>
          <a:p>
            <a:pPr marL="171450" indent="-171450">
              <a:buClr>
                <a:schemeClr val="tx2"/>
              </a:buClr>
              <a:buFont typeface="Arial" panose="020B0604020202020204" pitchFamily="34" charset="0"/>
              <a:buChar char="•"/>
            </a:pPr>
            <a:r>
              <a:rPr lang="fr-FR" sz="1000" dirty="0">
                <a:solidFill>
                  <a:schemeClr val="bg1"/>
                </a:solidFill>
              </a:rPr>
              <a:t>Gestion des risques financiers</a:t>
            </a:r>
          </a:p>
          <a:p>
            <a:pPr marL="171450" indent="-171450">
              <a:buClr>
                <a:schemeClr val="tx2"/>
              </a:buClr>
              <a:buFont typeface="Arial" panose="020B0604020202020204" pitchFamily="34" charset="0"/>
              <a:buChar char="•"/>
            </a:pPr>
            <a:r>
              <a:rPr lang="fr-FR" sz="1000" dirty="0">
                <a:solidFill>
                  <a:schemeClr val="bg1"/>
                </a:solidFill>
              </a:rPr>
              <a:t>Gestion des données et conformité</a:t>
            </a:r>
          </a:p>
          <a:p>
            <a:pPr marL="171450" indent="-171450">
              <a:buClr>
                <a:schemeClr val="tx2"/>
              </a:buClr>
              <a:buFont typeface="Arial" panose="020B0604020202020204" pitchFamily="34" charset="0"/>
              <a:buChar char="•"/>
            </a:pPr>
            <a:r>
              <a:rPr lang="fr-FR" sz="1000" dirty="0">
                <a:solidFill>
                  <a:schemeClr val="bg1"/>
                </a:solidFill>
              </a:rPr>
              <a:t>Coordination de projets</a:t>
            </a:r>
          </a:p>
          <a:p>
            <a:pPr marL="171450" indent="-171450">
              <a:buClr>
                <a:schemeClr val="tx2"/>
              </a:buClr>
              <a:buFont typeface="Arial" panose="020B0604020202020204" pitchFamily="34" charset="0"/>
              <a:buChar char="•"/>
            </a:pPr>
            <a:r>
              <a:rPr lang="fr-FR" sz="1000" dirty="0" err="1">
                <a:solidFill>
                  <a:schemeClr val="bg1"/>
                </a:solidFill>
              </a:rPr>
              <a:t>Reporting</a:t>
            </a:r>
            <a:r>
              <a:rPr lang="fr-FR" sz="1000" dirty="0">
                <a:solidFill>
                  <a:schemeClr val="bg1"/>
                </a:solidFill>
              </a:rPr>
              <a:t> et tableaux de bord</a:t>
            </a:r>
          </a:p>
          <a:p>
            <a:pPr marL="171450" indent="-171450">
              <a:buClr>
                <a:schemeClr val="tx2"/>
              </a:buClr>
              <a:buFont typeface="Arial" panose="020B0604020202020204" pitchFamily="34" charset="0"/>
              <a:buChar char="•"/>
            </a:pPr>
            <a:r>
              <a:rPr lang="fr-FR" sz="1000" dirty="0">
                <a:solidFill>
                  <a:schemeClr val="bg1"/>
                </a:solidFill>
              </a:rPr>
              <a:t>Formation</a:t>
            </a:r>
          </a:p>
          <a:p>
            <a:pPr marL="171450" indent="-171450">
              <a:buClr>
                <a:schemeClr val="tx2"/>
              </a:buClr>
              <a:buFont typeface="Arial" panose="020B0604020202020204" pitchFamily="34" charset="0"/>
              <a:buChar char="•"/>
            </a:pPr>
            <a:endParaRPr lang="fr-FR" sz="1000" dirty="0">
              <a:solidFill>
                <a:schemeClr val="bg1"/>
              </a:solidFill>
            </a:endParaRPr>
          </a:p>
        </p:txBody>
      </p:sp>
      <p:sp>
        <p:nvSpPr>
          <p:cNvPr id="10" name="Ellipse 9">
            <a:extLst>
              <a:ext uri="{FF2B5EF4-FFF2-40B4-BE49-F238E27FC236}">
                <a16:creationId xmlns:a16="http://schemas.microsoft.com/office/drawing/2014/main" id="{3C016A55-C40C-4303-7391-582EC3D279B8}"/>
              </a:ext>
            </a:extLst>
          </p:cNvPr>
          <p:cNvSpPr/>
          <p:nvPr/>
        </p:nvSpPr>
        <p:spPr>
          <a:xfrm>
            <a:off x="666217" y="709314"/>
            <a:ext cx="1131076" cy="1116676"/>
          </a:xfrm>
          <a:prstGeom prst="ellipse">
            <a:avLst/>
          </a:prstGeom>
          <a:noFill/>
          <a:ln w="571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dirty="0"/>
          </a:p>
        </p:txBody>
      </p:sp>
      <p:sp>
        <p:nvSpPr>
          <p:cNvPr id="33" name="Rectangle 32">
            <a:extLst>
              <a:ext uri="{FF2B5EF4-FFF2-40B4-BE49-F238E27FC236}">
                <a16:creationId xmlns:a16="http://schemas.microsoft.com/office/drawing/2014/main" id="{0DA58CDB-0089-2305-03DB-BCBFAB23D67A}"/>
              </a:ext>
            </a:extLst>
          </p:cNvPr>
          <p:cNvSpPr/>
          <p:nvPr/>
        </p:nvSpPr>
        <p:spPr>
          <a:xfrm>
            <a:off x="368572" y="5206378"/>
            <a:ext cx="3570437" cy="1171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r>
              <a:rPr lang="fr-FR" sz="1000" dirty="0">
                <a:solidFill>
                  <a:schemeClr val="bg1"/>
                </a:solidFill>
              </a:rPr>
              <a:t>ERP</a:t>
            </a:r>
          </a:p>
          <a:p>
            <a:pPr marL="171450" indent="-171450">
              <a:buClr>
                <a:schemeClr val="tx2"/>
              </a:buClr>
              <a:buFont typeface="Arial" panose="020B0604020202020204" pitchFamily="34" charset="0"/>
              <a:buChar char="•"/>
            </a:pPr>
            <a:r>
              <a:rPr lang="fr-FR" sz="1000" dirty="0">
                <a:solidFill>
                  <a:schemeClr val="bg1"/>
                </a:solidFill>
              </a:rPr>
              <a:t>MS Project</a:t>
            </a:r>
          </a:p>
          <a:p>
            <a:pPr marL="171450" indent="-171450">
              <a:buClr>
                <a:schemeClr val="tx2"/>
              </a:buClr>
              <a:buFont typeface="Arial" panose="020B0604020202020204" pitchFamily="34" charset="0"/>
              <a:buChar char="•"/>
            </a:pPr>
            <a:r>
              <a:rPr lang="fr-FR" sz="1000" dirty="0">
                <a:solidFill>
                  <a:schemeClr val="bg1"/>
                </a:solidFill>
              </a:rPr>
              <a:t>VBA</a:t>
            </a:r>
          </a:p>
          <a:p>
            <a:pPr marL="171450" indent="-171450">
              <a:buClr>
                <a:schemeClr val="tx2"/>
              </a:buClr>
              <a:buFont typeface="Arial" panose="020B0604020202020204" pitchFamily="34" charset="0"/>
              <a:buChar char="•"/>
            </a:pPr>
            <a:r>
              <a:rPr lang="fr-FR" sz="1000" dirty="0" err="1">
                <a:solidFill>
                  <a:schemeClr val="bg1"/>
                </a:solidFill>
              </a:rPr>
              <a:t>PowerBI</a:t>
            </a:r>
            <a:endParaRPr lang="fr-FR" sz="1000" dirty="0">
              <a:solidFill>
                <a:schemeClr val="bg1"/>
              </a:solidFill>
            </a:endParaRPr>
          </a:p>
          <a:p>
            <a:pPr marL="171450" indent="-171450">
              <a:buClr>
                <a:schemeClr val="tx2"/>
              </a:buClr>
              <a:buFont typeface="Arial" panose="020B0604020202020204" pitchFamily="34" charset="0"/>
              <a:buChar char="•"/>
            </a:pPr>
            <a:r>
              <a:rPr lang="fr-FR" sz="1000" dirty="0">
                <a:solidFill>
                  <a:schemeClr val="bg1"/>
                </a:solidFill>
              </a:rPr>
              <a:t>Bloomberg</a:t>
            </a:r>
          </a:p>
          <a:p>
            <a:pPr marL="171450" indent="-171450">
              <a:buClr>
                <a:schemeClr val="tx2"/>
              </a:buClr>
              <a:buFont typeface="Arial" panose="020B0604020202020204" pitchFamily="34" charset="0"/>
              <a:buChar char="•"/>
            </a:pPr>
            <a:r>
              <a:rPr lang="fr-FR" sz="1000" dirty="0">
                <a:solidFill>
                  <a:schemeClr val="bg1"/>
                </a:solidFill>
              </a:rPr>
              <a:t>SQL</a:t>
            </a:r>
          </a:p>
          <a:p>
            <a:pPr marL="171450" indent="-171450">
              <a:buClr>
                <a:schemeClr val="tx2"/>
              </a:buClr>
              <a:buFont typeface="Arial" panose="020B0604020202020204" pitchFamily="34" charset="0"/>
              <a:buChar char="•"/>
            </a:pPr>
            <a:r>
              <a:rPr lang="fr-FR" sz="1000" dirty="0">
                <a:solidFill>
                  <a:schemeClr val="bg1"/>
                </a:solidFill>
              </a:rPr>
              <a:t>Maitrise du pack Office : Word, Power Point, Excel</a:t>
            </a:r>
          </a:p>
        </p:txBody>
      </p:sp>
      <p:pic>
        <p:nvPicPr>
          <p:cNvPr id="47" name="Image 46" descr="Une image contenant personne, homme, mur, complet&#10;&#10;Description générée automatiquement">
            <a:extLst>
              <a:ext uri="{FF2B5EF4-FFF2-40B4-BE49-F238E27FC236}">
                <a16:creationId xmlns:a16="http://schemas.microsoft.com/office/drawing/2014/main" id="{7433AFBA-B87F-F7DE-43A6-400831E09E1D}"/>
              </a:ext>
            </a:extLst>
          </p:cNvPr>
          <p:cNvPicPr>
            <a:picLocks noChangeAspect="1"/>
          </p:cNvPicPr>
          <p:nvPr/>
        </p:nvPicPr>
        <p:blipFill rotWithShape="1">
          <a:blip r:embed="rId5"/>
          <a:srcRect l="10090" r="11331"/>
          <a:stretch/>
        </p:blipFill>
        <p:spPr>
          <a:xfrm>
            <a:off x="368572" y="557385"/>
            <a:ext cx="1069054" cy="1360476"/>
          </a:xfrm>
          <a:prstGeom prst="rect">
            <a:avLst/>
          </a:prstGeom>
        </p:spPr>
      </p:pic>
      <p:sp>
        <p:nvSpPr>
          <p:cNvPr id="48" name="ZoneTexte 47">
            <a:extLst>
              <a:ext uri="{FF2B5EF4-FFF2-40B4-BE49-F238E27FC236}">
                <a16:creationId xmlns:a16="http://schemas.microsoft.com/office/drawing/2014/main" id="{83D17651-3B3A-A8A5-DD90-007B18392C69}"/>
              </a:ext>
            </a:extLst>
          </p:cNvPr>
          <p:cNvSpPr txBox="1"/>
          <p:nvPr/>
        </p:nvSpPr>
        <p:spPr>
          <a:xfrm rot="840714">
            <a:off x="10017094" y="200487"/>
            <a:ext cx="787395" cy="369332"/>
          </a:xfrm>
          <a:prstGeom prst="rect">
            <a:avLst/>
          </a:prstGeom>
          <a:solidFill>
            <a:srgbClr val="C00000"/>
          </a:solidFill>
        </p:spPr>
        <p:txBody>
          <a:bodyPr wrap="none" rtlCol="0">
            <a:spAutoFit/>
          </a:bodyPr>
          <a:lstStyle/>
          <a:p>
            <a:r>
              <a:rPr lang="fr-FR" dirty="0">
                <a:solidFill>
                  <a:schemeClr val="bg1"/>
                </a:solidFill>
              </a:rPr>
              <a:t>Photo</a:t>
            </a:r>
          </a:p>
        </p:txBody>
      </p:sp>
      <p:pic>
        <p:nvPicPr>
          <p:cNvPr id="49" name="Picture 2" descr="Profile for Crédit Agricole Corporate &amp; Investment Bank (Crédit Agricole  CIB)">
            <a:extLst>
              <a:ext uri="{FF2B5EF4-FFF2-40B4-BE49-F238E27FC236}">
                <a16:creationId xmlns:a16="http://schemas.microsoft.com/office/drawing/2014/main" id="{A5F3F60B-6441-3E33-7E86-7A2E1E6A832D}"/>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222808" y="2379506"/>
            <a:ext cx="591033" cy="59103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Arkea - ND">
            <a:extLst>
              <a:ext uri="{FF2B5EF4-FFF2-40B4-BE49-F238E27FC236}">
                <a16:creationId xmlns:a16="http://schemas.microsoft.com/office/drawing/2014/main" id="{55F4E361-1742-C80B-6BAF-DD42EC6159D8}"/>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293084" y="3408048"/>
            <a:ext cx="469949" cy="469949"/>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4" descr="Natixis rejoint le projet R3 - bitcoin.fr">
            <a:extLst>
              <a:ext uri="{FF2B5EF4-FFF2-40B4-BE49-F238E27FC236}">
                <a16:creationId xmlns:a16="http://schemas.microsoft.com/office/drawing/2014/main" id="{B05E1526-8E40-E1D3-778A-F30C46A76FFD}"/>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298440" y="4212317"/>
            <a:ext cx="464593" cy="464593"/>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6" descr="Société Générale - France Active">
            <a:extLst>
              <a:ext uri="{FF2B5EF4-FFF2-40B4-BE49-F238E27FC236}">
                <a16:creationId xmlns:a16="http://schemas.microsoft.com/office/drawing/2014/main" id="{F037F5CB-6AB3-EE2C-A758-79443E942A9E}"/>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225256" y="5370519"/>
            <a:ext cx="562513" cy="2812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1883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B56EC-8377-DD3B-7366-E6774F805487}"/>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3466083A-4698-69D3-71D1-586ACEB72BB1}"/>
              </a:ext>
            </a:extLst>
          </p:cNvPr>
          <p:cNvGraphicFramePr>
            <a:graphicFrameLocks noChangeAspect="1"/>
          </p:cNvGraphicFramePr>
          <p:nvPr>
            <p:custDataLst>
              <p:tags r:id="rId1"/>
            </p:custDataLst>
            <p:extLst>
              <p:ext uri="{D42A27DB-BD31-4B8C-83A1-F6EECF244321}">
                <p14:modId xmlns:p14="http://schemas.microsoft.com/office/powerpoint/2010/main" val="9314947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245" imgH="245" progId="TCLayout.ActiveDocument.1">
                  <p:embed/>
                </p:oleObj>
              </mc:Choice>
              <mc:Fallback>
                <p:oleObj name="Diapositive think-cell" r:id="rId4" imgW="245" imgH="245" progId="TCLayout.ActiveDocument.1">
                  <p:embed/>
                  <p:pic>
                    <p:nvPicPr>
                      <p:cNvPr id="7" name="think-cell data - do not delete" hidden="1">
                        <a:extLst>
                          <a:ext uri="{FF2B5EF4-FFF2-40B4-BE49-F238E27FC236}">
                            <a16:creationId xmlns:a16="http://schemas.microsoft.com/office/drawing/2014/main" id="{3466083A-4698-69D3-71D1-586ACEB72BB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6" name="Tableau 8">
            <a:extLst>
              <a:ext uri="{FF2B5EF4-FFF2-40B4-BE49-F238E27FC236}">
                <a16:creationId xmlns:a16="http://schemas.microsoft.com/office/drawing/2014/main" id="{A3A19647-FD7D-E123-3162-76D42B52E86D}"/>
              </a:ext>
            </a:extLst>
          </p:cNvPr>
          <p:cNvGraphicFramePr>
            <a:graphicFrameLocks/>
          </p:cNvGraphicFramePr>
          <p:nvPr>
            <p:extLst>
              <p:ext uri="{D42A27DB-BD31-4B8C-83A1-F6EECF244321}">
                <p14:modId xmlns:p14="http://schemas.microsoft.com/office/powerpoint/2010/main" val="4219507491"/>
              </p:ext>
            </p:extLst>
          </p:nvPr>
        </p:nvGraphicFramePr>
        <p:xfrm>
          <a:off x="370870" y="1984675"/>
          <a:ext cx="11430002" cy="1785342"/>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0">
                <a:tc>
                  <a:txBody>
                    <a:bodyPr/>
                    <a:lstStyle/>
                    <a:p>
                      <a:pPr rtl="0">
                        <a:lnSpc>
                          <a:spcPct val="100000"/>
                        </a:lnSpc>
                        <a:spcBef>
                          <a:spcPts val="0"/>
                        </a:spcBef>
                        <a:spcAft>
                          <a:spcPts val="0"/>
                        </a:spcAft>
                      </a:pPr>
                      <a:r>
                        <a:rPr lang="fr-FR" sz="1200" b="1" noProof="0" dirty="0"/>
                        <a:t>CLIENT / PROJET</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rtl="0">
                        <a:lnSpc>
                          <a:spcPct val="100000"/>
                        </a:lnSpc>
                        <a:spcBef>
                          <a:spcPts val="0"/>
                        </a:spcBef>
                        <a:spcAft>
                          <a:spcPts val="0"/>
                        </a:spcAft>
                      </a:pPr>
                      <a:r>
                        <a:rPr lang="fr-FR" sz="1200" b="1" noProof="0" dirty="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rtl="0">
                        <a:lnSpc>
                          <a:spcPct val="100000"/>
                        </a:lnSpc>
                        <a:spcBef>
                          <a:spcPts val="0"/>
                        </a:spcBef>
                        <a:spcAft>
                          <a:spcPts val="0"/>
                        </a:spcAft>
                      </a:pPr>
                      <a:r>
                        <a:rPr lang="fr-FR" sz="1200" b="1" noProof="0"/>
                        <a:t>RÔLE ET 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369054">
                <a:tc>
                  <a:txBody>
                    <a:bodyPr/>
                    <a:lstStyle/>
                    <a:p>
                      <a:pPr marL="0" algn="l" defTabSz="557240" rtl="0" eaLnBrk="1" latinLnBrk="0" hangingPunct="1"/>
                      <a:r>
                        <a:rPr lang="fr-FR" sz="1050" b="1" kern="1200" noProof="0" dirty="0">
                          <a:solidFill>
                            <a:schemeClr val="tx1"/>
                          </a:solidFill>
                          <a:latin typeface="+mn-lt"/>
                          <a:ea typeface="+mn-ea"/>
                          <a:cs typeface="+mn-cs"/>
                        </a:rPr>
                        <a:t>client</a:t>
                      </a:r>
                    </a:p>
                    <a:p>
                      <a:pPr marL="0" algn="l" defTabSz="557240" rtl="0" eaLnBrk="1" latinLnBrk="0" hangingPunct="1"/>
                      <a:r>
                        <a:rPr lang="fr-FR" sz="1000" b="0" i="1" kern="1200" noProof="0" dirty="0">
                          <a:solidFill>
                            <a:schemeClr val="tx1"/>
                          </a:solidFill>
                          <a:latin typeface="+mn-lt"/>
                          <a:ea typeface="+mn-ea"/>
                          <a:cs typeface="+mn-cs"/>
                        </a:rPr>
                        <a:t>Programme XX</a:t>
                      </a:r>
                    </a:p>
                  </a:txBody>
                  <a:tcPr>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r>
                        <a:rPr lang="fr-FR" sz="1000" spc="-1" noProof="1">
                          <a:solidFill>
                            <a:schemeClr val="tx1"/>
                          </a:solidFill>
                          <a:uFill>
                            <a:solidFill>
                              <a:srgbClr val="FFFFFF"/>
                            </a:solidFill>
                          </a:uFill>
                        </a:rPr>
                        <a:t>XX</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a:buNone/>
                        <a:tabLst>
                          <a:tab pos="177800" algn="l"/>
                        </a:tabLst>
                        <a:defRPr/>
                      </a:pPr>
                      <a:r>
                        <a:rPr lang="fr-FR" sz="1000" b="1" kern="1200" dirty="0">
                          <a:solidFill>
                            <a:schemeClr val="tx1"/>
                          </a:solidFill>
                          <a:latin typeface="Arial" panose="020B0604020202020204" pitchFamily="34" charset="0"/>
                          <a:ea typeface="+mn-ea"/>
                          <a:cs typeface="Arial" panose="020B0604020202020204" pitchFamily="34" charset="0"/>
                        </a:rPr>
                        <a:t>INTITULE POSTE (XX mois) </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XX</a:t>
                      </a:r>
                    </a:p>
                  </a:txBody>
                  <a:tcP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extLst>
                  <a:ext uri="{0D108BD9-81ED-4DB2-BD59-A6C34878D82A}">
                    <a16:rowId xmlns:a16="http://schemas.microsoft.com/office/drawing/2014/main" val="1078204035"/>
                  </a:ext>
                </a:extLst>
              </a:tr>
              <a:tr h="369054">
                <a:tc>
                  <a:txBody>
                    <a:bodyPr/>
                    <a:lstStyle/>
                    <a:p>
                      <a:pPr marL="0" algn="l" defTabSz="557240" rtl="0" eaLnBrk="1" latinLnBrk="0" hangingPunct="1"/>
                      <a:endParaRPr lang="fr-FR" sz="1000" b="1" i="1" kern="1200" noProof="0" dirty="0">
                        <a:solidFill>
                          <a:schemeClr val="accent3"/>
                        </a:solidFill>
                        <a:latin typeface="+mn-lt"/>
                        <a:ea typeface="+mn-ea"/>
                        <a:cs typeface="+mn-cs"/>
                      </a:endParaRPr>
                    </a:p>
                  </a:txBody>
                  <a:tcPr>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endParaRPr lang="fr-FR" sz="1000" spc="-1" noProof="1">
                        <a:uFill>
                          <a:solidFill>
                            <a:srgbClr val="FFFFFF"/>
                          </a:solidFill>
                        </a:u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100"/>
                        </a:spcAft>
                        <a:buClrTx/>
                        <a:buSzPct val="100000"/>
                        <a:buFontTx/>
                        <a:buNone/>
                        <a:tabLst/>
                        <a:defRPr/>
                      </a:pPr>
                      <a:endParaRPr lang="fr-FR" sz="1000" kern="1200" noProof="0" dirty="0">
                        <a:solidFill>
                          <a:schemeClr val="tx1"/>
                        </a:solidFill>
                        <a:latin typeface="+mn-lt"/>
                        <a:ea typeface="+mn-ea"/>
                        <a:cs typeface="+mn-cs"/>
                      </a:endParaRPr>
                    </a:p>
                  </a:txBody>
                  <a:tcPr>
                    <a:lnL w="12700" cap="flat" cmpd="sng" algn="ctr">
                      <a:solidFill>
                        <a:schemeClr val="bg1"/>
                      </a:solidFill>
                      <a:prstDash val="solid"/>
                      <a:round/>
                      <a:headEnd type="none" w="med" len="med"/>
                      <a:tailEnd type="none" w="med" len="med"/>
                    </a:lnL>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extLst>
                  <a:ext uri="{0D108BD9-81ED-4DB2-BD59-A6C34878D82A}">
                    <a16:rowId xmlns:a16="http://schemas.microsoft.com/office/drawing/2014/main" val="3511582527"/>
                  </a:ext>
                </a:extLst>
              </a:tr>
              <a:tr h="369054">
                <a:tc>
                  <a:txBody>
                    <a:bodyPr/>
                    <a:lstStyle/>
                    <a:p>
                      <a:pPr marL="0" algn="l" defTabSz="557240" rtl="0" eaLnBrk="1" latinLnBrk="0" hangingPunct="1"/>
                      <a:endParaRPr lang="fr-FR" sz="1000" b="0" i="1" kern="1200" noProof="0" dirty="0">
                        <a:solidFill>
                          <a:schemeClr val="tx1"/>
                        </a:solidFill>
                        <a:latin typeface="+mn-lt"/>
                        <a:ea typeface="+mn-ea"/>
                        <a:cs typeface="+mn-cs"/>
                      </a:endParaRPr>
                    </a:p>
                  </a:txBody>
                  <a:tcPr>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endParaRPr lang="fr-FR" sz="1000" spc="-1" noProof="1">
                        <a:uFill>
                          <a:solidFill>
                            <a:srgbClr val="FFFFFF"/>
                          </a:solidFill>
                        </a:u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None/>
                        <a:tabLst>
                          <a:tab pos="177800" algn="l"/>
                        </a:tabLst>
                        <a:defRPr/>
                      </a:pPr>
                      <a:endParaRPr lang="fr-FR" sz="1000" b="1" kern="1200" dirty="0">
                        <a:solidFill>
                          <a:schemeClr val="tx1"/>
                        </a:solidFill>
                        <a:latin typeface="+mn-lt"/>
                        <a:ea typeface="+mn-ea"/>
                        <a:cs typeface="+mn-cs"/>
                      </a:endParaRPr>
                    </a:p>
                  </a:txBody>
                  <a:tcPr>
                    <a:lnL w="12700" cap="flat" cmpd="sng" algn="ctr">
                      <a:solidFill>
                        <a:schemeClr val="bg1"/>
                      </a:solidFill>
                      <a:prstDash val="solid"/>
                      <a:round/>
                      <a:headEnd type="none" w="med" len="med"/>
                      <a:tailEnd type="none" w="med" len="med"/>
                    </a:lnL>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extLst>
                  <a:ext uri="{0D108BD9-81ED-4DB2-BD59-A6C34878D82A}">
                    <a16:rowId xmlns:a16="http://schemas.microsoft.com/office/drawing/2014/main" val="2815008799"/>
                  </a:ext>
                </a:extLst>
              </a:tr>
              <a:tr h="369054">
                <a:tc>
                  <a:txBody>
                    <a:bodyPr/>
                    <a:lstStyle/>
                    <a:p>
                      <a:pPr marL="0" algn="l" defTabSz="557240" rtl="0" eaLnBrk="1" latinLnBrk="0" hangingPunct="1"/>
                      <a:endParaRPr lang="fr-FR" sz="850" b="1" i="1" kern="1200" noProof="0" dirty="0">
                        <a:solidFill>
                          <a:schemeClr val="accent3"/>
                        </a:solidFill>
                        <a:latin typeface="+mn-lt"/>
                        <a:ea typeface="+mn-ea"/>
                        <a:cs typeface="+mn-cs"/>
                      </a:endParaRPr>
                    </a:p>
                  </a:txBody>
                  <a:tcPr anchor="ctr">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557240" rtl="0" eaLnBrk="1" fontAlgn="auto" latinLnBrk="0" hangingPunct="1">
                        <a:lnSpc>
                          <a:spcPct val="90000"/>
                        </a:lnSpc>
                        <a:spcBef>
                          <a:spcPts val="300"/>
                        </a:spcBef>
                        <a:spcAft>
                          <a:spcPts val="100"/>
                        </a:spcAft>
                        <a:buClr>
                          <a:schemeClr val="accent1"/>
                        </a:buClr>
                        <a:buSzPct val="100000"/>
                        <a:buFont typeface="Arial"/>
                        <a:buNone/>
                        <a:tabLst>
                          <a:tab pos="177800" algn="l"/>
                        </a:tabLst>
                        <a:defRPr/>
                      </a:pPr>
                      <a:endParaRPr lang="fr-FR" sz="1000" kern="1200" spc="-1" noProof="0" dirty="0">
                        <a:solidFill>
                          <a:schemeClr val="tx1"/>
                        </a:solidFill>
                        <a:uFill>
                          <a:solidFill>
                            <a:srgbClr val="FFFFFF"/>
                          </a:solidFill>
                        </a:u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None/>
                        <a:tabLst>
                          <a:tab pos="177800" algn="l"/>
                        </a:tabLst>
                        <a:defRPr/>
                      </a:pPr>
                      <a:endParaRPr lang="fr-FR" sz="1000" b="0" kern="1200" dirty="0">
                        <a:solidFill>
                          <a:schemeClr val="tx1"/>
                        </a:solidFill>
                        <a:latin typeface="+mn-lt"/>
                        <a:ea typeface="+mn-ea"/>
                        <a:cs typeface="+mn-cs"/>
                      </a:endParaRPr>
                    </a:p>
                  </a:txBody>
                  <a:tcPr>
                    <a:lnL w="12700" cap="flat" cmpd="sng" algn="ctr">
                      <a:solidFill>
                        <a:schemeClr val="bg1"/>
                      </a:solidFill>
                      <a:prstDash val="solid"/>
                      <a:round/>
                      <a:headEnd type="none" w="med" len="med"/>
                      <a:tailEnd type="none" w="med" len="med"/>
                    </a:lnL>
                    <a:lnT w="12700" cap="flat" cmpd="sng" algn="ctr">
                      <a:solidFill>
                        <a:schemeClr val="tx1">
                          <a:lumMod val="20000"/>
                          <a:lumOff val="80000"/>
                        </a:schemeClr>
                      </a:solidFill>
                      <a:prstDash val="sysDash"/>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274134674"/>
                  </a:ext>
                </a:extLst>
              </a:tr>
            </a:tbl>
          </a:graphicData>
        </a:graphic>
      </p:graphicFrame>
      <p:sp>
        <p:nvSpPr>
          <p:cNvPr id="2" name="Titre 1">
            <a:extLst>
              <a:ext uri="{FF2B5EF4-FFF2-40B4-BE49-F238E27FC236}">
                <a16:creationId xmlns:a16="http://schemas.microsoft.com/office/drawing/2014/main" id="{B6399308-A61A-08DD-CE08-E7F6C1E3ABF5}"/>
              </a:ext>
            </a:extLst>
          </p:cNvPr>
          <p:cNvSpPr>
            <a:spLocks noGrp="1"/>
          </p:cNvSpPr>
          <p:nvPr>
            <p:ph type="title"/>
          </p:nvPr>
        </p:nvSpPr>
        <p:spPr/>
        <p:txBody>
          <a:bodyPr vert="horz"/>
          <a:lstStyle/>
          <a:p>
            <a:r>
              <a:rPr lang="fr-FR" noProof="0" dirty="0"/>
              <a:t>Sanae </a:t>
            </a:r>
            <a:r>
              <a:rPr lang="fr-FR" noProof="0" dirty="0" err="1"/>
              <a:t>kiati</a:t>
            </a:r>
            <a:endParaRPr lang="fr-FR" noProof="0" dirty="0"/>
          </a:p>
        </p:txBody>
      </p:sp>
      <p:sp>
        <p:nvSpPr>
          <p:cNvPr id="3" name="Espace réservé du numéro de diapositive 2">
            <a:extLst>
              <a:ext uri="{FF2B5EF4-FFF2-40B4-BE49-F238E27FC236}">
                <a16:creationId xmlns:a16="http://schemas.microsoft.com/office/drawing/2014/main" id="{0A296820-E9A1-5D9A-A12E-A64B0EF80F42}"/>
              </a:ext>
            </a:extLst>
          </p:cNvPr>
          <p:cNvSpPr>
            <a:spLocks noGrp="1"/>
          </p:cNvSpPr>
          <p:nvPr>
            <p:ph type="sldNum" sz="quarter" idx="11"/>
          </p:nvPr>
        </p:nvSpPr>
        <p:spPr/>
        <p:txBody>
          <a:bodyPr/>
          <a:lstStyle/>
          <a:p>
            <a:fld id="{BE9517EC-C298-4848-B090-11602D956FCE}" type="slidenum">
              <a:rPr lang="fr-FR" noProof="0" smtClean="0"/>
              <a:pPr/>
              <a:t>2</a:t>
            </a:fld>
            <a:endParaRPr lang="fr-FR" noProof="0"/>
          </a:p>
        </p:txBody>
      </p:sp>
      <p:sp>
        <p:nvSpPr>
          <p:cNvPr id="5" name="Espace réservé de la date 4">
            <a:extLst>
              <a:ext uri="{FF2B5EF4-FFF2-40B4-BE49-F238E27FC236}">
                <a16:creationId xmlns:a16="http://schemas.microsoft.com/office/drawing/2014/main" id="{F5384F8A-E0B2-68D9-E963-C05500981BDA}"/>
              </a:ext>
            </a:extLst>
          </p:cNvPr>
          <p:cNvSpPr>
            <a:spLocks noGrp="1"/>
          </p:cNvSpPr>
          <p:nvPr>
            <p:ph type="dt" sz="half" idx="2"/>
          </p:nvPr>
        </p:nvSpPr>
        <p:spPr/>
        <p:txBody>
          <a:bodyPr/>
          <a:lstStyle/>
          <a:p>
            <a:fld id="{05EECF77-BC25-41C0-A0EF-6A4B97F069C1}" type="datetime1">
              <a:rPr lang="fr-FR" noProof="0" smtClean="0"/>
              <a:t>27/03/2025</a:t>
            </a:fld>
            <a:endParaRPr lang="fr-FR" noProof="0"/>
          </a:p>
        </p:txBody>
      </p:sp>
      <p:sp>
        <p:nvSpPr>
          <p:cNvPr id="15" name="Forme libre : forme 14">
            <a:extLst>
              <a:ext uri="{FF2B5EF4-FFF2-40B4-BE49-F238E27FC236}">
                <a16:creationId xmlns:a16="http://schemas.microsoft.com/office/drawing/2014/main" id="{7011D353-CB76-5330-72E0-1640B4E140BF}"/>
              </a:ext>
            </a:extLst>
          </p:cNvPr>
          <p:cNvSpPr/>
          <p:nvPr/>
        </p:nvSpPr>
        <p:spPr>
          <a:xfrm>
            <a:off x="380995" y="1332000"/>
            <a:ext cx="5715005"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93356" h="449448">
                <a:moveTo>
                  <a:pt x="0" y="0"/>
                </a:moveTo>
                <a:lnTo>
                  <a:pt x="4980165" y="0"/>
                </a:lnTo>
                <a:lnTo>
                  <a:pt x="4997252" y="0"/>
                </a:lnTo>
                <a:lnTo>
                  <a:pt x="4997252" y="1816"/>
                </a:lnTo>
                <a:lnTo>
                  <a:pt x="5023131" y="4566"/>
                </a:lnTo>
                <a:cubicBezTo>
                  <a:pt x="5120278" y="25520"/>
                  <a:pt x="5193356" y="116126"/>
                  <a:pt x="5193356" y="224724"/>
                </a:cubicBezTo>
                <a:cubicBezTo>
                  <a:pt x="5193356" y="333322"/>
                  <a:pt x="5120278" y="423928"/>
                  <a:pt x="5023131" y="444883"/>
                </a:cubicBezTo>
                <a:lnTo>
                  <a:pt x="4997252" y="447632"/>
                </a:lnTo>
                <a:lnTo>
                  <a:pt x="4997252" y="449447"/>
                </a:lnTo>
                <a:lnTo>
                  <a:pt x="4980175" y="449447"/>
                </a:lnTo>
                <a:lnTo>
                  <a:pt x="4980165" y="449448"/>
                </a:lnTo>
                <a:lnTo>
                  <a:pt x="4980156" y="449447"/>
                </a:lnTo>
                <a:lnTo>
                  <a:pt x="0" y="449447"/>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r>
              <a:rPr lang="fr-FR" sz="1200" b="1" kern="0">
                <a:solidFill>
                  <a:schemeClr val="bg1"/>
                </a:solidFill>
                <a:latin typeface="Arial" panose="020B0604020202020204" pitchFamily="34" charset="0"/>
                <a:cs typeface="Arial" panose="020B0604020202020204" pitchFamily="34" charset="0"/>
              </a:rPr>
              <a:t>PRINCIPALES EXPÉRIENCES EN LIEN AVEC LA MISSION (SUITE)</a:t>
            </a:r>
          </a:p>
        </p:txBody>
      </p:sp>
      <p:sp>
        <p:nvSpPr>
          <p:cNvPr id="4" name="Rectangle 3">
            <a:extLst>
              <a:ext uri="{FF2B5EF4-FFF2-40B4-BE49-F238E27FC236}">
                <a16:creationId xmlns:a16="http://schemas.microsoft.com/office/drawing/2014/main" id="{7FAD709F-5F89-99E7-FF88-A8501EB5827E}"/>
              </a:ext>
            </a:extLst>
          </p:cNvPr>
          <p:cNvSpPr/>
          <p:nvPr/>
        </p:nvSpPr>
        <p:spPr>
          <a:xfrm>
            <a:off x="12305039" y="0"/>
            <a:ext cx="2071025" cy="205285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100" dirty="0">
                <a:solidFill>
                  <a:schemeClr val="tx1"/>
                </a:solidFill>
              </a:rPr>
              <a:t>Nota : cette présentation en tableau devra être en cohérence avec la présentation des références mission AMITA (références courtes)</a:t>
            </a:r>
          </a:p>
        </p:txBody>
      </p:sp>
      <p:sp>
        <p:nvSpPr>
          <p:cNvPr id="8" name="Rectangle 7">
            <a:extLst>
              <a:ext uri="{FF2B5EF4-FFF2-40B4-BE49-F238E27FC236}">
                <a16:creationId xmlns:a16="http://schemas.microsoft.com/office/drawing/2014/main" id="{C7C75D43-1D3B-B588-BA43-FE74C18EAF1C}"/>
              </a:ext>
            </a:extLst>
          </p:cNvPr>
          <p:cNvSpPr/>
          <p:nvPr/>
        </p:nvSpPr>
        <p:spPr>
          <a:xfrm>
            <a:off x="4862670" y="0"/>
            <a:ext cx="2071025" cy="33306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CV détaillé</a:t>
            </a:r>
          </a:p>
        </p:txBody>
      </p:sp>
      <p:sp>
        <p:nvSpPr>
          <p:cNvPr id="9" name="Espace réservé du pied de page 8">
            <a:extLst>
              <a:ext uri="{FF2B5EF4-FFF2-40B4-BE49-F238E27FC236}">
                <a16:creationId xmlns:a16="http://schemas.microsoft.com/office/drawing/2014/main" id="{A90C2F6B-CD06-D986-FF18-237658CD360A}"/>
              </a:ext>
            </a:extLst>
          </p:cNvPr>
          <p:cNvSpPr>
            <a:spLocks noGrp="1"/>
          </p:cNvSpPr>
          <p:nvPr>
            <p:ph type="ftr" sz="quarter" idx="10"/>
          </p:nvPr>
        </p:nvSpPr>
        <p:spPr/>
        <p:txBody>
          <a:bodyPr/>
          <a:lstStyle/>
          <a:p>
            <a:r>
              <a:rPr lang="fr-FR"/>
              <a:t>AMITA CONSEIL</a:t>
            </a:r>
          </a:p>
        </p:txBody>
      </p:sp>
    </p:spTree>
    <p:extLst>
      <p:ext uri="{BB962C8B-B14F-4D97-AF65-F5344CB8AC3E}">
        <p14:creationId xmlns:p14="http://schemas.microsoft.com/office/powerpoint/2010/main" val="2876425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8E4E6-0FB2-A25B-B3EC-B23D8B666B88}"/>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6813216-06A6-4E8A-62E2-80030942941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600" imgH="601" progId="TCLayout.ActiveDocument.1">
                  <p:embed/>
                </p:oleObj>
              </mc:Choice>
              <mc:Fallback>
                <p:oleObj name="Diapositive think-cell" r:id="rId3" imgW="600" imgH="601" progId="TCLayout.ActiveDocument.1">
                  <p:embed/>
                  <p:pic>
                    <p:nvPicPr>
                      <p:cNvPr id="5" name="think-cell data - do not delete" hidden="1">
                        <a:extLst>
                          <a:ext uri="{FF2B5EF4-FFF2-40B4-BE49-F238E27FC236}">
                            <a16:creationId xmlns:a16="http://schemas.microsoft.com/office/drawing/2014/main" id="{F4401277-41B0-E171-2C86-3D0217B7744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2" name="Rectangle : coins arrondis 41">
            <a:extLst>
              <a:ext uri="{FF2B5EF4-FFF2-40B4-BE49-F238E27FC236}">
                <a16:creationId xmlns:a16="http://schemas.microsoft.com/office/drawing/2014/main" id="{24745F0F-6CC8-9EA2-44B3-613FFB4E16F4}"/>
              </a:ext>
            </a:extLst>
          </p:cNvPr>
          <p:cNvSpPr/>
          <p:nvPr/>
        </p:nvSpPr>
        <p:spPr>
          <a:xfrm>
            <a:off x="155576" y="491646"/>
            <a:ext cx="4002518" cy="5848828"/>
          </a:xfrm>
          <a:prstGeom prst="roundRect">
            <a:avLst>
              <a:gd name="adj" fmla="val 4261"/>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ysClr val="windowText" lastClr="000000"/>
              </a:solidFill>
            </a:endParaRPr>
          </a:p>
        </p:txBody>
      </p:sp>
      <p:sp>
        <p:nvSpPr>
          <p:cNvPr id="16" name="ZoneTexte 15">
            <a:extLst>
              <a:ext uri="{FF2B5EF4-FFF2-40B4-BE49-F238E27FC236}">
                <a16:creationId xmlns:a16="http://schemas.microsoft.com/office/drawing/2014/main" id="{B54734BF-408B-A5A6-8E53-D384E930AF6A}"/>
              </a:ext>
            </a:extLst>
          </p:cNvPr>
          <p:cNvSpPr txBox="1"/>
          <p:nvPr/>
        </p:nvSpPr>
        <p:spPr>
          <a:xfrm>
            <a:off x="1363319" y="705962"/>
            <a:ext cx="2689966" cy="846386"/>
          </a:xfrm>
          <a:prstGeom prst="rect">
            <a:avLst/>
          </a:prstGeom>
          <a:noFill/>
        </p:spPr>
        <p:txBody>
          <a:bodyPr wrap="square" lIns="91440" tIns="45720" rIns="91440" bIns="45720" rtlCol="0" anchor="t">
            <a:spAutoFit/>
          </a:bodyPr>
          <a:lstStyle/>
          <a:p>
            <a:r>
              <a:rPr lang="fr-FR" sz="2400" cap="all" dirty="0">
                <a:solidFill>
                  <a:schemeClr val="bg1"/>
                </a:solidFill>
                <a:latin typeface="+mj-lt"/>
                <a:ea typeface="+mj-ea"/>
                <a:cs typeface="+mj-cs"/>
              </a:rPr>
              <a:t>AN</a:t>
            </a:r>
          </a:p>
          <a:p>
            <a:r>
              <a:rPr lang="fr-FR" sz="1600" b="1" dirty="0">
                <a:solidFill>
                  <a:schemeClr val="tx2"/>
                </a:solidFill>
                <a:latin typeface="+mj-lt"/>
              </a:rPr>
              <a:t>CONSULTANT</a:t>
            </a:r>
            <a:endParaRPr lang="fr-FR" sz="900" b="1" dirty="0">
              <a:solidFill>
                <a:schemeClr val="tx2"/>
              </a:solidFill>
              <a:latin typeface="+mj-lt"/>
            </a:endParaRPr>
          </a:p>
          <a:p>
            <a:r>
              <a:rPr lang="fr-FR" sz="900" b="1" dirty="0">
                <a:solidFill>
                  <a:schemeClr val="tx2"/>
                </a:solidFill>
                <a:latin typeface="+mj-lt"/>
              </a:rPr>
              <a:t>2 ANS D’EXPÉRIENCE</a:t>
            </a:r>
          </a:p>
        </p:txBody>
      </p:sp>
      <p:sp>
        <p:nvSpPr>
          <p:cNvPr id="17" name="ZoneTexte 16">
            <a:extLst>
              <a:ext uri="{FF2B5EF4-FFF2-40B4-BE49-F238E27FC236}">
                <a16:creationId xmlns:a16="http://schemas.microsoft.com/office/drawing/2014/main" id="{2EF715D1-E2C0-623A-019B-795D0059A215}"/>
              </a:ext>
            </a:extLst>
          </p:cNvPr>
          <p:cNvSpPr txBox="1"/>
          <p:nvPr/>
        </p:nvSpPr>
        <p:spPr>
          <a:xfrm>
            <a:off x="4239096" y="705962"/>
            <a:ext cx="7571902" cy="938719"/>
          </a:xfrm>
          <a:prstGeom prst="rect">
            <a:avLst/>
          </a:prstGeom>
          <a:noFill/>
        </p:spPr>
        <p:txBody>
          <a:bodyPr wrap="square" lIns="91440" tIns="45720" rIns="91440" bIns="45720" rtlCol="0" anchor="t">
            <a:spAutoFit/>
          </a:bodyPr>
          <a:lstStyle/>
          <a:p>
            <a:pPr>
              <a:spcBef>
                <a:spcPts val="600"/>
              </a:spcBef>
              <a:spcAft>
                <a:spcPts val="400"/>
              </a:spcAft>
              <a:buClr>
                <a:schemeClr val="tx2"/>
              </a:buClr>
            </a:pPr>
            <a:r>
              <a:rPr lang="fr-FR" sz="1100" dirty="0"/>
              <a:t>AN est Data Consultant, avec 2 ans d’expérience dans le conseil. Rigoureux, il maîtrise l’analyse de données et la retranscription des besoins exprimés par les métiers en fonctionnalités adaptées, notamment en matière de data visualisation sous </a:t>
            </a:r>
            <a:r>
              <a:rPr lang="fr-FR" sz="1100" dirty="0" err="1"/>
              <a:t>PowerBI</a:t>
            </a:r>
            <a:r>
              <a:rPr lang="fr-FR" sz="1100" dirty="0"/>
              <a:t>. AN a pu participer sur un projet structurant de développement de modèles de données et de création  et déploiement de </a:t>
            </a:r>
            <a:r>
              <a:rPr lang="fr-FR" sz="1100" dirty="0" err="1"/>
              <a:t>dashboards</a:t>
            </a:r>
            <a:r>
              <a:rPr lang="fr-FR" sz="1100" dirty="0"/>
              <a:t> orientés vers différents besoins métiers de la </a:t>
            </a:r>
            <a:r>
              <a:rPr lang="fr-FR" sz="1100" dirty="0" err="1"/>
              <a:t>banque.Dynamique</a:t>
            </a:r>
            <a:r>
              <a:rPr lang="fr-FR" sz="1100" dirty="0"/>
              <a:t>, adaptable et professionnel, AN mènera à bien tous les projets qui lui seront confiés.</a:t>
            </a:r>
          </a:p>
        </p:txBody>
      </p:sp>
      <p:sp>
        <p:nvSpPr>
          <p:cNvPr id="19" name="Rectangle 18">
            <a:extLst>
              <a:ext uri="{FF2B5EF4-FFF2-40B4-BE49-F238E27FC236}">
                <a16:creationId xmlns:a16="http://schemas.microsoft.com/office/drawing/2014/main" id="{1D91A36C-F664-7314-031B-E426B422B119}"/>
              </a:ext>
            </a:extLst>
          </p:cNvPr>
          <p:cNvSpPr/>
          <p:nvPr/>
        </p:nvSpPr>
        <p:spPr>
          <a:xfrm>
            <a:off x="368572" y="5288594"/>
            <a:ext cx="3582332" cy="8429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endParaRPr lang="fr-FR" sz="1000" dirty="0">
              <a:solidFill>
                <a:schemeClr val="bg1"/>
              </a:solidFill>
            </a:endParaRPr>
          </a:p>
        </p:txBody>
      </p:sp>
      <p:sp>
        <p:nvSpPr>
          <p:cNvPr id="20" name="Forme libre : forme 19">
            <a:extLst>
              <a:ext uri="{FF2B5EF4-FFF2-40B4-BE49-F238E27FC236}">
                <a16:creationId xmlns:a16="http://schemas.microsoft.com/office/drawing/2014/main" id="{139950EA-6B3B-EF94-950C-387E90D2E13F}"/>
              </a:ext>
            </a:extLst>
          </p:cNvPr>
          <p:cNvSpPr/>
          <p:nvPr/>
        </p:nvSpPr>
        <p:spPr>
          <a:xfrm>
            <a:off x="152673" y="3326530"/>
            <a:ext cx="2419514"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 name="connsiteX0" fmla="*/ 2764053 w 5193356"/>
              <a:gd name="connsiteY0" fmla="*/ 0 h 458973"/>
              <a:gd name="connsiteX1" fmla="*/ 4980165 w 5193356"/>
              <a:gd name="connsiteY1" fmla="*/ 9525 h 458973"/>
              <a:gd name="connsiteX2" fmla="*/ 4997252 w 5193356"/>
              <a:gd name="connsiteY2" fmla="*/ 9525 h 458973"/>
              <a:gd name="connsiteX3" fmla="*/ 4997252 w 5193356"/>
              <a:gd name="connsiteY3" fmla="*/ 11341 h 458973"/>
              <a:gd name="connsiteX4" fmla="*/ 5023131 w 5193356"/>
              <a:gd name="connsiteY4" fmla="*/ 14091 h 458973"/>
              <a:gd name="connsiteX5" fmla="*/ 5193356 w 5193356"/>
              <a:gd name="connsiteY5" fmla="*/ 234249 h 458973"/>
              <a:gd name="connsiteX6" fmla="*/ 5023131 w 5193356"/>
              <a:gd name="connsiteY6" fmla="*/ 454408 h 458973"/>
              <a:gd name="connsiteX7" fmla="*/ 4997252 w 5193356"/>
              <a:gd name="connsiteY7" fmla="*/ 457157 h 458973"/>
              <a:gd name="connsiteX8" fmla="*/ 4997252 w 5193356"/>
              <a:gd name="connsiteY8" fmla="*/ 458972 h 458973"/>
              <a:gd name="connsiteX9" fmla="*/ 4980175 w 5193356"/>
              <a:gd name="connsiteY9" fmla="*/ 458972 h 458973"/>
              <a:gd name="connsiteX10" fmla="*/ 4980165 w 5193356"/>
              <a:gd name="connsiteY10" fmla="*/ 458973 h 458973"/>
              <a:gd name="connsiteX11" fmla="*/ 4980156 w 5193356"/>
              <a:gd name="connsiteY11" fmla="*/ 458972 h 458973"/>
              <a:gd name="connsiteX12" fmla="*/ 0 w 5193356"/>
              <a:gd name="connsiteY12" fmla="*/ 458972 h 458973"/>
              <a:gd name="connsiteX13" fmla="*/ 2764053 w 5193356"/>
              <a:gd name="connsiteY13" fmla="*/ 0 h 458973"/>
              <a:gd name="connsiteX0" fmla="*/ 0 w 2429303"/>
              <a:gd name="connsiteY0" fmla="*/ 0 h 458973"/>
              <a:gd name="connsiteX1" fmla="*/ 2216112 w 2429303"/>
              <a:gd name="connsiteY1" fmla="*/ 9525 h 458973"/>
              <a:gd name="connsiteX2" fmla="*/ 2233199 w 2429303"/>
              <a:gd name="connsiteY2" fmla="*/ 9525 h 458973"/>
              <a:gd name="connsiteX3" fmla="*/ 2233199 w 2429303"/>
              <a:gd name="connsiteY3" fmla="*/ 11341 h 458973"/>
              <a:gd name="connsiteX4" fmla="*/ 2259078 w 2429303"/>
              <a:gd name="connsiteY4" fmla="*/ 14091 h 458973"/>
              <a:gd name="connsiteX5" fmla="*/ 2429303 w 2429303"/>
              <a:gd name="connsiteY5" fmla="*/ 234249 h 458973"/>
              <a:gd name="connsiteX6" fmla="*/ 2259078 w 2429303"/>
              <a:gd name="connsiteY6" fmla="*/ 454408 h 458973"/>
              <a:gd name="connsiteX7" fmla="*/ 2233199 w 2429303"/>
              <a:gd name="connsiteY7" fmla="*/ 457157 h 458973"/>
              <a:gd name="connsiteX8" fmla="*/ 2233199 w 2429303"/>
              <a:gd name="connsiteY8" fmla="*/ 458972 h 458973"/>
              <a:gd name="connsiteX9" fmla="*/ 2216122 w 2429303"/>
              <a:gd name="connsiteY9" fmla="*/ 458972 h 458973"/>
              <a:gd name="connsiteX10" fmla="*/ 2216112 w 2429303"/>
              <a:gd name="connsiteY10" fmla="*/ 458973 h 458973"/>
              <a:gd name="connsiteX11" fmla="*/ 2216103 w 2429303"/>
              <a:gd name="connsiteY11" fmla="*/ 458972 h 458973"/>
              <a:gd name="connsiteX12" fmla="*/ 0 w 2429303"/>
              <a:gd name="connsiteY12" fmla="*/ 458972 h 458973"/>
              <a:gd name="connsiteX13" fmla="*/ 0 w 2429303"/>
              <a:gd name="connsiteY13" fmla="*/ 0 h 45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9303" h="458973">
                <a:moveTo>
                  <a:pt x="0" y="0"/>
                </a:moveTo>
                <a:lnTo>
                  <a:pt x="2216112" y="9525"/>
                </a:lnTo>
                <a:lnTo>
                  <a:pt x="2233199" y="9525"/>
                </a:lnTo>
                <a:lnTo>
                  <a:pt x="2233199" y="11341"/>
                </a:lnTo>
                <a:lnTo>
                  <a:pt x="2259078" y="14091"/>
                </a:lnTo>
                <a:cubicBezTo>
                  <a:pt x="2356225" y="35045"/>
                  <a:pt x="2429303" y="125651"/>
                  <a:pt x="2429303" y="234249"/>
                </a:cubicBezTo>
                <a:cubicBezTo>
                  <a:pt x="2429303" y="342847"/>
                  <a:pt x="2356225" y="433453"/>
                  <a:pt x="2259078" y="454408"/>
                </a:cubicBezTo>
                <a:lnTo>
                  <a:pt x="2233199" y="457157"/>
                </a:lnTo>
                <a:lnTo>
                  <a:pt x="2233199" y="458972"/>
                </a:lnTo>
                <a:lnTo>
                  <a:pt x="2216122" y="458972"/>
                </a:lnTo>
                <a:cubicBezTo>
                  <a:pt x="2216119" y="458972"/>
                  <a:pt x="2216115" y="458973"/>
                  <a:pt x="2216112" y="458973"/>
                </a:cubicBezTo>
                <a:cubicBezTo>
                  <a:pt x="2216109" y="458973"/>
                  <a:pt x="2216106" y="458972"/>
                  <a:pt x="2216103" y="458972"/>
                </a:cubicBezTo>
                <a:lnTo>
                  <a:pt x="0" y="458972"/>
                </a:lnTo>
                <a:lnTo>
                  <a:pt x="0" y="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fr-FR" sz="1200" b="1" kern="0">
                <a:solidFill>
                  <a:srgbClr val="353637"/>
                </a:solidFill>
                <a:latin typeface="Arial" panose="020B0604020202020204" pitchFamily="34" charset="0"/>
                <a:cs typeface="Arial" panose="020B0604020202020204" pitchFamily="34" charset="0"/>
              </a:rPr>
              <a:t>COMPÉTENCES</a:t>
            </a:r>
            <a:endParaRPr lang="fr-FR" sz="1600" b="1" kern="0">
              <a:solidFill>
                <a:srgbClr val="353637"/>
              </a:solidFill>
              <a:latin typeface="Arial" panose="020B0604020202020204" pitchFamily="34" charset="0"/>
              <a:cs typeface="Arial" panose="020B0604020202020204" pitchFamily="34" charset="0"/>
            </a:endParaRPr>
          </a:p>
        </p:txBody>
      </p:sp>
      <p:sp>
        <p:nvSpPr>
          <p:cNvPr id="22" name="Forme libre : forme 21">
            <a:extLst>
              <a:ext uri="{FF2B5EF4-FFF2-40B4-BE49-F238E27FC236}">
                <a16:creationId xmlns:a16="http://schemas.microsoft.com/office/drawing/2014/main" id="{2E3765A4-DBB1-ED99-E44D-40F01692E8A5}"/>
              </a:ext>
            </a:extLst>
          </p:cNvPr>
          <p:cNvSpPr/>
          <p:nvPr/>
        </p:nvSpPr>
        <p:spPr>
          <a:xfrm>
            <a:off x="152673" y="4858846"/>
            <a:ext cx="2419514"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 name="connsiteX0" fmla="*/ 2764053 w 5193356"/>
              <a:gd name="connsiteY0" fmla="*/ 0 h 458973"/>
              <a:gd name="connsiteX1" fmla="*/ 4980165 w 5193356"/>
              <a:gd name="connsiteY1" fmla="*/ 9525 h 458973"/>
              <a:gd name="connsiteX2" fmla="*/ 4997252 w 5193356"/>
              <a:gd name="connsiteY2" fmla="*/ 9525 h 458973"/>
              <a:gd name="connsiteX3" fmla="*/ 4997252 w 5193356"/>
              <a:gd name="connsiteY3" fmla="*/ 11341 h 458973"/>
              <a:gd name="connsiteX4" fmla="*/ 5023131 w 5193356"/>
              <a:gd name="connsiteY4" fmla="*/ 14091 h 458973"/>
              <a:gd name="connsiteX5" fmla="*/ 5193356 w 5193356"/>
              <a:gd name="connsiteY5" fmla="*/ 234249 h 458973"/>
              <a:gd name="connsiteX6" fmla="*/ 5023131 w 5193356"/>
              <a:gd name="connsiteY6" fmla="*/ 454408 h 458973"/>
              <a:gd name="connsiteX7" fmla="*/ 4997252 w 5193356"/>
              <a:gd name="connsiteY7" fmla="*/ 457157 h 458973"/>
              <a:gd name="connsiteX8" fmla="*/ 4997252 w 5193356"/>
              <a:gd name="connsiteY8" fmla="*/ 458972 h 458973"/>
              <a:gd name="connsiteX9" fmla="*/ 4980175 w 5193356"/>
              <a:gd name="connsiteY9" fmla="*/ 458972 h 458973"/>
              <a:gd name="connsiteX10" fmla="*/ 4980165 w 5193356"/>
              <a:gd name="connsiteY10" fmla="*/ 458973 h 458973"/>
              <a:gd name="connsiteX11" fmla="*/ 4980156 w 5193356"/>
              <a:gd name="connsiteY11" fmla="*/ 458972 h 458973"/>
              <a:gd name="connsiteX12" fmla="*/ 0 w 5193356"/>
              <a:gd name="connsiteY12" fmla="*/ 458972 h 458973"/>
              <a:gd name="connsiteX13" fmla="*/ 2764053 w 5193356"/>
              <a:gd name="connsiteY13" fmla="*/ 0 h 458973"/>
              <a:gd name="connsiteX0" fmla="*/ 0 w 2429303"/>
              <a:gd name="connsiteY0" fmla="*/ 0 h 458973"/>
              <a:gd name="connsiteX1" fmla="*/ 2216112 w 2429303"/>
              <a:gd name="connsiteY1" fmla="*/ 9525 h 458973"/>
              <a:gd name="connsiteX2" fmla="*/ 2233199 w 2429303"/>
              <a:gd name="connsiteY2" fmla="*/ 9525 h 458973"/>
              <a:gd name="connsiteX3" fmla="*/ 2233199 w 2429303"/>
              <a:gd name="connsiteY3" fmla="*/ 11341 h 458973"/>
              <a:gd name="connsiteX4" fmla="*/ 2259078 w 2429303"/>
              <a:gd name="connsiteY4" fmla="*/ 14091 h 458973"/>
              <a:gd name="connsiteX5" fmla="*/ 2429303 w 2429303"/>
              <a:gd name="connsiteY5" fmla="*/ 234249 h 458973"/>
              <a:gd name="connsiteX6" fmla="*/ 2259078 w 2429303"/>
              <a:gd name="connsiteY6" fmla="*/ 454408 h 458973"/>
              <a:gd name="connsiteX7" fmla="*/ 2233199 w 2429303"/>
              <a:gd name="connsiteY7" fmla="*/ 457157 h 458973"/>
              <a:gd name="connsiteX8" fmla="*/ 2233199 w 2429303"/>
              <a:gd name="connsiteY8" fmla="*/ 458972 h 458973"/>
              <a:gd name="connsiteX9" fmla="*/ 2216122 w 2429303"/>
              <a:gd name="connsiteY9" fmla="*/ 458972 h 458973"/>
              <a:gd name="connsiteX10" fmla="*/ 2216112 w 2429303"/>
              <a:gd name="connsiteY10" fmla="*/ 458973 h 458973"/>
              <a:gd name="connsiteX11" fmla="*/ 2216103 w 2429303"/>
              <a:gd name="connsiteY11" fmla="*/ 458972 h 458973"/>
              <a:gd name="connsiteX12" fmla="*/ 0 w 2429303"/>
              <a:gd name="connsiteY12" fmla="*/ 458972 h 458973"/>
              <a:gd name="connsiteX13" fmla="*/ 0 w 2429303"/>
              <a:gd name="connsiteY13" fmla="*/ 0 h 45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9303" h="458973">
                <a:moveTo>
                  <a:pt x="0" y="0"/>
                </a:moveTo>
                <a:lnTo>
                  <a:pt x="2216112" y="9525"/>
                </a:lnTo>
                <a:lnTo>
                  <a:pt x="2233199" y="9525"/>
                </a:lnTo>
                <a:lnTo>
                  <a:pt x="2233199" y="11341"/>
                </a:lnTo>
                <a:lnTo>
                  <a:pt x="2259078" y="14091"/>
                </a:lnTo>
                <a:cubicBezTo>
                  <a:pt x="2356225" y="35045"/>
                  <a:pt x="2429303" y="125651"/>
                  <a:pt x="2429303" y="234249"/>
                </a:cubicBezTo>
                <a:cubicBezTo>
                  <a:pt x="2429303" y="342847"/>
                  <a:pt x="2356225" y="433453"/>
                  <a:pt x="2259078" y="454408"/>
                </a:cubicBezTo>
                <a:lnTo>
                  <a:pt x="2233199" y="457157"/>
                </a:lnTo>
                <a:lnTo>
                  <a:pt x="2233199" y="458972"/>
                </a:lnTo>
                <a:lnTo>
                  <a:pt x="2216122" y="458972"/>
                </a:lnTo>
                <a:cubicBezTo>
                  <a:pt x="2216119" y="458972"/>
                  <a:pt x="2216115" y="458973"/>
                  <a:pt x="2216112" y="458973"/>
                </a:cubicBezTo>
                <a:cubicBezTo>
                  <a:pt x="2216109" y="458973"/>
                  <a:pt x="2216106" y="458972"/>
                  <a:pt x="2216103" y="458972"/>
                </a:cubicBezTo>
                <a:lnTo>
                  <a:pt x="0" y="458972"/>
                </a:lnTo>
                <a:lnTo>
                  <a:pt x="0" y="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fr-FR" sz="1200" b="1" kern="0">
                <a:solidFill>
                  <a:srgbClr val="353637"/>
                </a:solidFill>
                <a:latin typeface="Arial" panose="020B0604020202020204" pitchFamily="34" charset="0"/>
                <a:cs typeface="Arial" panose="020B0604020202020204" pitchFamily="34" charset="0"/>
              </a:rPr>
              <a:t>OUTILS / MÉTHODES</a:t>
            </a:r>
            <a:endParaRPr lang="fr-FR" sz="1600" b="1" kern="0">
              <a:solidFill>
                <a:srgbClr val="353637"/>
              </a:solidFill>
              <a:latin typeface="Arial" panose="020B0604020202020204" pitchFamily="34" charset="0"/>
              <a:cs typeface="Arial" panose="020B0604020202020204" pitchFamily="34" charset="0"/>
            </a:endParaRPr>
          </a:p>
        </p:txBody>
      </p:sp>
      <p:sp>
        <p:nvSpPr>
          <p:cNvPr id="23" name="Forme libre : forme 22">
            <a:extLst>
              <a:ext uri="{FF2B5EF4-FFF2-40B4-BE49-F238E27FC236}">
                <a16:creationId xmlns:a16="http://schemas.microsoft.com/office/drawing/2014/main" id="{8A75365B-5E9A-F08F-0501-A1A11756CF58}"/>
              </a:ext>
            </a:extLst>
          </p:cNvPr>
          <p:cNvSpPr/>
          <p:nvPr/>
        </p:nvSpPr>
        <p:spPr>
          <a:xfrm>
            <a:off x="151683" y="1983600"/>
            <a:ext cx="2403792"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 name="connsiteX0" fmla="*/ 2764053 w 5193356"/>
              <a:gd name="connsiteY0" fmla="*/ 0 h 458973"/>
              <a:gd name="connsiteX1" fmla="*/ 4980165 w 5193356"/>
              <a:gd name="connsiteY1" fmla="*/ 9525 h 458973"/>
              <a:gd name="connsiteX2" fmla="*/ 4997252 w 5193356"/>
              <a:gd name="connsiteY2" fmla="*/ 9525 h 458973"/>
              <a:gd name="connsiteX3" fmla="*/ 4997252 w 5193356"/>
              <a:gd name="connsiteY3" fmla="*/ 11341 h 458973"/>
              <a:gd name="connsiteX4" fmla="*/ 5023131 w 5193356"/>
              <a:gd name="connsiteY4" fmla="*/ 14091 h 458973"/>
              <a:gd name="connsiteX5" fmla="*/ 5193356 w 5193356"/>
              <a:gd name="connsiteY5" fmla="*/ 234249 h 458973"/>
              <a:gd name="connsiteX6" fmla="*/ 5023131 w 5193356"/>
              <a:gd name="connsiteY6" fmla="*/ 454408 h 458973"/>
              <a:gd name="connsiteX7" fmla="*/ 4997252 w 5193356"/>
              <a:gd name="connsiteY7" fmla="*/ 457157 h 458973"/>
              <a:gd name="connsiteX8" fmla="*/ 4997252 w 5193356"/>
              <a:gd name="connsiteY8" fmla="*/ 458972 h 458973"/>
              <a:gd name="connsiteX9" fmla="*/ 4980175 w 5193356"/>
              <a:gd name="connsiteY9" fmla="*/ 458972 h 458973"/>
              <a:gd name="connsiteX10" fmla="*/ 4980165 w 5193356"/>
              <a:gd name="connsiteY10" fmla="*/ 458973 h 458973"/>
              <a:gd name="connsiteX11" fmla="*/ 4980156 w 5193356"/>
              <a:gd name="connsiteY11" fmla="*/ 458972 h 458973"/>
              <a:gd name="connsiteX12" fmla="*/ 0 w 5193356"/>
              <a:gd name="connsiteY12" fmla="*/ 458972 h 458973"/>
              <a:gd name="connsiteX13" fmla="*/ 2764053 w 5193356"/>
              <a:gd name="connsiteY13" fmla="*/ 0 h 458973"/>
              <a:gd name="connsiteX0" fmla="*/ 0 w 2429303"/>
              <a:gd name="connsiteY0" fmla="*/ 0 h 458973"/>
              <a:gd name="connsiteX1" fmla="*/ 2216112 w 2429303"/>
              <a:gd name="connsiteY1" fmla="*/ 9525 h 458973"/>
              <a:gd name="connsiteX2" fmla="*/ 2233199 w 2429303"/>
              <a:gd name="connsiteY2" fmla="*/ 9525 h 458973"/>
              <a:gd name="connsiteX3" fmla="*/ 2233199 w 2429303"/>
              <a:gd name="connsiteY3" fmla="*/ 11341 h 458973"/>
              <a:gd name="connsiteX4" fmla="*/ 2259078 w 2429303"/>
              <a:gd name="connsiteY4" fmla="*/ 14091 h 458973"/>
              <a:gd name="connsiteX5" fmla="*/ 2429303 w 2429303"/>
              <a:gd name="connsiteY5" fmla="*/ 234249 h 458973"/>
              <a:gd name="connsiteX6" fmla="*/ 2259078 w 2429303"/>
              <a:gd name="connsiteY6" fmla="*/ 454408 h 458973"/>
              <a:gd name="connsiteX7" fmla="*/ 2233199 w 2429303"/>
              <a:gd name="connsiteY7" fmla="*/ 457157 h 458973"/>
              <a:gd name="connsiteX8" fmla="*/ 2233199 w 2429303"/>
              <a:gd name="connsiteY8" fmla="*/ 458972 h 458973"/>
              <a:gd name="connsiteX9" fmla="*/ 2216122 w 2429303"/>
              <a:gd name="connsiteY9" fmla="*/ 458972 h 458973"/>
              <a:gd name="connsiteX10" fmla="*/ 2216112 w 2429303"/>
              <a:gd name="connsiteY10" fmla="*/ 458973 h 458973"/>
              <a:gd name="connsiteX11" fmla="*/ 2216103 w 2429303"/>
              <a:gd name="connsiteY11" fmla="*/ 458972 h 458973"/>
              <a:gd name="connsiteX12" fmla="*/ 0 w 2429303"/>
              <a:gd name="connsiteY12" fmla="*/ 458972 h 458973"/>
              <a:gd name="connsiteX13" fmla="*/ 0 w 2429303"/>
              <a:gd name="connsiteY13" fmla="*/ 0 h 45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9303" h="458973">
                <a:moveTo>
                  <a:pt x="0" y="0"/>
                </a:moveTo>
                <a:lnTo>
                  <a:pt x="2216112" y="9525"/>
                </a:lnTo>
                <a:lnTo>
                  <a:pt x="2233199" y="9525"/>
                </a:lnTo>
                <a:lnTo>
                  <a:pt x="2233199" y="11341"/>
                </a:lnTo>
                <a:lnTo>
                  <a:pt x="2259078" y="14091"/>
                </a:lnTo>
                <a:cubicBezTo>
                  <a:pt x="2356225" y="35045"/>
                  <a:pt x="2429303" y="125651"/>
                  <a:pt x="2429303" y="234249"/>
                </a:cubicBezTo>
                <a:cubicBezTo>
                  <a:pt x="2429303" y="342847"/>
                  <a:pt x="2356225" y="433453"/>
                  <a:pt x="2259078" y="454408"/>
                </a:cubicBezTo>
                <a:lnTo>
                  <a:pt x="2233199" y="457157"/>
                </a:lnTo>
                <a:lnTo>
                  <a:pt x="2233199" y="458972"/>
                </a:lnTo>
                <a:lnTo>
                  <a:pt x="2216122" y="458972"/>
                </a:lnTo>
                <a:cubicBezTo>
                  <a:pt x="2216119" y="458972"/>
                  <a:pt x="2216115" y="458973"/>
                  <a:pt x="2216112" y="458973"/>
                </a:cubicBezTo>
                <a:cubicBezTo>
                  <a:pt x="2216109" y="458973"/>
                  <a:pt x="2216106" y="458972"/>
                  <a:pt x="2216103" y="458972"/>
                </a:cubicBezTo>
                <a:lnTo>
                  <a:pt x="0" y="458972"/>
                </a:lnTo>
                <a:lnTo>
                  <a:pt x="0" y="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fr-FR" sz="1200" b="1" kern="0" dirty="0">
                <a:solidFill>
                  <a:srgbClr val="353637"/>
                </a:solidFill>
                <a:latin typeface="Arial" panose="020B0604020202020204" pitchFamily="34" charset="0"/>
                <a:cs typeface="Arial" panose="020B0604020202020204" pitchFamily="34" charset="0"/>
              </a:rPr>
              <a:t>FORMATIONS</a:t>
            </a:r>
            <a:endParaRPr lang="fr-FR" sz="1600" b="1" kern="0" dirty="0">
              <a:solidFill>
                <a:srgbClr val="353637"/>
              </a:solidFill>
              <a:latin typeface="Arial" panose="020B0604020202020204" pitchFamily="34" charset="0"/>
              <a:cs typeface="Arial" panose="020B0604020202020204" pitchFamily="34" charset="0"/>
            </a:endParaRPr>
          </a:p>
        </p:txBody>
      </p:sp>
      <p:sp>
        <p:nvSpPr>
          <p:cNvPr id="24" name="Rectangle 23">
            <a:extLst>
              <a:ext uri="{FF2B5EF4-FFF2-40B4-BE49-F238E27FC236}">
                <a16:creationId xmlns:a16="http://schemas.microsoft.com/office/drawing/2014/main" id="{FA893A51-A485-502E-6066-B03D682B0809}"/>
              </a:ext>
            </a:extLst>
          </p:cNvPr>
          <p:cNvSpPr/>
          <p:nvPr/>
        </p:nvSpPr>
        <p:spPr>
          <a:xfrm>
            <a:off x="371475" y="2414547"/>
            <a:ext cx="3579429" cy="6949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r>
              <a:rPr lang="en-GB" sz="1000" dirty="0">
                <a:solidFill>
                  <a:schemeClr val="bg1"/>
                </a:solidFill>
              </a:rPr>
              <a:t>MSc – Data Science &amp; Digital Marketing - </a:t>
            </a:r>
            <a:r>
              <a:rPr lang="en-GB" sz="1000" dirty="0" err="1">
                <a:solidFill>
                  <a:schemeClr val="bg1"/>
                </a:solidFill>
              </a:rPr>
              <a:t>EmLyon</a:t>
            </a:r>
            <a:r>
              <a:rPr lang="en-GB" sz="1000" dirty="0">
                <a:solidFill>
                  <a:schemeClr val="bg1"/>
                </a:solidFill>
              </a:rPr>
              <a:t> – Paris</a:t>
            </a:r>
          </a:p>
          <a:p>
            <a:pPr marL="171450" indent="-171450">
              <a:buClr>
                <a:schemeClr val="tx2"/>
              </a:buClr>
              <a:buFont typeface="Arial" panose="020B0604020202020204" pitchFamily="34" charset="0"/>
              <a:buChar char="•"/>
            </a:pPr>
            <a:r>
              <a:rPr lang="en-GB" sz="1000" dirty="0">
                <a:solidFill>
                  <a:schemeClr val="bg1"/>
                </a:solidFill>
              </a:rPr>
              <a:t>Bachelor - International Trade and Economics - Nanjing - Chine</a:t>
            </a:r>
          </a:p>
        </p:txBody>
      </p:sp>
      <p:sp>
        <p:nvSpPr>
          <p:cNvPr id="41" name="Forme libre : forme 40">
            <a:extLst>
              <a:ext uri="{FF2B5EF4-FFF2-40B4-BE49-F238E27FC236}">
                <a16:creationId xmlns:a16="http://schemas.microsoft.com/office/drawing/2014/main" id="{62FE87AB-0295-E546-D82C-79A14BB2D3D2}"/>
              </a:ext>
            </a:extLst>
          </p:cNvPr>
          <p:cNvSpPr/>
          <p:nvPr/>
        </p:nvSpPr>
        <p:spPr>
          <a:xfrm>
            <a:off x="4239096" y="1983600"/>
            <a:ext cx="4944265"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93356" h="449448">
                <a:moveTo>
                  <a:pt x="0" y="0"/>
                </a:moveTo>
                <a:lnTo>
                  <a:pt x="4980165" y="0"/>
                </a:lnTo>
                <a:lnTo>
                  <a:pt x="4997252" y="0"/>
                </a:lnTo>
                <a:lnTo>
                  <a:pt x="4997252" y="1816"/>
                </a:lnTo>
                <a:lnTo>
                  <a:pt x="5023131" y="4566"/>
                </a:lnTo>
                <a:cubicBezTo>
                  <a:pt x="5120278" y="25520"/>
                  <a:pt x="5193356" y="116126"/>
                  <a:pt x="5193356" y="224724"/>
                </a:cubicBezTo>
                <a:cubicBezTo>
                  <a:pt x="5193356" y="333322"/>
                  <a:pt x="5120278" y="423928"/>
                  <a:pt x="5023131" y="444883"/>
                </a:cubicBezTo>
                <a:lnTo>
                  <a:pt x="4997252" y="447632"/>
                </a:lnTo>
                <a:lnTo>
                  <a:pt x="4997252" y="449447"/>
                </a:lnTo>
                <a:lnTo>
                  <a:pt x="4980175" y="449447"/>
                </a:lnTo>
                <a:lnTo>
                  <a:pt x="4980165" y="449448"/>
                </a:lnTo>
                <a:lnTo>
                  <a:pt x="4980156" y="449447"/>
                </a:lnTo>
                <a:lnTo>
                  <a:pt x="0" y="449447"/>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r>
              <a:rPr lang="fr-FR" sz="1200" b="1" kern="0">
                <a:solidFill>
                  <a:schemeClr val="bg1"/>
                </a:solidFill>
                <a:latin typeface="Arial" panose="020B0604020202020204" pitchFamily="34" charset="0"/>
                <a:cs typeface="Arial" panose="020B0604020202020204" pitchFamily="34" charset="0"/>
              </a:rPr>
              <a:t>PRINCIPALES EXPÉRIENCES EN LIEN AVEC LA MISSION</a:t>
            </a:r>
          </a:p>
        </p:txBody>
      </p:sp>
      <p:sp>
        <p:nvSpPr>
          <p:cNvPr id="9" name="ZoneTexte 8">
            <a:extLst>
              <a:ext uri="{FF2B5EF4-FFF2-40B4-BE49-F238E27FC236}">
                <a16:creationId xmlns:a16="http://schemas.microsoft.com/office/drawing/2014/main" id="{CDD217B2-CFF5-0725-8BF6-9E6EBB7F97D7}"/>
              </a:ext>
            </a:extLst>
          </p:cNvPr>
          <p:cNvSpPr txBox="1"/>
          <p:nvPr/>
        </p:nvSpPr>
        <p:spPr>
          <a:xfrm>
            <a:off x="4862670" y="2414547"/>
            <a:ext cx="6957855" cy="2572179"/>
          </a:xfrm>
          <a:prstGeom prst="rect">
            <a:avLst/>
          </a:prstGeom>
          <a:noFill/>
        </p:spPr>
        <p:txBody>
          <a:bodyPr wrap="square" rtlCol="0">
            <a:spAutoFit/>
          </a:bodyPr>
          <a:lstStyle/>
          <a:p>
            <a:r>
              <a:rPr lang="fr-FR" sz="1000" b="1" dirty="0">
                <a:solidFill>
                  <a:schemeClr val="tx2"/>
                </a:solidFill>
              </a:rPr>
              <a:t>BPCE : Analyste </a:t>
            </a:r>
            <a:r>
              <a:rPr lang="fr-FR" sz="1000" b="1" dirty="0" err="1">
                <a:solidFill>
                  <a:schemeClr val="tx2"/>
                </a:solidFill>
              </a:rPr>
              <a:t>Alteryx</a:t>
            </a:r>
            <a:r>
              <a:rPr lang="fr-FR" sz="1000" b="1" dirty="0">
                <a:solidFill>
                  <a:schemeClr val="tx2"/>
                </a:solidFill>
              </a:rPr>
              <a:t> dans le cadre d’une intégration de l’outil (XX mois)</a:t>
            </a:r>
          </a:p>
          <a:p>
            <a:pPr marL="171450" indent="-171450" fontAlgn="base">
              <a:lnSpc>
                <a:spcPct val="110000"/>
              </a:lnSpc>
              <a:spcBef>
                <a:spcPct val="0"/>
              </a:spcBef>
              <a:spcAft>
                <a:spcPct val="0"/>
              </a:spcAft>
              <a:buClr>
                <a:schemeClr val="accent1"/>
              </a:buClr>
              <a:buSzPts val="1000"/>
              <a:buFont typeface="Arial" panose="020B0604020202020204" pitchFamily="34" charset="0"/>
              <a:buChar char="•"/>
            </a:pPr>
            <a:r>
              <a:rPr lang="fr-FR" altLang="fr-FR" sz="1000" dirty="0">
                <a:solidFill>
                  <a:schemeClr val="dk1"/>
                </a:solidFill>
                <a:cs typeface="Arial"/>
              </a:rPr>
              <a:t>Intégration d’</a:t>
            </a:r>
            <a:r>
              <a:rPr lang="fr-FR" altLang="fr-FR" sz="1000" dirty="0" err="1">
                <a:solidFill>
                  <a:schemeClr val="dk1"/>
                </a:solidFill>
                <a:cs typeface="Arial"/>
              </a:rPr>
              <a:t>Alteryx</a:t>
            </a:r>
            <a:r>
              <a:rPr lang="fr-FR" altLang="fr-FR" sz="1000" dirty="0">
                <a:solidFill>
                  <a:schemeClr val="dk1"/>
                </a:solidFill>
                <a:cs typeface="Arial"/>
              </a:rPr>
              <a:t> comme ETL de référence pour alimenter les rapports de différentes équipes métier de la direction Financière</a:t>
            </a:r>
          </a:p>
          <a:p>
            <a:pPr marL="171450" indent="-171450" fontAlgn="base">
              <a:lnSpc>
                <a:spcPct val="110000"/>
              </a:lnSpc>
              <a:spcBef>
                <a:spcPct val="0"/>
              </a:spcBef>
              <a:spcAft>
                <a:spcPct val="0"/>
              </a:spcAft>
              <a:buClr>
                <a:schemeClr val="accent1"/>
              </a:buClr>
              <a:buSzPts val="1000"/>
              <a:buFont typeface="Arial" panose="020B0604020202020204" pitchFamily="34" charset="0"/>
              <a:buChar char="•"/>
            </a:pPr>
            <a:r>
              <a:rPr lang="fr-FR" altLang="fr-FR" sz="1000" dirty="0">
                <a:solidFill>
                  <a:schemeClr val="dk1"/>
                </a:solidFill>
                <a:cs typeface="Arial"/>
              </a:rPr>
              <a:t>Développement et déploiement d’une quinzaine de rapports et tableaux de bord automatisés pour les métiers de la direction financière</a:t>
            </a:r>
          </a:p>
          <a:p>
            <a:pPr marL="171450" indent="-171450" fontAlgn="base">
              <a:lnSpc>
                <a:spcPct val="110000"/>
              </a:lnSpc>
              <a:spcBef>
                <a:spcPct val="0"/>
              </a:spcBef>
              <a:spcAft>
                <a:spcPct val="0"/>
              </a:spcAft>
              <a:buClr>
                <a:schemeClr val="accent1"/>
              </a:buClr>
              <a:buSzPts val="1000"/>
              <a:buFont typeface="Arial" panose="020B0604020202020204" pitchFamily="34" charset="0"/>
              <a:buChar char="•"/>
            </a:pPr>
            <a:r>
              <a:rPr lang="fr-FR" altLang="fr-FR" sz="1000" dirty="0">
                <a:solidFill>
                  <a:schemeClr val="dk1"/>
                </a:solidFill>
                <a:cs typeface="Arial"/>
              </a:rPr>
              <a:t>Formation des utilisateurs et futurs propriétaires de produits sur les aspects techniques</a:t>
            </a:r>
          </a:p>
          <a:p>
            <a:pPr marL="171450" indent="-171450" fontAlgn="base">
              <a:lnSpc>
                <a:spcPct val="110000"/>
              </a:lnSpc>
              <a:spcBef>
                <a:spcPct val="0"/>
              </a:spcBef>
              <a:spcAft>
                <a:spcPct val="0"/>
              </a:spcAft>
              <a:buClr>
                <a:schemeClr val="accent1"/>
              </a:buClr>
              <a:buSzPts val="1000"/>
              <a:buFont typeface="Arial" panose="020B0604020202020204" pitchFamily="34" charset="0"/>
              <a:buChar char="•"/>
            </a:pPr>
            <a:endParaRPr lang="fr-FR" altLang="fr-FR" sz="1000" dirty="0">
              <a:solidFill>
                <a:schemeClr val="dk1"/>
              </a:solidFill>
              <a:cs typeface="Arial"/>
            </a:endParaRPr>
          </a:p>
          <a:p>
            <a:r>
              <a:rPr lang="fr-FR" sz="1000" b="1" dirty="0">
                <a:solidFill>
                  <a:schemeClr val="tx2"/>
                </a:solidFill>
              </a:rPr>
              <a:t>Pernod-Ricard : Analyste contrôle de gestion (XX mois)</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tab pos="360000" algn="l"/>
              </a:tabLst>
              <a:defRPr/>
            </a:pPr>
            <a:r>
              <a:rPr lang="fr-FR" sz="1000" dirty="0">
                <a:solidFill>
                  <a:schemeClr val="dk1"/>
                </a:solidFill>
                <a:cs typeface="Arial"/>
              </a:rPr>
              <a:t>Analyste en contrôle au sein du département IT</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tab pos="360000" algn="l"/>
              </a:tabLst>
              <a:defRPr/>
            </a:pPr>
            <a:r>
              <a:rPr lang="fr-FR" sz="1000" dirty="0">
                <a:solidFill>
                  <a:schemeClr val="dk1"/>
                </a:solidFill>
                <a:cs typeface="Arial"/>
              </a:rPr>
              <a:t>Gestion des scénarios dans le cadre de l’exercice budgétaires et production d’analyses et de rapports à destination du métier</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tab pos="360000" algn="l"/>
              </a:tabLst>
              <a:defRPr/>
            </a:pPr>
            <a:r>
              <a:rPr lang="fr-FR" sz="1000" dirty="0">
                <a:solidFill>
                  <a:schemeClr val="dk1"/>
                </a:solidFill>
                <a:cs typeface="Arial"/>
              </a:rPr>
              <a:t>Développement de nouveaux rapports dans Power BI à destination du métier</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tab pos="360000" algn="l"/>
              </a:tabLst>
              <a:defRPr/>
            </a:pPr>
            <a:r>
              <a:rPr lang="fr-FR" sz="1000" dirty="0">
                <a:solidFill>
                  <a:schemeClr val="dk1"/>
                </a:solidFill>
                <a:cs typeface="Arial"/>
              </a:rPr>
              <a:t>Automatisation de tâche lié à la manipulation de données pour le contrôle de gestion</a:t>
            </a:r>
          </a:p>
          <a:p>
            <a:endParaRPr lang="fr-FR" sz="1000" dirty="0"/>
          </a:p>
          <a:p>
            <a:pPr marL="171450" indent="-171450" fontAlgn="base">
              <a:lnSpc>
                <a:spcPct val="110000"/>
              </a:lnSpc>
              <a:spcBef>
                <a:spcPct val="0"/>
              </a:spcBef>
              <a:spcAft>
                <a:spcPct val="0"/>
              </a:spcAft>
              <a:buClr>
                <a:schemeClr val="accent1"/>
              </a:buClr>
              <a:buSzPts val="1000"/>
              <a:buFont typeface="Arial" panose="020B0604020202020204" pitchFamily="34" charset="0"/>
              <a:buChar char="•"/>
            </a:pPr>
            <a:endParaRPr lang="fr-FR" sz="1000" dirty="0"/>
          </a:p>
        </p:txBody>
      </p:sp>
      <p:sp>
        <p:nvSpPr>
          <p:cNvPr id="2" name="Espace réservé de la date 1">
            <a:extLst>
              <a:ext uri="{FF2B5EF4-FFF2-40B4-BE49-F238E27FC236}">
                <a16:creationId xmlns:a16="http://schemas.microsoft.com/office/drawing/2014/main" id="{9D42D67A-EF25-6B3E-47BF-86B275CA964C}"/>
              </a:ext>
            </a:extLst>
          </p:cNvPr>
          <p:cNvSpPr>
            <a:spLocks noGrp="1"/>
          </p:cNvSpPr>
          <p:nvPr>
            <p:ph type="dt" sz="half" idx="2"/>
          </p:nvPr>
        </p:nvSpPr>
        <p:spPr/>
        <p:txBody>
          <a:bodyPr/>
          <a:lstStyle/>
          <a:p>
            <a:fld id="{A234AAA3-D3BD-4DCA-8674-DDCEC63B7531}" type="datetime1">
              <a:rPr lang="fr-FR" smtClean="0"/>
              <a:t>31/03/2025</a:t>
            </a:fld>
            <a:endParaRPr lang="fr-FR"/>
          </a:p>
        </p:txBody>
      </p:sp>
      <p:sp>
        <p:nvSpPr>
          <p:cNvPr id="4" name="Espace réservé du pied de page 3">
            <a:extLst>
              <a:ext uri="{FF2B5EF4-FFF2-40B4-BE49-F238E27FC236}">
                <a16:creationId xmlns:a16="http://schemas.microsoft.com/office/drawing/2014/main" id="{98D8F2F1-1E9A-7686-E86C-636938D6BB67}"/>
              </a:ext>
            </a:extLst>
          </p:cNvPr>
          <p:cNvSpPr>
            <a:spLocks noGrp="1"/>
          </p:cNvSpPr>
          <p:nvPr>
            <p:ph type="ftr" sz="quarter" idx="10"/>
          </p:nvPr>
        </p:nvSpPr>
        <p:spPr/>
        <p:txBody>
          <a:bodyPr/>
          <a:lstStyle/>
          <a:p>
            <a:r>
              <a:rPr lang="fr-FR" dirty="0"/>
              <a:t>AMITA CONSEIL</a:t>
            </a:r>
          </a:p>
        </p:txBody>
      </p:sp>
      <p:sp>
        <p:nvSpPr>
          <p:cNvPr id="7" name="Espace réservé du numéro de diapositive 6">
            <a:extLst>
              <a:ext uri="{FF2B5EF4-FFF2-40B4-BE49-F238E27FC236}">
                <a16:creationId xmlns:a16="http://schemas.microsoft.com/office/drawing/2014/main" id="{65816A9A-094B-B61E-2CA8-20F903273B11}"/>
              </a:ext>
            </a:extLst>
          </p:cNvPr>
          <p:cNvSpPr>
            <a:spLocks noGrp="1"/>
          </p:cNvSpPr>
          <p:nvPr>
            <p:ph type="sldNum" sz="quarter" idx="11"/>
          </p:nvPr>
        </p:nvSpPr>
        <p:spPr/>
        <p:txBody>
          <a:bodyPr/>
          <a:lstStyle/>
          <a:p>
            <a:fld id="{BD9892E7-E91F-405F-A6AB-FE5AB3285265}" type="slidenum">
              <a:rPr lang="fr-FR" smtClean="0"/>
              <a:pPr/>
              <a:t>3</a:t>
            </a:fld>
            <a:endParaRPr lang="fr-FR"/>
          </a:p>
        </p:txBody>
      </p:sp>
      <p:sp>
        <p:nvSpPr>
          <p:cNvPr id="18" name="Rectangle 17">
            <a:extLst>
              <a:ext uri="{FF2B5EF4-FFF2-40B4-BE49-F238E27FC236}">
                <a16:creationId xmlns:a16="http://schemas.microsoft.com/office/drawing/2014/main" id="{D051802A-5E9C-4914-902E-2690397A9806}"/>
              </a:ext>
            </a:extLst>
          </p:cNvPr>
          <p:cNvSpPr/>
          <p:nvPr/>
        </p:nvSpPr>
        <p:spPr>
          <a:xfrm>
            <a:off x="380995" y="3760698"/>
            <a:ext cx="3570437" cy="1171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r>
              <a:rPr lang="fr-FR" sz="1000" dirty="0">
                <a:solidFill>
                  <a:schemeClr val="bg1"/>
                </a:solidFill>
              </a:rPr>
              <a:t>Gestion de projets; Animation des Comités Projet; Préparation des instances COPIL; Production notes/compte-rendu</a:t>
            </a:r>
          </a:p>
          <a:p>
            <a:pPr marL="171450" indent="-171450">
              <a:buClr>
                <a:schemeClr val="tx2"/>
              </a:buClr>
              <a:buFont typeface="Arial" panose="020B0604020202020204" pitchFamily="34" charset="0"/>
              <a:buChar char="•"/>
            </a:pPr>
            <a:r>
              <a:rPr lang="fr-FR" sz="1000" dirty="0">
                <a:solidFill>
                  <a:schemeClr val="bg1"/>
                </a:solidFill>
              </a:rPr>
              <a:t>Animation de formations; Data Science/BI; Conception et création de Dashboard; Automatisation de process</a:t>
            </a:r>
          </a:p>
          <a:p>
            <a:pPr marL="171450" indent="-171450">
              <a:buClr>
                <a:schemeClr val="tx2"/>
              </a:buClr>
              <a:buFont typeface="Arial" panose="020B0604020202020204" pitchFamily="34" charset="0"/>
              <a:buChar char="•"/>
            </a:pPr>
            <a:r>
              <a:rPr lang="fr-FR" sz="1000" dirty="0">
                <a:solidFill>
                  <a:schemeClr val="bg1"/>
                </a:solidFill>
              </a:rPr>
              <a:t>Conception et développement de solutions analytiques &amp; de modèles de données; Développement en Python et R pour l’analyse de données</a:t>
            </a:r>
          </a:p>
          <a:p>
            <a:pPr marL="171450" indent="-171450">
              <a:buClr>
                <a:schemeClr val="tx2"/>
              </a:buClr>
              <a:buFont typeface="Arial" panose="020B0604020202020204" pitchFamily="34" charset="0"/>
              <a:buChar char="•"/>
            </a:pPr>
            <a:endParaRPr lang="fr-FR" sz="1000" dirty="0">
              <a:solidFill>
                <a:schemeClr val="bg1"/>
              </a:solidFill>
            </a:endParaRPr>
          </a:p>
        </p:txBody>
      </p:sp>
      <p:sp>
        <p:nvSpPr>
          <p:cNvPr id="10" name="Ellipse 9">
            <a:extLst>
              <a:ext uri="{FF2B5EF4-FFF2-40B4-BE49-F238E27FC236}">
                <a16:creationId xmlns:a16="http://schemas.microsoft.com/office/drawing/2014/main" id="{D8AF452A-8677-DD91-548D-9B9D94BE65E2}"/>
              </a:ext>
            </a:extLst>
          </p:cNvPr>
          <p:cNvSpPr/>
          <p:nvPr/>
        </p:nvSpPr>
        <p:spPr>
          <a:xfrm>
            <a:off x="666217" y="709314"/>
            <a:ext cx="1131076" cy="1116676"/>
          </a:xfrm>
          <a:prstGeom prst="ellipse">
            <a:avLst/>
          </a:prstGeom>
          <a:noFill/>
          <a:ln w="571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dirty="0"/>
          </a:p>
        </p:txBody>
      </p:sp>
      <p:sp>
        <p:nvSpPr>
          <p:cNvPr id="33" name="Rectangle 32">
            <a:extLst>
              <a:ext uri="{FF2B5EF4-FFF2-40B4-BE49-F238E27FC236}">
                <a16:creationId xmlns:a16="http://schemas.microsoft.com/office/drawing/2014/main" id="{7F6499D3-A4A4-BC89-9048-E665BCD8799B}"/>
              </a:ext>
            </a:extLst>
          </p:cNvPr>
          <p:cNvSpPr/>
          <p:nvPr/>
        </p:nvSpPr>
        <p:spPr>
          <a:xfrm>
            <a:off x="368572" y="5295569"/>
            <a:ext cx="3570437" cy="1171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r>
              <a:rPr lang="fr-FR" sz="1000" dirty="0">
                <a:solidFill>
                  <a:schemeClr val="bg1"/>
                </a:solidFill>
              </a:rPr>
              <a:t>Python: Pandas, </a:t>
            </a:r>
            <a:r>
              <a:rPr lang="fr-FR" sz="1000" dirty="0" err="1">
                <a:solidFill>
                  <a:schemeClr val="bg1"/>
                </a:solidFill>
              </a:rPr>
              <a:t>Matplotlib</a:t>
            </a:r>
            <a:r>
              <a:rPr lang="fr-FR" sz="1000" dirty="0">
                <a:solidFill>
                  <a:schemeClr val="bg1"/>
                </a:solidFill>
              </a:rPr>
              <a:t>, </a:t>
            </a:r>
            <a:r>
              <a:rPr lang="fr-FR" sz="1000" dirty="0" err="1">
                <a:solidFill>
                  <a:schemeClr val="bg1"/>
                </a:solidFill>
              </a:rPr>
              <a:t>Scikit-Learn</a:t>
            </a:r>
            <a:r>
              <a:rPr lang="fr-FR" sz="1000" dirty="0">
                <a:solidFill>
                  <a:schemeClr val="bg1"/>
                </a:solidFill>
              </a:rPr>
              <a:t>, </a:t>
            </a:r>
            <a:r>
              <a:rPr lang="fr-FR" sz="1000" dirty="0" err="1">
                <a:solidFill>
                  <a:schemeClr val="bg1"/>
                </a:solidFill>
              </a:rPr>
              <a:t>Numpy</a:t>
            </a:r>
            <a:endParaRPr lang="fr-FR" sz="1000" dirty="0">
              <a:solidFill>
                <a:schemeClr val="bg1"/>
              </a:solidFill>
            </a:endParaRPr>
          </a:p>
          <a:p>
            <a:pPr marL="171450" indent="-171450">
              <a:buClr>
                <a:schemeClr val="tx2"/>
              </a:buClr>
              <a:buFont typeface="Arial" panose="020B0604020202020204" pitchFamily="34" charset="0"/>
              <a:buChar char="•"/>
            </a:pPr>
            <a:r>
              <a:rPr lang="fr-FR" sz="1000" dirty="0">
                <a:solidFill>
                  <a:schemeClr val="bg1"/>
                </a:solidFill>
              </a:rPr>
              <a:t>SQL</a:t>
            </a:r>
          </a:p>
          <a:p>
            <a:pPr marL="171450" indent="-171450">
              <a:buClr>
                <a:schemeClr val="tx2"/>
              </a:buClr>
              <a:buFont typeface="Arial" panose="020B0604020202020204" pitchFamily="34" charset="0"/>
              <a:buChar char="•"/>
            </a:pPr>
            <a:r>
              <a:rPr lang="fr-FR" sz="1000" dirty="0">
                <a:solidFill>
                  <a:schemeClr val="bg1"/>
                </a:solidFill>
              </a:rPr>
              <a:t>R </a:t>
            </a:r>
          </a:p>
          <a:p>
            <a:pPr marL="171450" indent="-171450">
              <a:buClr>
                <a:schemeClr val="tx2"/>
              </a:buClr>
              <a:buFont typeface="Arial" panose="020B0604020202020204" pitchFamily="34" charset="0"/>
              <a:buChar char="•"/>
            </a:pPr>
            <a:r>
              <a:rPr lang="fr-FR" sz="1000" dirty="0" err="1">
                <a:solidFill>
                  <a:schemeClr val="bg1"/>
                </a:solidFill>
              </a:rPr>
              <a:t>PowerBI</a:t>
            </a:r>
            <a:endParaRPr lang="fr-FR" sz="1000" dirty="0">
              <a:solidFill>
                <a:schemeClr val="bg1"/>
              </a:solidFill>
            </a:endParaRPr>
          </a:p>
          <a:p>
            <a:pPr marL="171450" indent="-171450">
              <a:buClr>
                <a:schemeClr val="tx2"/>
              </a:buClr>
              <a:buFont typeface="Arial" panose="020B0604020202020204" pitchFamily="34" charset="0"/>
              <a:buChar char="•"/>
            </a:pPr>
            <a:r>
              <a:rPr lang="fr-FR" sz="1000" dirty="0">
                <a:solidFill>
                  <a:schemeClr val="bg1"/>
                </a:solidFill>
              </a:rPr>
              <a:t>Azure</a:t>
            </a:r>
          </a:p>
          <a:p>
            <a:pPr marL="171450" indent="-171450">
              <a:buClr>
                <a:schemeClr val="tx2"/>
              </a:buClr>
              <a:buFont typeface="Arial" panose="020B0604020202020204" pitchFamily="34" charset="0"/>
              <a:buChar char="•"/>
            </a:pPr>
            <a:r>
              <a:rPr lang="fr-FR" sz="1000" dirty="0">
                <a:solidFill>
                  <a:schemeClr val="bg1"/>
                </a:solidFill>
              </a:rPr>
              <a:t>Tableau</a:t>
            </a:r>
          </a:p>
          <a:p>
            <a:pPr marL="171450" indent="-171450">
              <a:buClr>
                <a:schemeClr val="tx2"/>
              </a:buClr>
              <a:buFont typeface="Arial" panose="020B0604020202020204" pitchFamily="34" charset="0"/>
              <a:buChar char="•"/>
            </a:pPr>
            <a:r>
              <a:rPr lang="fr-FR" sz="1000" dirty="0" err="1">
                <a:solidFill>
                  <a:schemeClr val="bg1"/>
                </a:solidFill>
              </a:rPr>
              <a:t>Alteryx</a:t>
            </a:r>
            <a:endParaRPr lang="fr-FR" sz="1000" dirty="0">
              <a:solidFill>
                <a:schemeClr val="bg1"/>
              </a:solidFill>
            </a:endParaRPr>
          </a:p>
        </p:txBody>
      </p:sp>
      <p:pic>
        <p:nvPicPr>
          <p:cNvPr id="44" name="Image 43">
            <a:extLst>
              <a:ext uri="{FF2B5EF4-FFF2-40B4-BE49-F238E27FC236}">
                <a16:creationId xmlns:a16="http://schemas.microsoft.com/office/drawing/2014/main" id="{BFD1D391-5867-DFE5-4AE6-50129F94D478}"/>
              </a:ext>
            </a:extLst>
          </p:cNvPr>
          <p:cNvPicPr>
            <a:picLocks noChangeAspect="1"/>
          </p:cNvPicPr>
          <p:nvPr/>
        </p:nvPicPr>
        <p:blipFill>
          <a:blip r:embed="rId5"/>
          <a:stretch>
            <a:fillRect/>
          </a:stretch>
        </p:blipFill>
        <p:spPr>
          <a:xfrm>
            <a:off x="4340560" y="3925419"/>
            <a:ext cx="420647" cy="412935"/>
          </a:xfrm>
          <a:prstGeom prst="rect">
            <a:avLst/>
          </a:prstGeom>
        </p:spPr>
      </p:pic>
      <p:pic>
        <p:nvPicPr>
          <p:cNvPr id="45" name="Picture 2" descr="upload.wikimedia.org/wikipedia/commons/thumb/6/...">
            <a:extLst>
              <a:ext uri="{FF2B5EF4-FFF2-40B4-BE49-F238E27FC236}">
                <a16:creationId xmlns:a16="http://schemas.microsoft.com/office/drawing/2014/main" id="{60AFC099-E065-4638-9D55-8F894C5D4F49}"/>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239096" y="2438177"/>
            <a:ext cx="635469" cy="224400"/>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B9906332-9154-60F0-6764-E216855963E7}"/>
              </a:ext>
            </a:extLst>
          </p:cNvPr>
          <p:cNvSpPr txBox="1"/>
          <p:nvPr/>
        </p:nvSpPr>
        <p:spPr>
          <a:xfrm rot="840714">
            <a:off x="8266481" y="-215012"/>
            <a:ext cx="4288610" cy="1200329"/>
          </a:xfrm>
          <a:prstGeom prst="rect">
            <a:avLst/>
          </a:prstGeom>
          <a:solidFill>
            <a:srgbClr val="C00000"/>
          </a:solidFill>
        </p:spPr>
        <p:txBody>
          <a:bodyPr wrap="none" rtlCol="0">
            <a:spAutoFit/>
          </a:bodyPr>
          <a:lstStyle/>
          <a:p>
            <a:r>
              <a:rPr lang="fr-FR" dirty="0">
                <a:solidFill>
                  <a:schemeClr val="bg1"/>
                </a:solidFill>
              </a:rPr>
              <a:t>VERSION ANONYMISEE: </a:t>
            </a:r>
          </a:p>
          <a:p>
            <a:r>
              <a:rPr lang="fr-FR" dirty="0">
                <a:solidFill>
                  <a:schemeClr val="bg1"/>
                </a:solidFill>
              </a:rPr>
              <a:t>COPIER SLIDE 1</a:t>
            </a:r>
          </a:p>
          <a:p>
            <a:r>
              <a:rPr lang="fr-FR" dirty="0">
                <a:solidFill>
                  <a:schemeClr val="bg1"/>
                </a:solidFill>
              </a:rPr>
              <a:t>INITIALES A LA PLACE DE L’IDENTITE</a:t>
            </a:r>
          </a:p>
          <a:p>
            <a:r>
              <a:rPr lang="fr-FR" dirty="0">
                <a:solidFill>
                  <a:schemeClr val="bg1"/>
                </a:solidFill>
              </a:rPr>
              <a:t>ENLEVER LA PHOTO</a:t>
            </a:r>
          </a:p>
        </p:txBody>
      </p:sp>
    </p:spTree>
    <p:extLst>
      <p:ext uri="{BB962C8B-B14F-4D97-AF65-F5344CB8AC3E}">
        <p14:creationId xmlns:p14="http://schemas.microsoft.com/office/powerpoint/2010/main" val="14043835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8A3CA-4CF7-DD9C-6FAF-9688C63274E0}"/>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D0C14E42-F304-CABA-980A-2F041D6B7CB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245" imgH="245" progId="TCLayout.ActiveDocument.1">
                  <p:embed/>
                </p:oleObj>
              </mc:Choice>
              <mc:Fallback>
                <p:oleObj name="Diapositive think-cell" r:id="rId4" imgW="245" imgH="245" progId="TCLayout.ActiveDocument.1">
                  <p:embed/>
                  <p:pic>
                    <p:nvPicPr>
                      <p:cNvPr id="7" name="think-cell data - do not delete" hidden="1">
                        <a:extLst>
                          <a:ext uri="{FF2B5EF4-FFF2-40B4-BE49-F238E27FC236}">
                            <a16:creationId xmlns:a16="http://schemas.microsoft.com/office/drawing/2014/main" id="{3466083A-4698-69D3-71D1-586ACEB72BB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6" name="Tableau 8">
            <a:extLst>
              <a:ext uri="{FF2B5EF4-FFF2-40B4-BE49-F238E27FC236}">
                <a16:creationId xmlns:a16="http://schemas.microsoft.com/office/drawing/2014/main" id="{78A35FA4-3707-532D-B454-B609EE7609B5}"/>
              </a:ext>
            </a:extLst>
          </p:cNvPr>
          <p:cNvGraphicFramePr>
            <a:graphicFrameLocks/>
          </p:cNvGraphicFramePr>
          <p:nvPr>
            <p:extLst>
              <p:ext uri="{D42A27DB-BD31-4B8C-83A1-F6EECF244321}">
                <p14:modId xmlns:p14="http://schemas.microsoft.com/office/powerpoint/2010/main" val="1106053257"/>
              </p:ext>
            </p:extLst>
          </p:nvPr>
        </p:nvGraphicFramePr>
        <p:xfrm>
          <a:off x="370870" y="1984675"/>
          <a:ext cx="11430002" cy="1954014"/>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0">
                <a:tc>
                  <a:txBody>
                    <a:bodyPr/>
                    <a:lstStyle/>
                    <a:p>
                      <a:pPr rtl="0">
                        <a:lnSpc>
                          <a:spcPct val="100000"/>
                        </a:lnSpc>
                        <a:spcBef>
                          <a:spcPts val="0"/>
                        </a:spcBef>
                        <a:spcAft>
                          <a:spcPts val="0"/>
                        </a:spcAft>
                      </a:pPr>
                      <a:r>
                        <a:rPr lang="fr-FR" sz="1200" b="1" noProof="0" dirty="0"/>
                        <a:t>CLIENT / PROJET</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rtl="0">
                        <a:lnSpc>
                          <a:spcPct val="100000"/>
                        </a:lnSpc>
                        <a:spcBef>
                          <a:spcPts val="0"/>
                        </a:spcBef>
                        <a:spcAft>
                          <a:spcPts val="0"/>
                        </a:spcAft>
                      </a:pPr>
                      <a:r>
                        <a:rPr lang="fr-FR" sz="1200" b="1" noProof="0" dirty="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rtl="0">
                        <a:lnSpc>
                          <a:spcPct val="100000"/>
                        </a:lnSpc>
                        <a:spcBef>
                          <a:spcPts val="0"/>
                        </a:spcBef>
                        <a:spcAft>
                          <a:spcPts val="0"/>
                        </a:spcAft>
                      </a:pPr>
                      <a:r>
                        <a:rPr lang="fr-FR" sz="1200" b="1" noProof="0"/>
                        <a:t>RÔLE ET 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369054">
                <a:tc>
                  <a:txBody>
                    <a:bodyPr/>
                    <a:lstStyle/>
                    <a:p>
                      <a:pPr marL="0" algn="l" defTabSz="557240" rtl="0" eaLnBrk="1" latinLnBrk="0" hangingPunct="1">
                        <a:lnSpc>
                          <a:spcPct val="100000"/>
                        </a:lnSpc>
                        <a:spcBef>
                          <a:spcPts val="0"/>
                        </a:spcBef>
                        <a:spcAft>
                          <a:spcPts val="0"/>
                        </a:spcAft>
                      </a:pPr>
                      <a:r>
                        <a:rPr lang="fr-FR" sz="1000" b="1" kern="1200" dirty="0">
                          <a:solidFill>
                            <a:schemeClr val="tx1"/>
                          </a:solidFill>
                          <a:latin typeface="+mn-lt"/>
                          <a:ea typeface="+mn-ea"/>
                          <a:cs typeface="+mn-cs"/>
                        </a:rPr>
                        <a:t>LA PORTE DU HAINAUT</a:t>
                      </a:r>
                    </a:p>
                    <a:p>
                      <a:pPr marL="0" algn="l" defTabSz="557240" rtl="0" eaLnBrk="1" latinLnBrk="0" hangingPunct="1">
                        <a:lnSpc>
                          <a:spcPct val="100000"/>
                        </a:lnSpc>
                        <a:spcBef>
                          <a:spcPts val="0"/>
                        </a:spcBef>
                        <a:spcAft>
                          <a:spcPts val="0"/>
                        </a:spcAft>
                      </a:pPr>
                      <a:r>
                        <a:rPr lang="fr-FR" sz="1000" b="0" i="1" u="none" kern="1200" noProof="0" dirty="0">
                          <a:solidFill>
                            <a:schemeClr val="tx1"/>
                          </a:solidFill>
                          <a:latin typeface="+mn-lt"/>
                          <a:ea typeface="+mn-ea"/>
                          <a:cs typeface="+mn-cs"/>
                        </a:rPr>
                        <a:t>Programme XX</a:t>
                      </a:r>
                    </a:p>
                  </a:txBody>
                  <a:tcPr>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fr-FR" sz="1000" spc="-1" noProof="1">
                          <a:uFill>
                            <a:solidFill>
                              <a:srgbClr val="FFFFFF"/>
                            </a:solidFill>
                          </a:uFill>
                        </a:rPr>
                        <a:t>Mise en place de la cellule de pilotage du programme « habiter mieux » intégrant la mise en œuvre d’un outil de suivi des aides à la rénovation</a:t>
                      </a:r>
                    </a:p>
                    <a:p>
                      <a:endParaRPr lang="fr-FR" sz="1000" spc="-1" noProof="1">
                        <a:uFill>
                          <a:solidFill>
                            <a:srgbClr val="FFFFFF"/>
                          </a:solidFill>
                        </a:uFill>
                      </a:endParaRPr>
                    </a:p>
                    <a:p>
                      <a:endParaRPr lang="fr-FR" sz="1000" spc="-1" noProof="1">
                        <a:uFill>
                          <a:solidFill>
                            <a:srgbClr val="FFFFFF"/>
                          </a:solidFill>
                        </a:u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a:buNone/>
                        <a:tabLst>
                          <a:tab pos="177800" algn="l"/>
                        </a:tabLst>
                        <a:defRPr/>
                      </a:pPr>
                      <a:r>
                        <a:rPr lang="fr-FR" sz="1000" b="1" kern="1200" dirty="0">
                          <a:solidFill>
                            <a:schemeClr val="tx2"/>
                          </a:solidFill>
                          <a:latin typeface="Arial" panose="020B0604020202020204" pitchFamily="34" charset="0"/>
                          <a:ea typeface="+mn-ea"/>
                          <a:cs typeface="Arial" panose="020B0604020202020204" pitchFamily="34" charset="0"/>
                        </a:rPr>
                        <a:t>TITRE DU POSTE (XX mois) </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Coordination du projet, suivis, </a:t>
                      </a:r>
                      <a:r>
                        <a:rPr lang="fr-FR" sz="1000" kern="1200" dirty="0" err="1">
                          <a:solidFill>
                            <a:schemeClr val="tx1"/>
                          </a:solidFill>
                          <a:latin typeface="+mn-lt"/>
                          <a:ea typeface="+mn-ea"/>
                          <a:cs typeface="+mn-cs"/>
                        </a:rPr>
                        <a:t>reportings</a:t>
                      </a:r>
                      <a:r>
                        <a:rPr lang="fr-FR" sz="1000" kern="1200" dirty="0">
                          <a:solidFill>
                            <a:schemeClr val="tx1"/>
                          </a:solidFill>
                          <a:latin typeface="+mn-lt"/>
                          <a:ea typeface="+mn-ea"/>
                          <a:cs typeface="+mn-cs"/>
                        </a:rPr>
                        <a:t>, animation des comités</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Redéfinition des processus de travail et production du livret des procédures </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Production du cahier des charges de l’outil de suivi du dispositif et suivi de son développement (intégrant les tableaux de bord de suivi-évaluation)</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Construction d’un plan de formation, et sécurisation de la dispense des formations à l’outil</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Animation du processus de co-construction du plan de communication externe</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Suivi du projet (budget, planning, risques…)</a:t>
                      </a:r>
                    </a:p>
                  </a:txBody>
                  <a:tcP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78204035"/>
                  </a:ext>
                </a:extLst>
              </a:tr>
              <a:tr h="369054">
                <a:tc>
                  <a:txBody>
                    <a:bodyPr/>
                    <a:lstStyle/>
                    <a:p>
                      <a:pPr marL="0" algn="l" defTabSz="557240" rtl="0" eaLnBrk="1" latinLnBrk="0" hangingPunct="1">
                        <a:lnSpc>
                          <a:spcPct val="100000"/>
                        </a:lnSpc>
                        <a:spcBef>
                          <a:spcPts val="0"/>
                        </a:spcBef>
                        <a:spcAft>
                          <a:spcPts val="0"/>
                        </a:spcAft>
                      </a:pPr>
                      <a:endParaRPr lang="fr-FR" sz="1000" b="0" i="1" u="none" kern="1200" noProof="0" dirty="0">
                        <a:solidFill>
                          <a:schemeClr val="tx1"/>
                        </a:solidFill>
                        <a:latin typeface="+mn-lt"/>
                        <a:ea typeface="+mn-ea"/>
                        <a:cs typeface="+mn-cs"/>
                      </a:endParaRPr>
                    </a:p>
                  </a:txBody>
                  <a:tcPr>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endParaRPr lang="fr-FR" sz="1000" spc="-1" noProof="1">
                        <a:uFill>
                          <a:solidFill>
                            <a:srgbClr val="FFFFFF"/>
                          </a:solidFill>
                        </a:u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endParaRPr lang="fr-FR" sz="1000" kern="1200" dirty="0">
                        <a:solidFill>
                          <a:schemeClr val="tx1"/>
                        </a:solidFill>
                        <a:latin typeface="+mn-lt"/>
                        <a:ea typeface="+mn-ea"/>
                        <a:cs typeface="+mn-cs"/>
                      </a:endParaRPr>
                    </a:p>
                  </a:txBody>
                  <a:tcP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316132774"/>
                  </a:ext>
                </a:extLst>
              </a:tr>
            </a:tbl>
          </a:graphicData>
        </a:graphic>
      </p:graphicFrame>
      <p:sp>
        <p:nvSpPr>
          <p:cNvPr id="2" name="Titre 1">
            <a:extLst>
              <a:ext uri="{FF2B5EF4-FFF2-40B4-BE49-F238E27FC236}">
                <a16:creationId xmlns:a16="http://schemas.microsoft.com/office/drawing/2014/main" id="{1AF9BF3B-533F-D2F2-0578-1AFB451ED9EF}"/>
              </a:ext>
            </a:extLst>
          </p:cNvPr>
          <p:cNvSpPr>
            <a:spLocks noGrp="1"/>
          </p:cNvSpPr>
          <p:nvPr>
            <p:ph type="title"/>
          </p:nvPr>
        </p:nvSpPr>
        <p:spPr/>
        <p:txBody>
          <a:bodyPr vert="horz"/>
          <a:lstStyle/>
          <a:p>
            <a:r>
              <a:rPr lang="fr-FR" noProof="0" dirty="0"/>
              <a:t>AN</a:t>
            </a:r>
          </a:p>
        </p:txBody>
      </p:sp>
      <p:sp>
        <p:nvSpPr>
          <p:cNvPr id="3" name="Espace réservé du numéro de diapositive 2">
            <a:extLst>
              <a:ext uri="{FF2B5EF4-FFF2-40B4-BE49-F238E27FC236}">
                <a16:creationId xmlns:a16="http://schemas.microsoft.com/office/drawing/2014/main" id="{AD3E12AD-161A-772A-ACED-43BD23AEE0E1}"/>
              </a:ext>
            </a:extLst>
          </p:cNvPr>
          <p:cNvSpPr>
            <a:spLocks noGrp="1"/>
          </p:cNvSpPr>
          <p:nvPr>
            <p:ph type="sldNum" sz="quarter" idx="11"/>
          </p:nvPr>
        </p:nvSpPr>
        <p:spPr/>
        <p:txBody>
          <a:bodyPr/>
          <a:lstStyle/>
          <a:p>
            <a:fld id="{BE9517EC-C298-4848-B090-11602D956FCE}" type="slidenum">
              <a:rPr lang="fr-FR" noProof="0" smtClean="0"/>
              <a:pPr/>
              <a:t>4</a:t>
            </a:fld>
            <a:endParaRPr lang="fr-FR" noProof="0"/>
          </a:p>
        </p:txBody>
      </p:sp>
      <p:sp>
        <p:nvSpPr>
          <p:cNvPr id="5" name="Espace réservé de la date 4">
            <a:extLst>
              <a:ext uri="{FF2B5EF4-FFF2-40B4-BE49-F238E27FC236}">
                <a16:creationId xmlns:a16="http://schemas.microsoft.com/office/drawing/2014/main" id="{A42E0615-C44C-11AA-6D65-67512BB8C8D6}"/>
              </a:ext>
            </a:extLst>
          </p:cNvPr>
          <p:cNvSpPr>
            <a:spLocks noGrp="1"/>
          </p:cNvSpPr>
          <p:nvPr>
            <p:ph type="dt" sz="half" idx="2"/>
          </p:nvPr>
        </p:nvSpPr>
        <p:spPr/>
        <p:txBody>
          <a:bodyPr/>
          <a:lstStyle/>
          <a:p>
            <a:fld id="{05EECF77-BC25-41C0-A0EF-6A4B97F069C1}" type="datetime1">
              <a:rPr lang="fr-FR" noProof="0" smtClean="0"/>
              <a:t>31/03/2025</a:t>
            </a:fld>
            <a:endParaRPr lang="fr-FR" noProof="0"/>
          </a:p>
        </p:txBody>
      </p:sp>
      <p:sp>
        <p:nvSpPr>
          <p:cNvPr id="15" name="Forme libre : forme 14">
            <a:extLst>
              <a:ext uri="{FF2B5EF4-FFF2-40B4-BE49-F238E27FC236}">
                <a16:creationId xmlns:a16="http://schemas.microsoft.com/office/drawing/2014/main" id="{52449045-C9B8-3FEB-2A96-1F669FA3171C}"/>
              </a:ext>
            </a:extLst>
          </p:cNvPr>
          <p:cNvSpPr/>
          <p:nvPr/>
        </p:nvSpPr>
        <p:spPr>
          <a:xfrm>
            <a:off x="380995" y="1332000"/>
            <a:ext cx="5715005"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93356" h="449448">
                <a:moveTo>
                  <a:pt x="0" y="0"/>
                </a:moveTo>
                <a:lnTo>
                  <a:pt x="4980165" y="0"/>
                </a:lnTo>
                <a:lnTo>
                  <a:pt x="4997252" y="0"/>
                </a:lnTo>
                <a:lnTo>
                  <a:pt x="4997252" y="1816"/>
                </a:lnTo>
                <a:lnTo>
                  <a:pt x="5023131" y="4566"/>
                </a:lnTo>
                <a:cubicBezTo>
                  <a:pt x="5120278" y="25520"/>
                  <a:pt x="5193356" y="116126"/>
                  <a:pt x="5193356" y="224724"/>
                </a:cubicBezTo>
                <a:cubicBezTo>
                  <a:pt x="5193356" y="333322"/>
                  <a:pt x="5120278" y="423928"/>
                  <a:pt x="5023131" y="444883"/>
                </a:cubicBezTo>
                <a:lnTo>
                  <a:pt x="4997252" y="447632"/>
                </a:lnTo>
                <a:lnTo>
                  <a:pt x="4997252" y="449447"/>
                </a:lnTo>
                <a:lnTo>
                  <a:pt x="4980175" y="449447"/>
                </a:lnTo>
                <a:lnTo>
                  <a:pt x="4980165" y="449448"/>
                </a:lnTo>
                <a:lnTo>
                  <a:pt x="4980156" y="449447"/>
                </a:lnTo>
                <a:lnTo>
                  <a:pt x="0" y="449447"/>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r>
              <a:rPr lang="fr-FR" sz="1200" b="1" kern="0">
                <a:solidFill>
                  <a:schemeClr val="bg1"/>
                </a:solidFill>
                <a:latin typeface="Arial" panose="020B0604020202020204" pitchFamily="34" charset="0"/>
                <a:cs typeface="Arial" panose="020B0604020202020204" pitchFamily="34" charset="0"/>
              </a:rPr>
              <a:t>PRINCIPALES EXPÉRIENCES EN LIEN AVEC LA MISSION (SUITE)</a:t>
            </a:r>
          </a:p>
        </p:txBody>
      </p:sp>
      <p:sp>
        <p:nvSpPr>
          <p:cNvPr id="4" name="Rectangle 3">
            <a:extLst>
              <a:ext uri="{FF2B5EF4-FFF2-40B4-BE49-F238E27FC236}">
                <a16:creationId xmlns:a16="http://schemas.microsoft.com/office/drawing/2014/main" id="{B2CF22EF-85E8-C348-F0EE-1B5112C6D60B}"/>
              </a:ext>
            </a:extLst>
          </p:cNvPr>
          <p:cNvSpPr/>
          <p:nvPr/>
        </p:nvSpPr>
        <p:spPr>
          <a:xfrm>
            <a:off x="12305039" y="0"/>
            <a:ext cx="2071025" cy="205285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100" dirty="0">
                <a:solidFill>
                  <a:schemeClr val="tx1"/>
                </a:solidFill>
              </a:rPr>
              <a:t>Nota : cette présentation en tableau devra être en cohérence avec la présentation des références mission AMITA (références courtes)</a:t>
            </a:r>
          </a:p>
        </p:txBody>
      </p:sp>
      <p:sp>
        <p:nvSpPr>
          <p:cNvPr id="8" name="Rectangle 7">
            <a:extLst>
              <a:ext uri="{FF2B5EF4-FFF2-40B4-BE49-F238E27FC236}">
                <a16:creationId xmlns:a16="http://schemas.microsoft.com/office/drawing/2014/main" id="{52BB5303-F825-175A-0443-8E489E423F47}"/>
              </a:ext>
            </a:extLst>
          </p:cNvPr>
          <p:cNvSpPr/>
          <p:nvPr/>
        </p:nvSpPr>
        <p:spPr>
          <a:xfrm>
            <a:off x="4862670" y="0"/>
            <a:ext cx="2071025" cy="33306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CV détaillé</a:t>
            </a:r>
          </a:p>
        </p:txBody>
      </p:sp>
      <p:sp>
        <p:nvSpPr>
          <p:cNvPr id="9" name="Espace réservé du pied de page 8">
            <a:extLst>
              <a:ext uri="{FF2B5EF4-FFF2-40B4-BE49-F238E27FC236}">
                <a16:creationId xmlns:a16="http://schemas.microsoft.com/office/drawing/2014/main" id="{90665A96-11D6-39DC-EF44-C0EE8C546CBB}"/>
              </a:ext>
            </a:extLst>
          </p:cNvPr>
          <p:cNvSpPr>
            <a:spLocks noGrp="1"/>
          </p:cNvSpPr>
          <p:nvPr>
            <p:ph type="ftr" sz="quarter" idx="10"/>
          </p:nvPr>
        </p:nvSpPr>
        <p:spPr/>
        <p:txBody>
          <a:bodyPr/>
          <a:lstStyle/>
          <a:p>
            <a:r>
              <a:rPr lang="fr-FR"/>
              <a:t>AMITA CONSEIL</a:t>
            </a:r>
          </a:p>
        </p:txBody>
      </p:sp>
      <p:sp>
        <p:nvSpPr>
          <p:cNvPr id="10" name="ZoneTexte 9">
            <a:extLst>
              <a:ext uri="{FF2B5EF4-FFF2-40B4-BE49-F238E27FC236}">
                <a16:creationId xmlns:a16="http://schemas.microsoft.com/office/drawing/2014/main" id="{912A5A97-5686-5F8A-D147-69E15A4BE02A}"/>
              </a:ext>
            </a:extLst>
          </p:cNvPr>
          <p:cNvSpPr txBox="1"/>
          <p:nvPr/>
        </p:nvSpPr>
        <p:spPr>
          <a:xfrm rot="840714">
            <a:off x="8266481" y="-76513"/>
            <a:ext cx="4288610" cy="923330"/>
          </a:xfrm>
          <a:prstGeom prst="rect">
            <a:avLst/>
          </a:prstGeom>
          <a:solidFill>
            <a:srgbClr val="C00000"/>
          </a:solidFill>
        </p:spPr>
        <p:txBody>
          <a:bodyPr wrap="none" rtlCol="0">
            <a:spAutoFit/>
          </a:bodyPr>
          <a:lstStyle/>
          <a:p>
            <a:r>
              <a:rPr lang="fr-FR" dirty="0">
                <a:solidFill>
                  <a:schemeClr val="bg1"/>
                </a:solidFill>
              </a:rPr>
              <a:t>VERSION ANONYMISEE: </a:t>
            </a:r>
          </a:p>
          <a:p>
            <a:r>
              <a:rPr lang="fr-FR" dirty="0">
                <a:solidFill>
                  <a:schemeClr val="bg1"/>
                </a:solidFill>
              </a:rPr>
              <a:t>COPIER SLIDE 2</a:t>
            </a:r>
          </a:p>
          <a:p>
            <a:r>
              <a:rPr lang="fr-FR" dirty="0">
                <a:solidFill>
                  <a:schemeClr val="bg1"/>
                </a:solidFill>
              </a:rPr>
              <a:t>INITIALES A LA PLACE DE L’IDENTITE</a:t>
            </a:r>
          </a:p>
        </p:txBody>
      </p:sp>
    </p:spTree>
    <p:extLst>
      <p:ext uri="{BB962C8B-B14F-4D97-AF65-F5344CB8AC3E}">
        <p14:creationId xmlns:p14="http://schemas.microsoft.com/office/powerpoint/2010/main" val="252769716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025 02_AMITA Conseil">
  <a:themeElements>
    <a:clrScheme name="AMITA 2">
      <a:dk1>
        <a:srgbClr val="353637"/>
      </a:dk1>
      <a:lt1>
        <a:sysClr val="window" lastClr="FFFFFF"/>
      </a:lt1>
      <a:dk2>
        <a:srgbClr val="43A2BF"/>
      </a:dk2>
      <a:lt2>
        <a:srgbClr val="F7F7F7"/>
      </a:lt2>
      <a:accent1>
        <a:srgbClr val="43A2BF"/>
      </a:accent1>
      <a:accent2>
        <a:srgbClr val="4D7480"/>
      </a:accent2>
      <a:accent3>
        <a:srgbClr val="B5E1EF"/>
      </a:accent3>
      <a:accent4>
        <a:srgbClr val="6AA6B7"/>
      </a:accent4>
      <a:accent5>
        <a:srgbClr val="FFAE19"/>
      </a:accent5>
      <a:accent6>
        <a:srgbClr val="FF6419"/>
      </a:accent6>
      <a:hlink>
        <a:srgbClr val="4D7480"/>
      </a:hlink>
      <a:folHlink>
        <a:srgbClr val="2E556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2025 02_AMITA Conseil" id="{04D555FD-3CF6-4C09-9956-4D12109AF0E0}" vid="{1030E482-EE0D-43A8-A09B-A92D63339AC2}"/>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EA5923CF42828478025696259AFA44C" ma:contentTypeVersion="13" ma:contentTypeDescription="Crée un document." ma:contentTypeScope="" ma:versionID="5e993e22e778ef09ecfb16d3fefdfc9f">
  <xsd:schema xmlns:xsd="http://www.w3.org/2001/XMLSchema" xmlns:xs="http://www.w3.org/2001/XMLSchema" xmlns:p="http://schemas.microsoft.com/office/2006/metadata/properties" xmlns:ns2="b662136d-f4c7-4ecd-aecf-392677ef4b39" xmlns:ns3="5438b2ed-c33a-4943-80d4-1eb1a51ca64d" targetNamespace="http://schemas.microsoft.com/office/2006/metadata/properties" ma:root="true" ma:fieldsID="c5619f54d5f07886a6273fdc4fba94ca" ns2:_="" ns3:_="">
    <xsd:import namespace="b662136d-f4c7-4ecd-aecf-392677ef4b39"/>
    <xsd:import namespace="5438b2ed-c33a-4943-80d4-1eb1a51ca64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62136d-f4c7-4ecd-aecf-392677ef4b3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Balises d’images" ma:readOnly="false" ma:fieldId="{5cf76f15-5ced-4ddc-b409-7134ff3c332f}" ma:taxonomyMulti="true" ma:sspId="9c4cb228-3045-4ce0-a5ba-35060aea63d2" ma:termSetId="09814cd3-568e-fe90-9814-8d621ff8fb84" ma:anchorId="fba54fb3-c3e1-fe81-a776-ca4b69148c4d" ma:open="true" ma:isKeyword="false">
      <xsd:complexType>
        <xsd:sequence>
          <xsd:element ref="pc:Terms" minOccurs="0" maxOccurs="1"/>
        </xsd:sequence>
      </xsd:complexType>
    </xsd:element>
    <xsd:element name="MediaServiceLocation" ma:index="19" nillable="true" ma:displayName="Location" ma:indexed="true"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438b2ed-c33a-4943-80d4-1eb1a51ca64d"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c9b42586-e577-452a-859a-b23ae595a161}" ma:internalName="TaxCatchAll" ma:showField="CatchAllData" ma:web="5438b2ed-c33a-4943-80d4-1eb1a51ca64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662136d-f4c7-4ecd-aecf-392677ef4b39">
      <Terms xmlns="http://schemas.microsoft.com/office/infopath/2007/PartnerControls"/>
    </lcf76f155ced4ddcb4097134ff3c332f>
    <TaxCatchAll xmlns="5438b2ed-c33a-4943-80d4-1eb1a51ca64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FE79DF9-C58F-4F32-98FC-7A5EE2CE32C6}">
  <ds:schemaRefs>
    <ds:schemaRef ds:uri="5438b2ed-c33a-4943-80d4-1eb1a51ca64d"/>
    <ds:schemaRef ds:uri="b662136d-f4c7-4ecd-aecf-392677ef4b3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AC34AAB-7852-4104-B684-4FE27329F849}">
  <ds:schemaRefs>
    <ds:schemaRef ds:uri="5438b2ed-c33a-4943-80d4-1eb1a51ca64d"/>
    <ds:schemaRef ds:uri="b662136d-f4c7-4ecd-aecf-392677ef4b3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99BB03B-02D8-4150-8B36-F9BD50D9F57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1020</Words>
  <Application>Microsoft Office PowerPoint</Application>
  <PresentationFormat>Grand écran</PresentationFormat>
  <Paragraphs>126</Paragraphs>
  <Slides>4</Slides>
  <Notes>2</Notes>
  <HiddenSlides>0</HiddenSlides>
  <MMClips>0</MMClips>
  <ScaleCrop>false</ScaleCrop>
  <HeadingPairs>
    <vt:vector size="8" baseType="variant">
      <vt:variant>
        <vt:lpstr>Polices utilisées</vt:lpstr>
      </vt:variant>
      <vt:variant>
        <vt:i4>5</vt:i4>
      </vt:variant>
      <vt:variant>
        <vt:lpstr>Thème</vt:lpstr>
      </vt:variant>
      <vt:variant>
        <vt:i4>1</vt:i4>
      </vt:variant>
      <vt:variant>
        <vt:lpstr>Serveurs OLE incorporés</vt:lpstr>
      </vt:variant>
      <vt:variant>
        <vt:i4>1</vt:i4>
      </vt:variant>
      <vt:variant>
        <vt:lpstr>Titres des diapositives</vt:lpstr>
      </vt:variant>
      <vt:variant>
        <vt:i4>4</vt:i4>
      </vt:variant>
    </vt:vector>
  </HeadingPairs>
  <TitlesOfParts>
    <vt:vector size="11" baseType="lpstr">
      <vt:lpstr>Aptos</vt:lpstr>
      <vt:lpstr>Arial</vt:lpstr>
      <vt:lpstr>Calibri</vt:lpstr>
      <vt:lpstr>Now</vt:lpstr>
      <vt:lpstr>Raleway</vt:lpstr>
      <vt:lpstr>2025 02_AMITA Conseil</vt:lpstr>
      <vt:lpstr>Diapositive think-cell</vt:lpstr>
      <vt:lpstr>Présentation PowerPoint</vt:lpstr>
      <vt:lpstr>Sanae kiati</vt:lpstr>
      <vt:lpstr>Présentation PowerPoint</vt:lpstr>
      <vt:lpstr>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Aymeric Prat</dc:creator>
  <cp:lastModifiedBy>Grégoire Sourdel</cp:lastModifiedBy>
  <cp:revision>34</cp:revision>
  <dcterms:created xsi:type="dcterms:W3CDTF">2023-07-04T06:45:58Z</dcterms:created>
  <dcterms:modified xsi:type="dcterms:W3CDTF">2025-04-03T08:08:57Z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0x010100AEA5923CF42828478025696259AFA44C</vt:lpwstr>
  </property>
</Properties>
</file>