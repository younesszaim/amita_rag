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147378320" r:id="rId5"/>
    <p:sldId id="2147378324" r:id="rId6"/>
    <p:sldId id="2147378323" r:id="rId7"/>
    <p:sldId id="2147378325" r:id="rId8"/>
    <p:sldId id="2147378335" r:id="rId9"/>
    <p:sldId id="2147378337" r:id="rId10"/>
    <p:sldId id="2147378654" r:id="rId11"/>
  </p:sldIdLst>
  <p:sldSz cx="12192000" cy="6858000"/>
  <p:notesSz cx="6858000" cy="9144000"/>
  <p:custDataLst>
    <p:tags r:id="rId13"/>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éférences courtes" id="{FA5D18A6-A89E-4126-A8CF-BB317364FD49}">
          <p14:sldIdLst>
            <p14:sldId id="2147378320"/>
            <p14:sldId id="2147378324"/>
            <p14:sldId id="2147378323"/>
            <p14:sldId id="2147378325"/>
            <p14:sldId id="2147378335"/>
            <p14:sldId id="2147378337"/>
            <p14:sldId id="21473786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C9D42-81F6-4B8B-8873-0A2EE6B0A388}" v="12" dt="2024-05-21T09:42:10.1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éni BEN MRAD" userId="29e18123-af16-4e2b-8963-6a004e026def" providerId="ADAL" clId="{78E63A4E-AD4F-490C-8E4A-EEC435BAB616}"/>
    <pc:docChg chg="undo custSel addSld delSld modSld sldOrd modSection">
      <pc:chgData name="Héni BEN MRAD" userId="29e18123-af16-4e2b-8963-6a004e026def" providerId="ADAL" clId="{78E63A4E-AD4F-490C-8E4A-EEC435BAB616}" dt="2024-05-16T07:28:05.329" v="34"/>
      <pc:docMkLst>
        <pc:docMk/>
      </pc:docMkLst>
      <pc:sldChg chg="modSp mod">
        <pc:chgData name="Héni BEN MRAD" userId="29e18123-af16-4e2b-8963-6a004e026def" providerId="ADAL" clId="{78E63A4E-AD4F-490C-8E4A-EEC435BAB616}" dt="2024-05-15T08:31:24.252" v="1" actId="1076"/>
        <pc:sldMkLst>
          <pc:docMk/>
          <pc:sldMk cId="17159160" sldId="2147378656"/>
        </pc:sldMkLst>
        <pc:graphicFrameChg chg="mod">
          <ac:chgData name="Héni BEN MRAD" userId="29e18123-af16-4e2b-8963-6a004e026def" providerId="ADAL" clId="{78E63A4E-AD4F-490C-8E4A-EEC435BAB616}" dt="2024-05-15T08:31:24.252" v="1" actId="1076"/>
          <ac:graphicFrameMkLst>
            <pc:docMk/>
            <pc:sldMk cId="17159160" sldId="2147378656"/>
            <ac:graphicFrameMk id="5" creationId="{CA659D41-EFBE-2DB8-2EF8-27CF870D460D}"/>
          </ac:graphicFrameMkLst>
        </pc:graphicFrameChg>
      </pc:sldChg>
      <pc:sldChg chg="add">
        <pc:chgData name="Héni BEN MRAD" userId="29e18123-af16-4e2b-8963-6a004e026def" providerId="ADAL" clId="{78E63A4E-AD4F-490C-8E4A-EEC435BAB616}" dt="2024-05-16T07:06:45.009" v="4"/>
        <pc:sldMkLst>
          <pc:docMk/>
          <pc:sldMk cId="3229247021" sldId="2147378662"/>
        </pc:sldMkLst>
      </pc:sldChg>
      <pc:sldChg chg="add">
        <pc:chgData name="Héni BEN MRAD" userId="29e18123-af16-4e2b-8963-6a004e026def" providerId="ADAL" clId="{78E63A4E-AD4F-490C-8E4A-EEC435BAB616}" dt="2024-05-16T07:06:45.009" v="4"/>
        <pc:sldMkLst>
          <pc:docMk/>
          <pc:sldMk cId="3596813283" sldId="2147378663"/>
        </pc:sldMkLst>
      </pc:sldChg>
      <pc:sldChg chg="add">
        <pc:chgData name="Héni BEN MRAD" userId="29e18123-af16-4e2b-8963-6a004e026def" providerId="ADAL" clId="{78E63A4E-AD4F-490C-8E4A-EEC435BAB616}" dt="2024-05-16T07:06:45.009" v="4"/>
        <pc:sldMkLst>
          <pc:docMk/>
          <pc:sldMk cId="236498837" sldId="2147378664"/>
        </pc:sldMkLst>
      </pc:sldChg>
      <pc:sldChg chg="add">
        <pc:chgData name="Héni BEN MRAD" userId="29e18123-af16-4e2b-8963-6a004e026def" providerId="ADAL" clId="{78E63A4E-AD4F-490C-8E4A-EEC435BAB616}" dt="2024-05-16T07:06:45.009" v="4"/>
        <pc:sldMkLst>
          <pc:docMk/>
          <pc:sldMk cId="2553861569" sldId="2147378665"/>
        </pc:sldMkLst>
      </pc:sldChg>
      <pc:sldChg chg="add">
        <pc:chgData name="Héni BEN MRAD" userId="29e18123-af16-4e2b-8963-6a004e026def" providerId="ADAL" clId="{78E63A4E-AD4F-490C-8E4A-EEC435BAB616}" dt="2024-05-16T07:06:45.009" v="4"/>
        <pc:sldMkLst>
          <pc:docMk/>
          <pc:sldMk cId="578661884" sldId="2147378668"/>
        </pc:sldMkLst>
      </pc:sldChg>
      <pc:sldChg chg="add">
        <pc:chgData name="Héni BEN MRAD" userId="29e18123-af16-4e2b-8963-6a004e026def" providerId="ADAL" clId="{78E63A4E-AD4F-490C-8E4A-EEC435BAB616}" dt="2024-05-16T07:06:45.009" v="4"/>
        <pc:sldMkLst>
          <pc:docMk/>
          <pc:sldMk cId="405728382" sldId="2147378669"/>
        </pc:sldMkLst>
      </pc:sldChg>
      <pc:sldChg chg="add">
        <pc:chgData name="Héni BEN MRAD" userId="29e18123-af16-4e2b-8963-6a004e026def" providerId="ADAL" clId="{78E63A4E-AD4F-490C-8E4A-EEC435BAB616}" dt="2024-05-16T07:06:45.009" v="4"/>
        <pc:sldMkLst>
          <pc:docMk/>
          <pc:sldMk cId="443201548" sldId="2147378670"/>
        </pc:sldMkLst>
      </pc:sldChg>
      <pc:sldChg chg="add">
        <pc:chgData name="Héni BEN MRAD" userId="29e18123-af16-4e2b-8963-6a004e026def" providerId="ADAL" clId="{78E63A4E-AD4F-490C-8E4A-EEC435BAB616}" dt="2024-05-16T07:06:45.009" v="4"/>
        <pc:sldMkLst>
          <pc:docMk/>
          <pc:sldMk cId="3785727531" sldId="2147378672"/>
        </pc:sldMkLst>
      </pc:sldChg>
      <pc:sldChg chg="add">
        <pc:chgData name="Héni BEN MRAD" userId="29e18123-af16-4e2b-8963-6a004e026def" providerId="ADAL" clId="{78E63A4E-AD4F-490C-8E4A-EEC435BAB616}" dt="2024-05-16T07:06:45.009" v="4"/>
        <pc:sldMkLst>
          <pc:docMk/>
          <pc:sldMk cId="560049709" sldId="2147378673"/>
        </pc:sldMkLst>
      </pc:sldChg>
      <pc:sldChg chg="add">
        <pc:chgData name="Héni BEN MRAD" userId="29e18123-af16-4e2b-8963-6a004e026def" providerId="ADAL" clId="{78E63A4E-AD4F-490C-8E4A-EEC435BAB616}" dt="2024-05-16T07:07:24.590" v="5"/>
        <pc:sldMkLst>
          <pc:docMk/>
          <pc:sldMk cId="3600413362" sldId="2147378674"/>
        </pc:sldMkLst>
      </pc:sldChg>
      <pc:sldChg chg="add">
        <pc:chgData name="Héni BEN MRAD" userId="29e18123-af16-4e2b-8963-6a004e026def" providerId="ADAL" clId="{78E63A4E-AD4F-490C-8E4A-EEC435BAB616}" dt="2024-05-16T07:07:24.590" v="5"/>
        <pc:sldMkLst>
          <pc:docMk/>
          <pc:sldMk cId="4230165508" sldId="2147378676"/>
        </pc:sldMkLst>
      </pc:sldChg>
      <pc:sldChg chg="add">
        <pc:chgData name="Héni BEN MRAD" userId="29e18123-af16-4e2b-8963-6a004e026def" providerId="ADAL" clId="{78E63A4E-AD4F-490C-8E4A-EEC435BAB616}" dt="2024-05-16T07:07:24.590" v="5"/>
        <pc:sldMkLst>
          <pc:docMk/>
          <pc:sldMk cId="53351736" sldId="2147378678"/>
        </pc:sldMkLst>
      </pc:sldChg>
      <pc:sldChg chg="add">
        <pc:chgData name="Héni BEN MRAD" userId="29e18123-af16-4e2b-8963-6a004e026def" providerId="ADAL" clId="{78E63A4E-AD4F-490C-8E4A-EEC435BAB616}" dt="2024-05-16T07:07:24.590" v="5"/>
        <pc:sldMkLst>
          <pc:docMk/>
          <pc:sldMk cId="3481359237" sldId="2147378679"/>
        </pc:sldMkLst>
      </pc:sldChg>
      <pc:sldChg chg="add">
        <pc:chgData name="Héni BEN MRAD" userId="29e18123-af16-4e2b-8963-6a004e026def" providerId="ADAL" clId="{78E63A4E-AD4F-490C-8E4A-EEC435BAB616}" dt="2024-05-16T07:07:24.590" v="5"/>
        <pc:sldMkLst>
          <pc:docMk/>
          <pc:sldMk cId="3151729791" sldId="2147378681"/>
        </pc:sldMkLst>
      </pc:sldChg>
      <pc:sldChg chg="add">
        <pc:chgData name="Héni BEN MRAD" userId="29e18123-af16-4e2b-8963-6a004e026def" providerId="ADAL" clId="{78E63A4E-AD4F-490C-8E4A-EEC435BAB616}" dt="2024-05-16T07:07:24.590" v="5"/>
        <pc:sldMkLst>
          <pc:docMk/>
          <pc:sldMk cId="2425987383" sldId="2147378683"/>
        </pc:sldMkLst>
      </pc:sldChg>
      <pc:sldChg chg="add">
        <pc:chgData name="Héni BEN MRAD" userId="29e18123-af16-4e2b-8963-6a004e026def" providerId="ADAL" clId="{78E63A4E-AD4F-490C-8E4A-EEC435BAB616}" dt="2024-05-16T07:07:24.590" v="5"/>
        <pc:sldMkLst>
          <pc:docMk/>
          <pc:sldMk cId="2868947623" sldId="2147378684"/>
        </pc:sldMkLst>
      </pc:sldChg>
      <pc:sldChg chg="add">
        <pc:chgData name="Héni BEN MRAD" userId="29e18123-af16-4e2b-8963-6a004e026def" providerId="ADAL" clId="{78E63A4E-AD4F-490C-8E4A-EEC435BAB616}" dt="2024-05-16T07:07:24.590" v="5"/>
        <pc:sldMkLst>
          <pc:docMk/>
          <pc:sldMk cId="3882209703" sldId="2147378686"/>
        </pc:sldMkLst>
      </pc:sldChg>
      <pc:sldChg chg="add">
        <pc:chgData name="Héni BEN MRAD" userId="29e18123-af16-4e2b-8963-6a004e026def" providerId="ADAL" clId="{78E63A4E-AD4F-490C-8E4A-EEC435BAB616}" dt="2024-05-16T07:07:24.590" v="5"/>
        <pc:sldMkLst>
          <pc:docMk/>
          <pc:sldMk cId="3955142616" sldId="2147378687"/>
        </pc:sldMkLst>
      </pc:sldChg>
      <pc:sldChg chg="add">
        <pc:chgData name="Héni BEN MRAD" userId="29e18123-af16-4e2b-8963-6a004e026def" providerId="ADAL" clId="{78E63A4E-AD4F-490C-8E4A-EEC435BAB616}" dt="2024-05-16T07:07:24.590" v="5"/>
        <pc:sldMkLst>
          <pc:docMk/>
          <pc:sldMk cId="3199446170" sldId="2147378689"/>
        </pc:sldMkLst>
      </pc:sldChg>
      <pc:sldChg chg="add">
        <pc:chgData name="Héni BEN MRAD" userId="29e18123-af16-4e2b-8963-6a004e026def" providerId="ADAL" clId="{78E63A4E-AD4F-490C-8E4A-EEC435BAB616}" dt="2024-05-16T07:07:24.590" v="5"/>
        <pc:sldMkLst>
          <pc:docMk/>
          <pc:sldMk cId="3121991331" sldId="2147378690"/>
        </pc:sldMkLst>
      </pc:sldChg>
      <pc:sldChg chg="add del">
        <pc:chgData name="Héni BEN MRAD" userId="29e18123-af16-4e2b-8963-6a004e026def" providerId="ADAL" clId="{78E63A4E-AD4F-490C-8E4A-EEC435BAB616}" dt="2024-05-16T07:11:47.685" v="31"/>
        <pc:sldMkLst>
          <pc:docMk/>
          <pc:sldMk cId="92800247" sldId="2147378691"/>
        </pc:sldMkLst>
      </pc:sldChg>
      <pc:sldChg chg="add del">
        <pc:chgData name="Héni BEN MRAD" userId="29e18123-af16-4e2b-8963-6a004e026def" providerId="ADAL" clId="{78E63A4E-AD4F-490C-8E4A-EEC435BAB616}" dt="2024-05-16T07:10:15.912" v="8" actId="47"/>
        <pc:sldMkLst>
          <pc:docMk/>
          <pc:sldMk cId="484516163" sldId="2147378691"/>
        </pc:sldMkLst>
      </pc:sldChg>
      <pc:sldChg chg="add del">
        <pc:chgData name="Héni BEN MRAD" userId="29e18123-af16-4e2b-8963-6a004e026def" providerId="ADAL" clId="{78E63A4E-AD4F-490C-8E4A-EEC435BAB616}" dt="2024-05-16T07:11:47.685" v="31"/>
        <pc:sldMkLst>
          <pc:docMk/>
          <pc:sldMk cId="3327284772" sldId="2147378692"/>
        </pc:sldMkLst>
      </pc:sldChg>
      <pc:sldChg chg="add del">
        <pc:chgData name="Héni BEN MRAD" userId="29e18123-af16-4e2b-8963-6a004e026def" providerId="ADAL" clId="{78E63A4E-AD4F-490C-8E4A-EEC435BAB616}" dt="2024-05-16T07:10:17.555" v="9" actId="47"/>
        <pc:sldMkLst>
          <pc:docMk/>
          <pc:sldMk cId="3785935496" sldId="2147378692"/>
        </pc:sldMkLst>
      </pc:sldChg>
      <pc:sldChg chg="add del">
        <pc:chgData name="Héni BEN MRAD" userId="29e18123-af16-4e2b-8963-6a004e026def" providerId="ADAL" clId="{78E63A4E-AD4F-490C-8E4A-EEC435BAB616}" dt="2024-05-16T07:10:18.352" v="10" actId="47"/>
        <pc:sldMkLst>
          <pc:docMk/>
          <pc:sldMk cId="269473791" sldId="2147378693"/>
        </pc:sldMkLst>
      </pc:sldChg>
      <pc:sldChg chg="add del">
        <pc:chgData name="Héni BEN MRAD" userId="29e18123-af16-4e2b-8963-6a004e026def" providerId="ADAL" clId="{78E63A4E-AD4F-490C-8E4A-EEC435BAB616}" dt="2024-05-16T07:11:47.685" v="31"/>
        <pc:sldMkLst>
          <pc:docMk/>
          <pc:sldMk cId="456009956" sldId="2147378694"/>
        </pc:sldMkLst>
      </pc:sldChg>
      <pc:sldChg chg="add del">
        <pc:chgData name="Héni BEN MRAD" userId="29e18123-af16-4e2b-8963-6a004e026def" providerId="ADAL" clId="{78E63A4E-AD4F-490C-8E4A-EEC435BAB616}" dt="2024-05-16T07:10:19.166" v="11" actId="47"/>
        <pc:sldMkLst>
          <pc:docMk/>
          <pc:sldMk cId="1313836966" sldId="2147378694"/>
        </pc:sldMkLst>
      </pc:sldChg>
      <pc:sldChg chg="add del">
        <pc:chgData name="Héni BEN MRAD" userId="29e18123-af16-4e2b-8963-6a004e026def" providerId="ADAL" clId="{78E63A4E-AD4F-490C-8E4A-EEC435BAB616}" dt="2024-05-16T07:10:19.998" v="12" actId="47"/>
        <pc:sldMkLst>
          <pc:docMk/>
          <pc:sldMk cId="3333659444" sldId="2147378695"/>
        </pc:sldMkLst>
      </pc:sldChg>
      <pc:sldChg chg="add del">
        <pc:chgData name="Héni BEN MRAD" userId="29e18123-af16-4e2b-8963-6a004e026def" providerId="ADAL" clId="{78E63A4E-AD4F-490C-8E4A-EEC435BAB616}" dt="2024-05-16T07:10:20.664" v="13" actId="47"/>
        <pc:sldMkLst>
          <pc:docMk/>
          <pc:sldMk cId="1725248626" sldId="2147378696"/>
        </pc:sldMkLst>
      </pc:sldChg>
      <pc:sldChg chg="add del">
        <pc:chgData name="Héni BEN MRAD" userId="29e18123-af16-4e2b-8963-6a004e026def" providerId="ADAL" clId="{78E63A4E-AD4F-490C-8E4A-EEC435BAB616}" dt="2024-05-16T07:11:47.685" v="31"/>
        <pc:sldMkLst>
          <pc:docMk/>
          <pc:sldMk cId="2645575117" sldId="2147378696"/>
        </pc:sldMkLst>
      </pc:sldChg>
      <pc:sldChg chg="add del">
        <pc:chgData name="Héni BEN MRAD" userId="29e18123-af16-4e2b-8963-6a004e026def" providerId="ADAL" clId="{78E63A4E-AD4F-490C-8E4A-EEC435BAB616}" dt="2024-05-16T07:10:21.493" v="14" actId="47"/>
        <pc:sldMkLst>
          <pc:docMk/>
          <pc:sldMk cId="2244888204" sldId="2147378697"/>
        </pc:sldMkLst>
      </pc:sldChg>
      <pc:sldChg chg="add del">
        <pc:chgData name="Héni BEN MRAD" userId="29e18123-af16-4e2b-8963-6a004e026def" providerId="ADAL" clId="{78E63A4E-AD4F-490C-8E4A-EEC435BAB616}" dt="2024-05-16T07:10:22.179" v="15" actId="47"/>
        <pc:sldMkLst>
          <pc:docMk/>
          <pc:sldMk cId="149892603" sldId="2147378698"/>
        </pc:sldMkLst>
      </pc:sldChg>
      <pc:sldChg chg="add del">
        <pc:chgData name="Héni BEN MRAD" userId="29e18123-af16-4e2b-8963-6a004e026def" providerId="ADAL" clId="{78E63A4E-AD4F-490C-8E4A-EEC435BAB616}" dt="2024-05-16T07:11:47.685" v="31"/>
        <pc:sldMkLst>
          <pc:docMk/>
          <pc:sldMk cId="353131440" sldId="2147378698"/>
        </pc:sldMkLst>
      </pc:sldChg>
      <pc:sldChg chg="add del">
        <pc:chgData name="Héni BEN MRAD" userId="29e18123-af16-4e2b-8963-6a004e026def" providerId="ADAL" clId="{78E63A4E-AD4F-490C-8E4A-EEC435BAB616}" dt="2024-05-16T07:10:22.874" v="16" actId="47"/>
        <pc:sldMkLst>
          <pc:docMk/>
          <pc:sldMk cId="1058382084" sldId="2147378699"/>
        </pc:sldMkLst>
      </pc:sldChg>
      <pc:sldChg chg="add del">
        <pc:chgData name="Héni BEN MRAD" userId="29e18123-af16-4e2b-8963-6a004e026def" providerId="ADAL" clId="{78E63A4E-AD4F-490C-8E4A-EEC435BAB616}" dt="2024-05-16T07:10:23.492" v="17" actId="47"/>
        <pc:sldMkLst>
          <pc:docMk/>
          <pc:sldMk cId="1368798832" sldId="2147378700"/>
        </pc:sldMkLst>
      </pc:sldChg>
      <pc:sldChg chg="add del">
        <pc:chgData name="Héni BEN MRAD" userId="29e18123-af16-4e2b-8963-6a004e026def" providerId="ADAL" clId="{78E63A4E-AD4F-490C-8E4A-EEC435BAB616}" dt="2024-05-16T07:11:47.685" v="31"/>
        <pc:sldMkLst>
          <pc:docMk/>
          <pc:sldMk cId="2647934972" sldId="2147378700"/>
        </pc:sldMkLst>
      </pc:sldChg>
      <pc:sldChg chg="add del">
        <pc:chgData name="Héni BEN MRAD" userId="29e18123-af16-4e2b-8963-6a004e026def" providerId="ADAL" clId="{78E63A4E-AD4F-490C-8E4A-EEC435BAB616}" dt="2024-05-16T07:10:24.105" v="18" actId="47"/>
        <pc:sldMkLst>
          <pc:docMk/>
          <pc:sldMk cId="1216998310" sldId="2147378701"/>
        </pc:sldMkLst>
      </pc:sldChg>
      <pc:sldChg chg="add del">
        <pc:chgData name="Héni BEN MRAD" userId="29e18123-af16-4e2b-8963-6a004e026def" providerId="ADAL" clId="{78E63A4E-AD4F-490C-8E4A-EEC435BAB616}" dt="2024-05-16T07:11:47.685" v="31"/>
        <pc:sldMkLst>
          <pc:docMk/>
          <pc:sldMk cId="3436619141" sldId="2147378701"/>
        </pc:sldMkLst>
      </pc:sldChg>
      <pc:sldChg chg="add del">
        <pc:chgData name="Héni BEN MRAD" userId="29e18123-af16-4e2b-8963-6a004e026def" providerId="ADAL" clId="{78E63A4E-AD4F-490C-8E4A-EEC435BAB616}" dt="2024-05-16T07:10:24.817" v="19" actId="47"/>
        <pc:sldMkLst>
          <pc:docMk/>
          <pc:sldMk cId="92800247" sldId="2147378702"/>
        </pc:sldMkLst>
      </pc:sldChg>
      <pc:sldChg chg="add del">
        <pc:chgData name="Héni BEN MRAD" userId="29e18123-af16-4e2b-8963-6a004e026def" providerId="ADAL" clId="{78E63A4E-AD4F-490C-8E4A-EEC435BAB616}" dt="2024-05-16T07:11:47.685" v="31"/>
        <pc:sldMkLst>
          <pc:docMk/>
          <pc:sldMk cId="1453969738" sldId="2147378703"/>
        </pc:sldMkLst>
      </pc:sldChg>
      <pc:sldChg chg="add del">
        <pc:chgData name="Héni BEN MRAD" userId="29e18123-af16-4e2b-8963-6a004e026def" providerId="ADAL" clId="{78E63A4E-AD4F-490C-8E4A-EEC435BAB616}" dt="2024-05-16T07:10:25.399" v="20" actId="47"/>
        <pc:sldMkLst>
          <pc:docMk/>
          <pc:sldMk cId="3327284772" sldId="2147378703"/>
        </pc:sldMkLst>
      </pc:sldChg>
      <pc:sldChg chg="add del">
        <pc:chgData name="Héni BEN MRAD" userId="29e18123-af16-4e2b-8963-6a004e026def" providerId="ADAL" clId="{78E63A4E-AD4F-490C-8E4A-EEC435BAB616}" dt="2024-05-16T07:10:26.031" v="21" actId="47"/>
        <pc:sldMkLst>
          <pc:docMk/>
          <pc:sldMk cId="456009956" sldId="2147378704"/>
        </pc:sldMkLst>
      </pc:sldChg>
      <pc:sldChg chg="add del">
        <pc:chgData name="Héni BEN MRAD" userId="29e18123-af16-4e2b-8963-6a004e026def" providerId="ADAL" clId="{78E63A4E-AD4F-490C-8E4A-EEC435BAB616}" dt="2024-05-16T07:10:44.821" v="28"/>
        <pc:sldMkLst>
          <pc:docMk/>
          <pc:sldMk cId="395157167" sldId="2147378705"/>
        </pc:sldMkLst>
      </pc:sldChg>
      <pc:sldChg chg="add del">
        <pc:chgData name="Héni BEN MRAD" userId="29e18123-af16-4e2b-8963-6a004e026def" providerId="ADAL" clId="{78E63A4E-AD4F-490C-8E4A-EEC435BAB616}" dt="2024-05-16T07:11:03.057" v="30"/>
        <pc:sldMkLst>
          <pc:docMk/>
          <pc:sldMk cId="1981362468" sldId="2147378705"/>
        </pc:sldMkLst>
      </pc:sldChg>
      <pc:sldChg chg="add del">
        <pc:chgData name="Héni BEN MRAD" userId="29e18123-af16-4e2b-8963-6a004e026def" providerId="ADAL" clId="{78E63A4E-AD4F-490C-8E4A-EEC435BAB616}" dt="2024-05-16T07:10:26.660" v="22" actId="47"/>
        <pc:sldMkLst>
          <pc:docMk/>
          <pc:sldMk cId="2645575117" sldId="2147378705"/>
        </pc:sldMkLst>
      </pc:sldChg>
      <pc:sldChg chg="add del">
        <pc:chgData name="Héni BEN MRAD" userId="29e18123-af16-4e2b-8963-6a004e026def" providerId="ADAL" clId="{78E63A4E-AD4F-490C-8E4A-EEC435BAB616}" dt="2024-05-16T07:11:03.057" v="30"/>
        <pc:sldMkLst>
          <pc:docMk/>
          <pc:sldMk cId="66727073" sldId="2147378706"/>
        </pc:sldMkLst>
      </pc:sldChg>
      <pc:sldChg chg="add del">
        <pc:chgData name="Héni BEN MRAD" userId="29e18123-af16-4e2b-8963-6a004e026def" providerId="ADAL" clId="{78E63A4E-AD4F-490C-8E4A-EEC435BAB616}" dt="2024-05-16T07:10:27.279" v="23" actId="47"/>
        <pc:sldMkLst>
          <pc:docMk/>
          <pc:sldMk cId="353131440" sldId="2147378706"/>
        </pc:sldMkLst>
      </pc:sldChg>
      <pc:sldChg chg="add del">
        <pc:chgData name="Héni BEN MRAD" userId="29e18123-af16-4e2b-8963-6a004e026def" providerId="ADAL" clId="{78E63A4E-AD4F-490C-8E4A-EEC435BAB616}" dt="2024-05-16T07:10:44.821" v="28"/>
        <pc:sldMkLst>
          <pc:docMk/>
          <pc:sldMk cId="1186096818" sldId="2147378706"/>
        </pc:sldMkLst>
      </pc:sldChg>
      <pc:sldChg chg="add del">
        <pc:chgData name="Héni BEN MRAD" userId="29e18123-af16-4e2b-8963-6a004e026def" providerId="ADAL" clId="{78E63A4E-AD4F-490C-8E4A-EEC435BAB616}" dt="2024-05-16T07:10:28.168" v="24" actId="47"/>
        <pc:sldMkLst>
          <pc:docMk/>
          <pc:sldMk cId="2647934972" sldId="2147378707"/>
        </pc:sldMkLst>
      </pc:sldChg>
      <pc:sldChg chg="add del">
        <pc:chgData name="Héni BEN MRAD" userId="29e18123-af16-4e2b-8963-6a004e026def" providerId="ADAL" clId="{78E63A4E-AD4F-490C-8E4A-EEC435BAB616}" dt="2024-05-16T07:10:28.782" v="25" actId="47"/>
        <pc:sldMkLst>
          <pc:docMk/>
          <pc:sldMk cId="3436619141" sldId="2147378708"/>
        </pc:sldMkLst>
      </pc:sldChg>
      <pc:sldChg chg="add del">
        <pc:chgData name="Héni BEN MRAD" userId="29e18123-af16-4e2b-8963-6a004e026def" providerId="ADAL" clId="{78E63A4E-AD4F-490C-8E4A-EEC435BAB616}" dt="2024-05-16T07:10:31.211" v="26" actId="47"/>
        <pc:sldMkLst>
          <pc:docMk/>
          <pc:sldMk cId="1453969738" sldId="2147378709"/>
        </pc:sldMkLst>
      </pc:sldChg>
      <pc:sldChg chg="add del">
        <pc:chgData name="Héni BEN MRAD" userId="29e18123-af16-4e2b-8963-6a004e026def" providerId="ADAL" clId="{78E63A4E-AD4F-490C-8E4A-EEC435BAB616}" dt="2024-05-16T07:11:03.057" v="30"/>
        <pc:sldMkLst>
          <pc:docMk/>
          <pc:sldMk cId="3698827131" sldId="2147378709"/>
        </pc:sldMkLst>
      </pc:sldChg>
      <pc:sldChg chg="add del">
        <pc:chgData name="Héni BEN MRAD" userId="29e18123-af16-4e2b-8963-6a004e026def" providerId="ADAL" clId="{78E63A4E-AD4F-490C-8E4A-EEC435BAB616}" dt="2024-05-16T07:10:44.821" v="28"/>
        <pc:sldMkLst>
          <pc:docMk/>
          <pc:sldMk cId="4190672234" sldId="2147378709"/>
        </pc:sldMkLst>
      </pc:sldChg>
      <pc:sldChg chg="add">
        <pc:chgData name="Héni BEN MRAD" userId="29e18123-af16-4e2b-8963-6a004e026def" providerId="ADAL" clId="{78E63A4E-AD4F-490C-8E4A-EEC435BAB616}" dt="2024-05-16T07:08:27.713" v="7"/>
        <pc:sldMkLst>
          <pc:docMk/>
          <pc:sldMk cId="2823448428" sldId="2147378710"/>
        </pc:sldMkLst>
      </pc:sldChg>
      <pc:sldChg chg="add">
        <pc:chgData name="Héni BEN MRAD" userId="29e18123-af16-4e2b-8963-6a004e026def" providerId="ADAL" clId="{78E63A4E-AD4F-490C-8E4A-EEC435BAB616}" dt="2024-05-16T07:08:27.713" v="7"/>
        <pc:sldMkLst>
          <pc:docMk/>
          <pc:sldMk cId="4061900893" sldId="2147378711"/>
        </pc:sldMkLst>
      </pc:sldChg>
      <pc:sldChg chg="add">
        <pc:chgData name="Héni BEN MRAD" userId="29e18123-af16-4e2b-8963-6a004e026def" providerId="ADAL" clId="{78E63A4E-AD4F-490C-8E4A-EEC435BAB616}" dt="2024-05-16T07:08:27.713" v="7"/>
        <pc:sldMkLst>
          <pc:docMk/>
          <pc:sldMk cId="945530814" sldId="2147378712"/>
        </pc:sldMkLst>
      </pc:sldChg>
      <pc:sldChg chg="add">
        <pc:chgData name="Héni BEN MRAD" userId="29e18123-af16-4e2b-8963-6a004e026def" providerId="ADAL" clId="{78E63A4E-AD4F-490C-8E4A-EEC435BAB616}" dt="2024-05-16T07:08:27.713" v="7"/>
        <pc:sldMkLst>
          <pc:docMk/>
          <pc:sldMk cId="1793402826" sldId="2147378713"/>
        </pc:sldMkLst>
      </pc:sldChg>
      <pc:sldChg chg="add">
        <pc:chgData name="Héni BEN MRAD" userId="29e18123-af16-4e2b-8963-6a004e026def" providerId="ADAL" clId="{78E63A4E-AD4F-490C-8E4A-EEC435BAB616}" dt="2024-05-16T07:08:27.713" v="7"/>
        <pc:sldMkLst>
          <pc:docMk/>
          <pc:sldMk cId="3916433297" sldId="2147378714"/>
        </pc:sldMkLst>
      </pc:sldChg>
      <pc:sldChg chg="add">
        <pc:chgData name="Héni BEN MRAD" userId="29e18123-af16-4e2b-8963-6a004e026def" providerId="ADAL" clId="{78E63A4E-AD4F-490C-8E4A-EEC435BAB616}" dt="2024-05-16T07:08:27.713" v="7"/>
        <pc:sldMkLst>
          <pc:docMk/>
          <pc:sldMk cId="4007029331" sldId="2147378715"/>
        </pc:sldMkLst>
      </pc:sldChg>
      <pc:sldChg chg="add">
        <pc:chgData name="Héni BEN MRAD" userId="29e18123-af16-4e2b-8963-6a004e026def" providerId="ADAL" clId="{78E63A4E-AD4F-490C-8E4A-EEC435BAB616}" dt="2024-05-16T07:08:27.713" v="7"/>
        <pc:sldMkLst>
          <pc:docMk/>
          <pc:sldMk cId="1962818013" sldId="2147378717"/>
        </pc:sldMkLst>
      </pc:sldChg>
      <pc:sldChg chg="add">
        <pc:chgData name="Héni BEN MRAD" userId="29e18123-af16-4e2b-8963-6a004e026def" providerId="ADAL" clId="{78E63A4E-AD4F-490C-8E4A-EEC435BAB616}" dt="2024-05-16T07:08:27.713" v="7"/>
        <pc:sldMkLst>
          <pc:docMk/>
          <pc:sldMk cId="4280056239" sldId="2147378718"/>
        </pc:sldMkLst>
      </pc:sldChg>
      <pc:sldChg chg="add del">
        <pc:chgData name="Héni BEN MRAD" userId="29e18123-af16-4e2b-8963-6a004e026def" providerId="ADAL" clId="{78E63A4E-AD4F-490C-8E4A-EEC435BAB616}" dt="2024-05-16T07:28:01.308" v="33"/>
        <pc:sldMkLst>
          <pc:docMk/>
          <pc:sldMk cId="654307286" sldId="2147378719"/>
        </pc:sldMkLst>
      </pc:sldChg>
      <pc:sldChg chg="add del">
        <pc:chgData name="Héni BEN MRAD" userId="29e18123-af16-4e2b-8963-6a004e026def" providerId="ADAL" clId="{78E63A4E-AD4F-490C-8E4A-EEC435BAB616}" dt="2024-05-16T07:11:03.057" v="30"/>
        <pc:sldMkLst>
          <pc:docMk/>
          <pc:sldMk cId="1308491393" sldId="2147378719"/>
        </pc:sldMkLst>
      </pc:sldChg>
      <pc:sldChg chg="add del">
        <pc:chgData name="Héni BEN MRAD" userId="29e18123-af16-4e2b-8963-6a004e026def" providerId="ADAL" clId="{78E63A4E-AD4F-490C-8E4A-EEC435BAB616}" dt="2024-05-16T07:10:44.821" v="28"/>
        <pc:sldMkLst>
          <pc:docMk/>
          <pc:sldMk cId="3706009947" sldId="2147378719"/>
        </pc:sldMkLst>
      </pc:sldChg>
      <pc:sldChg chg="add">
        <pc:chgData name="Héni BEN MRAD" userId="29e18123-af16-4e2b-8963-6a004e026def" providerId="ADAL" clId="{78E63A4E-AD4F-490C-8E4A-EEC435BAB616}" dt="2024-05-16T07:28:05.329" v="34"/>
        <pc:sldMkLst>
          <pc:docMk/>
          <pc:sldMk cId="3919194427" sldId="2147378719"/>
        </pc:sldMkLst>
      </pc:sldChg>
      <pc:sldChg chg="add del">
        <pc:chgData name="Héni BEN MRAD" userId="29e18123-af16-4e2b-8963-6a004e026def" providerId="ADAL" clId="{78E63A4E-AD4F-490C-8E4A-EEC435BAB616}" dt="2024-05-16T07:11:03.057" v="30"/>
        <pc:sldMkLst>
          <pc:docMk/>
          <pc:sldMk cId="471410912" sldId="2147378720"/>
        </pc:sldMkLst>
      </pc:sldChg>
      <pc:sldChg chg="add del">
        <pc:chgData name="Héni BEN MRAD" userId="29e18123-af16-4e2b-8963-6a004e026def" providerId="ADAL" clId="{78E63A4E-AD4F-490C-8E4A-EEC435BAB616}" dt="2024-05-16T07:10:44.821" v="28"/>
        <pc:sldMkLst>
          <pc:docMk/>
          <pc:sldMk cId="2275036908" sldId="2147378720"/>
        </pc:sldMkLst>
      </pc:sldChg>
      <pc:sldChg chg="add del">
        <pc:chgData name="Héni BEN MRAD" userId="29e18123-af16-4e2b-8963-6a004e026def" providerId="ADAL" clId="{78E63A4E-AD4F-490C-8E4A-EEC435BAB616}" dt="2024-05-16T07:10:44.821" v="28"/>
        <pc:sldMkLst>
          <pc:docMk/>
          <pc:sldMk cId="2231977721" sldId="2147378721"/>
        </pc:sldMkLst>
      </pc:sldChg>
      <pc:sldChg chg="add del">
        <pc:chgData name="Héni BEN MRAD" userId="29e18123-af16-4e2b-8963-6a004e026def" providerId="ADAL" clId="{78E63A4E-AD4F-490C-8E4A-EEC435BAB616}" dt="2024-05-16T07:11:03.057" v="30"/>
        <pc:sldMkLst>
          <pc:docMk/>
          <pc:sldMk cId="3380514243" sldId="2147378721"/>
        </pc:sldMkLst>
      </pc:sldChg>
      <pc:sldChg chg="add del">
        <pc:chgData name="Héni BEN MRAD" userId="29e18123-af16-4e2b-8963-6a004e026def" providerId="ADAL" clId="{78E63A4E-AD4F-490C-8E4A-EEC435BAB616}" dt="2024-05-16T07:10:44.821" v="28"/>
        <pc:sldMkLst>
          <pc:docMk/>
          <pc:sldMk cId="27814840" sldId="2147378722"/>
        </pc:sldMkLst>
      </pc:sldChg>
      <pc:sldChg chg="add del">
        <pc:chgData name="Héni BEN MRAD" userId="29e18123-af16-4e2b-8963-6a004e026def" providerId="ADAL" clId="{78E63A4E-AD4F-490C-8E4A-EEC435BAB616}" dt="2024-05-16T07:11:03.057" v="30"/>
        <pc:sldMkLst>
          <pc:docMk/>
          <pc:sldMk cId="3308938016" sldId="2147378722"/>
        </pc:sldMkLst>
      </pc:sldChg>
      <pc:sldChg chg="add del">
        <pc:chgData name="Héni BEN MRAD" userId="29e18123-af16-4e2b-8963-6a004e026def" providerId="ADAL" clId="{78E63A4E-AD4F-490C-8E4A-EEC435BAB616}" dt="2024-05-16T07:10:44.821" v="28"/>
        <pc:sldMkLst>
          <pc:docMk/>
          <pc:sldMk cId="1063390252" sldId="2147378723"/>
        </pc:sldMkLst>
      </pc:sldChg>
      <pc:sldChg chg="add del">
        <pc:chgData name="Héni BEN MRAD" userId="29e18123-af16-4e2b-8963-6a004e026def" providerId="ADAL" clId="{78E63A4E-AD4F-490C-8E4A-EEC435BAB616}" dt="2024-05-16T07:11:03.057" v="30"/>
        <pc:sldMkLst>
          <pc:docMk/>
          <pc:sldMk cId="4282623194" sldId="2147378723"/>
        </pc:sldMkLst>
      </pc:sldChg>
    </pc:docChg>
  </pc:docChgLst>
  <pc:docChgLst>
    <pc:chgData name="Diana-Alexandra Stan" userId="2b14850f-a8de-4b8f-a1ca-aac948f0bd80" providerId="ADAL" clId="{ABEC9D42-81F6-4B8B-8873-0A2EE6B0A388}"/>
    <pc:docChg chg="undo custSel addSld delSld modSld sldOrd addSection delSection modSection">
      <pc:chgData name="Diana-Alexandra Stan" userId="2b14850f-a8de-4b8f-a1ca-aac948f0bd80" providerId="ADAL" clId="{ABEC9D42-81F6-4B8B-8873-0A2EE6B0A388}" dt="2024-05-21T09:42:10.192" v="97" actId="113"/>
      <pc:docMkLst>
        <pc:docMk/>
      </pc:docMkLst>
      <pc:sldChg chg="modSp mod">
        <pc:chgData name="Diana-Alexandra Stan" userId="2b14850f-a8de-4b8f-a1ca-aac948f0bd80" providerId="ADAL" clId="{ABEC9D42-81F6-4B8B-8873-0A2EE6B0A388}" dt="2024-05-14T09:13:08.592" v="1" actId="14734"/>
        <pc:sldMkLst>
          <pc:docMk/>
          <pc:sldMk cId="4278805120" sldId="2147378330"/>
        </pc:sldMkLst>
        <pc:graphicFrameChg chg="modGraphic">
          <ac:chgData name="Diana-Alexandra Stan" userId="2b14850f-a8de-4b8f-a1ca-aac948f0bd80" providerId="ADAL" clId="{ABEC9D42-81F6-4B8B-8873-0A2EE6B0A388}" dt="2024-05-14T09:13:08.592" v="1" actId="14734"/>
          <ac:graphicFrameMkLst>
            <pc:docMk/>
            <pc:sldMk cId="4278805120" sldId="2147378330"/>
            <ac:graphicFrameMk id="12" creationId="{522A63A6-A142-41B5-93A1-EBB1D8DC7CFD}"/>
          </ac:graphicFrameMkLst>
        </pc:graphicFrameChg>
      </pc:sldChg>
      <pc:sldChg chg="delSp modSp add mod">
        <pc:chgData name="Diana-Alexandra Stan" userId="2b14850f-a8de-4b8f-a1ca-aac948f0bd80" providerId="ADAL" clId="{ABEC9D42-81F6-4B8B-8873-0A2EE6B0A388}" dt="2024-05-15T14:06:40.677" v="61" actId="20577"/>
        <pc:sldMkLst>
          <pc:docMk/>
          <pc:sldMk cId="464417022" sldId="2147378467"/>
        </pc:sldMkLst>
        <pc:spChg chg="mod">
          <ac:chgData name="Diana-Alexandra Stan" userId="2b14850f-a8de-4b8f-a1ca-aac948f0bd80" providerId="ADAL" clId="{ABEC9D42-81F6-4B8B-8873-0A2EE6B0A388}" dt="2024-05-15T14:06:40.677" v="61" actId="20577"/>
          <ac:spMkLst>
            <pc:docMk/>
            <pc:sldMk cId="464417022" sldId="2147378467"/>
            <ac:spMk id="2" creationId="{4125BCEF-AEAA-A399-A48F-ED2906997D53}"/>
          </ac:spMkLst>
        </pc:spChg>
        <pc:spChg chg="del">
          <ac:chgData name="Diana-Alexandra Stan" userId="2b14850f-a8de-4b8f-a1ca-aac948f0bd80" providerId="ADAL" clId="{ABEC9D42-81F6-4B8B-8873-0A2EE6B0A388}" dt="2024-05-15T14:05:52.958" v="46" actId="478"/>
          <ac:spMkLst>
            <pc:docMk/>
            <pc:sldMk cId="464417022" sldId="2147378467"/>
            <ac:spMk id="10" creationId="{7C44B65F-9A01-07F7-C4B2-82AE105E2AA3}"/>
          </ac:spMkLst>
        </pc:spChg>
        <pc:picChg chg="del">
          <ac:chgData name="Diana-Alexandra Stan" userId="2b14850f-a8de-4b8f-a1ca-aac948f0bd80" providerId="ADAL" clId="{ABEC9D42-81F6-4B8B-8873-0A2EE6B0A388}" dt="2024-05-15T14:05:53.871" v="47" actId="478"/>
          <ac:picMkLst>
            <pc:docMk/>
            <pc:sldMk cId="464417022" sldId="2147378467"/>
            <ac:picMk id="11" creationId="{8B9EE739-37DD-4253-A764-60D4B439E679}"/>
          </ac:picMkLst>
        </pc:picChg>
      </pc:sldChg>
      <pc:sldChg chg="delSp modSp add mod">
        <pc:chgData name="Diana-Alexandra Stan" userId="2b14850f-a8de-4b8f-a1ca-aac948f0bd80" providerId="ADAL" clId="{ABEC9D42-81F6-4B8B-8873-0A2EE6B0A388}" dt="2024-05-15T14:07:36.775" v="78" actId="20577"/>
        <pc:sldMkLst>
          <pc:docMk/>
          <pc:sldMk cId="3457511368" sldId="2147378469"/>
        </pc:sldMkLst>
        <pc:spChg chg="mod">
          <ac:chgData name="Diana-Alexandra Stan" userId="2b14850f-a8de-4b8f-a1ca-aac948f0bd80" providerId="ADAL" clId="{ABEC9D42-81F6-4B8B-8873-0A2EE6B0A388}" dt="2024-05-15T14:07:36.775" v="78" actId="20577"/>
          <ac:spMkLst>
            <pc:docMk/>
            <pc:sldMk cId="3457511368" sldId="2147378469"/>
            <ac:spMk id="2" creationId="{4125BCEF-AEAA-A399-A48F-ED2906997D53}"/>
          </ac:spMkLst>
        </pc:spChg>
        <pc:spChg chg="del">
          <ac:chgData name="Diana-Alexandra Stan" userId="2b14850f-a8de-4b8f-a1ca-aac948f0bd80" providerId="ADAL" clId="{ABEC9D42-81F6-4B8B-8873-0A2EE6B0A388}" dt="2024-05-15T14:07:31.935" v="74" actId="478"/>
          <ac:spMkLst>
            <pc:docMk/>
            <pc:sldMk cId="3457511368" sldId="2147378469"/>
            <ac:spMk id="10" creationId="{7C44B65F-9A01-07F7-C4B2-82AE105E2AA3}"/>
          </ac:spMkLst>
        </pc:spChg>
        <pc:picChg chg="del">
          <ac:chgData name="Diana-Alexandra Stan" userId="2b14850f-a8de-4b8f-a1ca-aac948f0bd80" providerId="ADAL" clId="{ABEC9D42-81F6-4B8B-8873-0A2EE6B0A388}" dt="2024-05-15T14:07:32.772" v="75" actId="478"/>
          <ac:picMkLst>
            <pc:docMk/>
            <pc:sldMk cId="3457511368" sldId="2147378469"/>
            <ac:picMk id="11" creationId="{8B9EE739-37DD-4253-A764-60D4B439E679}"/>
          </ac:picMkLst>
        </pc:picChg>
      </pc:sldChg>
      <pc:sldChg chg="delSp modSp add mod">
        <pc:chgData name="Diana-Alexandra Stan" userId="2b14850f-a8de-4b8f-a1ca-aac948f0bd80" providerId="ADAL" clId="{ABEC9D42-81F6-4B8B-8873-0A2EE6B0A388}" dt="2024-05-15T14:06:45.780" v="70" actId="20577"/>
        <pc:sldMkLst>
          <pc:docMk/>
          <pc:sldMk cId="4110961314" sldId="2147378470"/>
        </pc:sldMkLst>
        <pc:spChg chg="mod">
          <ac:chgData name="Diana-Alexandra Stan" userId="2b14850f-a8de-4b8f-a1ca-aac948f0bd80" providerId="ADAL" clId="{ABEC9D42-81F6-4B8B-8873-0A2EE6B0A388}" dt="2024-05-15T14:06:45.780" v="70" actId="20577"/>
          <ac:spMkLst>
            <pc:docMk/>
            <pc:sldMk cId="4110961314" sldId="2147378470"/>
            <ac:spMk id="2" creationId="{4125BCEF-AEAA-A399-A48F-ED2906997D53}"/>
          </ac:spMkLst>
        </pc:spChg>
        <pc:spChg chg="del">
          <ac:chgData name="Diana-Alexandra Stan" userId="2b14850f-a8de-4b8f-a1ca-aac948f0bd80" providerId="ADAL" clId="{ABEC9D42-81F6-4B8B-8873-0A2EE6B0A388}" dt="2024-05-15T14:06:27.322" v="51" actId="478"/>
          <ac:spMkLst>
            <pc:docMk/>
            <pc:sldMk cId="4110961314" sldId="2147378470"/>
            <ac:spMk id="10" creationId="{7C44B65F-9A01-07F7-C4B2-82AE105E2AA3}"/>
          </ac:spMkLst>
        </pc:spChg>
        <pc:picChg chg="del">
          <ac:chgData name="Diana-Alexandra Stan" userId="2b14850f-a8de-4b8f-a1ca-aac948f0bd80" providerId="ADAL" clId="{ABEC9D42-81F6-4B8B-8873-0A2EE6B0A388}" dt="2024-05-15T14:06:27.966" v="52" actId="478"/>
          <ac:picMkLst>
            <pc:docMk/>
            <pc:sldMk cId="4110961314" sldId="2147378470"/>
            <ac:picMk id="11" creationId="{8B9EE739-37DD-4253-A764-60D4B439E679}"/>
          </ac:picMkLst>
        </pc:picChg>
      </pc:sldChg>
      <pc:sldChg chg="delSp add mod">
        <pc:chgData name="Diana-Alexandra Stan" userId="2b14850f-a8de-4b8f-a1ca-aac948f0bd80" providerId="ADAL" clId="{ABEC9D42-81F6-4B8B-8873-0A2EE6B0A388}" dt="2024-05-15T14:04:25.593" v="40" actId="478"/>
        <pc:sldMkLst>
          <pc:docMk/>
          <pc:sldMk cId="560854086" sldId="2147378476"/>
        </pc:sldMkLst>
        <pc:spChg chg="del">
          <ac:chgData name="Diana-Alexandra Stan" userId="2b14850f-a8de-4b8f-a1ca-aac948f0bd80" providerId="ADAL" clId="{ABEC9D42-81F6-4B8B-8873-0A2EE6B0A388}" dt="2024-05-15T14:04:24.824" v="39" actId="478"/>
          <ac:spMkLst>
            <pc:docMk/>
            <pc:sldMk cId="560854086" sldId="2147378476"/>
            <ac:spMk id="10" creationId="{DA2D3ECC-B7CB-6653-33E1-75A3DA970898}"/>
          </ac:spMkLst>
        </pc:spChg>
        <pc:picChg chg="del">
          <ac:chgData name="Diana-Alexandra Stan" userId="2b14850f-a8de-4b8f-a1ca-aac948f0bd80" providerId="ADAL" clId="{ABEC9D42-81F6-4B8B-8873-0A2EE6B0A388}" dt="2024-05-15T14:04:25.593" v="40" actId="478"/>
          <ac:picMkLst>
            <pc:docMk/>
            <pc:sldMk cId="560854086" sldId="2147378476"/>
            <ac:picMk id="11" creationId="{FEC01301-0507-0121-FCF1-58EC421A36B4}"/>
          </ac:picMkLst>
        </pc:picChg>
      </pc:sldChg>
      <pc:sldChg chg="delSp mod">
        <pc:chgData name="Diana-Alexandra Stan" userId="2b14850f-a8de-4b8f-a1ca-aac948f0bd80" providerId="ADAL" clId="{ABEC9D42-81F6-4B8B-8873-0A2EE6B0A388}" dt="2024-05-15T13:58:01.188" v="35" actId="478"/>
        <pc:sldMkLst>
          <pc:docMk/>
          <pc:sldMk cId="840874942" sldId="2147378477"/>
        </pc:sldMkLst>
        <pc:spChg chg="del">
          <ac:chgData name="Diana-Alexandra Stan" userId="2b14850f-a8de-4b8f-a1ca-aac948f0bd80" providerId="ADAL" clId="{ABEC9D42-81F6-4B8B-8873-0A2EE6B0A388}" dt="2024-05-15T13:58:00.254" v="34" actId="478"/>
          <ac:spMkLst>
            <pc:docMk/>
            <pc:sldMk cId="840874942" sldId="2147378477"/>
            <ac:spMk id="10" creationId="{DA2D3ECC-B7CB-6653-33E1-75A3DA970898}"/>
          </ac:spMkLst>
        </pc:spChg>
        <pc:picChg chg="del">
          <ac:chgData name="Diana-Alexandra Stan" userId="2b14850f-a8de-4b8f-a1ca-aac948f0bd80" providerId="ADAL" clId="{ABEC9D42-81F6-4B8B-8873-0A2EE6B0A388}" dt="2024-05-15T13:58:01.188" v="35" actId="478"/>
          <ac:picMkLst>
            <pc:docMk/>
            <pc:sldMk cId="840874942" sldId="2147378477"/>
            <ac:picMk id="11" creationId="{FEC01301-0507-0121-FCF1-58EC421A36B4}"/>
          </ac:picMkLst>
        </pc:picChg>
      </pc:sldChg>
      <pc:sldChg chg="delSp modSp del mod">
        <pc:chgData name="Diana-Alexandra Stan" userId="2b14850f-a8de-4b8f-a1ca-aac948f0bd80" providerId="ADAL" clId="{ABEC9D42-81F6-4B8B-8873-0A2EE6B0A388}" dt="2024-05-15T14:10:18.443" v="79" actId="47"/>
        <pc:sldMkLst>
          <pc:docMk/>
          <pc:sldMk cId="4043005681" sldId="2147378658"/>
        </pc:sldMkLst>
        <pc:graphicFrameChg chg="modGraphic">
          <ac:chgData name="Diana-Alexandra Stan" userId="2b14850f-a8de-4b8f-a1ca-aac948f0bd80" providerId="ADAL" clId="{ABEC9D42-81F6-4B8B-8873-0A2EE6B0A388}" dt="2024-05-14T09:14:18.311" v="2" actId="2164"/>
          <ac:graphicFrameMkLst>
            <pc:docMk/>
            <pc:sldMk cId="4043005681" sldId="2147378658"/>
            <ac:graphicFrameMk id="12" creationId="{522A63A6-A142-41B5-93A1-EBB1D8DC7CFD}"/>
          </ac:graphicFrameMkLst>
        </pc:graphicFrameChg>
        <pc:picChg chg="del">
          <ac:chgData name="Diana-Alexandra Stan" userId="2b14850f-a8de-4b8f-a1ca-aac948f0bd80" providerId="ADAL" clId="{ABEC9D42-81F6-4B8B-8873-0A2EE6B0A388}" dt="2024-05-14T09:14:19.964" v="3" actId="478"/>
          <ac:picMkLst>
            <pc:docMk/>
            <pc:sldMk cId="4043005681" sldId="2147378658"/>
            <ac:picMk id="7" creationId="{DF2D1750-2F7D-7F86-BA24-20F3D1D91715}"/>
          </ac:picMkLst>
        </pc:picChg>
      </pc:sldChg>
      <pc:sldChg chg="new del">
        <pc:chgData name="Diana-Alexandra Stan" userId="2b14850f-a8de-4b8f-a1ca-aac948f0bd80" providerId="ADAL" clId="{ABEC9D42-81F6-4B8B-8873-0A2EE6B0A388}" dt="2024-05-15T14:06:25.873" v="50" actId="47"/>
        <pc:sldMkLst>
          <pc:docMk/>
          <pc:sldMk cId="707896562" sldId="2147378660"/>
        </pc:sldMkLst>
      </pc:sldChg>
      <pc:sldChg chg="new del">
        <pc:chgData name="Diana-Alexandra Stan" userId="2b14850f-a8de-4b8f-a1ca-aac948f0bd80" providerId="ADAL" clId="{ABEC9D42-81F6-4B8B-8873-0A2EE6B0A388}" dt="2024-05-15T14:07:23.615" v="73" actId="47"/>
        <pc:sldMkLst>
          <pc:docMk/>
          <pc:sldMk cId="758949734" sldId="2147378660"/>
        </pc:sldMkLst>
      </pc:sldChg>
      <pc:sldChg chg="modSp add del mod">
        <pc:chgData name="Diana-Alexandra Stan" userId="2b14850f-a8de-4b8f-a1ca-aac948f0bd80" providerId="ADAL" clId="{ABEC9D42-81F6-4B8B-8873-0A2EE6B0A388}" dt="2024-05-14T09:34:53.937" v="26" actId="2696"/>
        <pc:sldMkLst>
          <pc:docMk/>
          <pc:sldMk cId="873405070" sldId="2147378660"/>
        </pc:sldMkLst>
        <pc:spChg chg="mod">
          <ac:chgData name="Diana-Alexandra Stan" userId="2b14850f-a8de-4b8f-a1ca-aac948f0bd80" providerId="ADAL" clId="{ABEC9D42-81F6-4B8B-8873-0A2EE6B0A388}" dt="2024-05-14T09:33:55.861" v="24" actId="20577"/>
          <ac:spMkLst>
            <pc:docMk/>
            <pc:sldMk cId="873405070" sldId="2147378660"/>
            <ac:spMk id="7" creationId="{30EA6425-EB2C-4F05-158E-A6F703DAF560}"/>
          </ac:spMkLst>
        </pc:spChg>
      </pc:sldChg>
      <pc:sldChg chg="delSp modSp mod">
        <pc:chgData name="Diana-Alexandra Stan" userId="2b14850f-a8de-4b8f-a1ca-aac948f0bd80" providerId="ADAL" clId="{ABEC9D42-81F6-4B8B-8873-0A2EE6B0A388}" dt="2024-05-15T14:15:01.072" v="83" actId="1076"/>
        <pc:sldMkLst>
          <pc:docMk/>
          <pc:sldMk cId="1160057248" sldId="2147378660"/>
        </pc:sldMkLst>
        <pc:graphicFrameChg chg="modGraphic">
          <ac:chgData name="Diana-Alexandra Stan" userId="2b14850f-a8de-4b8f-a1ca-aac948f0bd80" providerId="ADAL" clId="{ABEC9D42-81F6-4B8B-8873-0A2EE6B0A388}" dt="2024-05-15T14:14:48.410" v="80" actId="2164"/>
          <ac:graphicFrameMkLst>
            <pc:docMk/>
            <pc:sldMk cId="1160057248" sldId="2147378660"/>
            <ac:graphicFrameMk id="12" creationId="{522A63A6-A142-41B5-93A1-EBB1D8DC7CFD}"/>
          </ac:graphicFrameMkLst>
        </pc:graphicFrameChg>
        <pc:picChg chg="del">
          <ac:chgData name="Diana-Alexandra Stan" userId="2b14850f-a8de-4b8f-a1ca-aac948f0bd80" providerId="ADAL" clId="{ABEC9D42-81F6-4B8B-8873-0A2EE6B0A388}" dt="2024-05-15T14:14:55.765" v="82" actId="478"/>
          <ac:picMkLst>
            <pc:docMk/>
            <pc:sldMk cId="1160057248" sldId="2147378660"/>
            <ac:picMk id="3" creationId="{C4407E16-2862-9402-F926-AFF0665C9233}"/>
          </ac:picMkLst>
        </pc:picChg>
        <pc:picChg chg="mod">
          <ac:chgData name="Diana-Alexandra Stan" userId="2b14850f-a8de-4b8f-a1ca-aac948f0bd80" providerId="ADAL" clId="{ABEC9D42-81F6-4B8B-8873-0A2EE6B0A388}" dt="2024-05-15T14:15:01.072" v="83" actId="1076"/>
          <ac:picMkLst>
            <pc:docMk/>
            <pc:sldMk cId="1160057248" sldId="2147378660"/>
            <ac:picMk id="7" creationId="{21E2981E-6F40-A2C8-28AE-B852A21B75B1}"/>
          </ac:picMkLst>
        </pc:picChg>
        <pc:picChg chg="del">
          <ac:chgData name="Diana-Alexandra Stan" userId="2b14850f-a8de-4b8f-a1ca-aac948f0bd80" providerId="ADAL" clId="{ABEC9D42-81F6-4B8B-8873-0A2EE6B0A388}" dt="2024-05-15T14:14:52.739" v="81" actId="478"/>
          <ac:picMkLst>
            <pc:docMk/>
            <pc:sldMk cId="1160057248" sldId="2147378660"/>
            <ac:picMk id="14" creationId="{3E00E60D-2E0F-C9B2-13CC-80F011C8B569}"/>
          </ac:picMkLst>
        </pc:picChg>
      </pc:sldChg>
      <pc:sldChg chg="new del">
        <pc:chgData name="Diana-Alexandra Stan" userId="2b14850f-a8de-4b8f-a1ca-aac948f0bd80" providerId="ADAL" clId="{ABEC9D42-81F6-4B8B-8873-0A2EE6B0A388}" dt="2024-05-15T14:05:50.647" v="45" actId="47"/>
        <pc:sldMkLst>
          <pc:docMk/>
          <pc:sldMk cId="3462172794" sldId="2147378660"/>
        </pc:sldMkLst>
      </pc:sldChg>
      <pc:sldChg chg="del">
        <pc:chgData name="Diana-Alexandra Stan" userId="2b14850f-a8de-4b8f-a1ca-aac948f0bd80" providerId="ADAL" clId="{ABEC9D42-81F6-4B8B-8873-0A2EE6B0A388}" dt="2024-05-15T14:04:35.237" v="42" actId="47"/>
        <pc:sldMkLst>
          <pc:docMk/>
          <pc:sldMk cId="4238660116" sldId="2147378660"/>
        </pc:sldMkLst>
      </pc:sldChg>
      <pc:sldChg chg="add del">
        <pc:chgData name="Diana-Alexandra Stan" userId="2b14850f-a8de-4b8f-a1ca-aac948f0bd80" providerId="ADAL" clId="{ABEC9D42-81F6-4B8B-8873-0A2EE6B0A388}" dt="2024-05-14T09:33:45.886" v="7"/>
        <pc:sldMkLst>
          <pc:docMk/>
          <pc:sldMk cId="4285291089" sldId="2147378660"/>
        </pc:sldMkLst>
      </pc:sldChg>
      <pc:sldChg chg="addSp delSp new del mod">
        <pc:chgData name="Diana-Alexandra Stan" userId="2b14850f-a8de-4b8f-a1ca-aac948f0bd80" providerId="ADAL" clId="{ABEC9D42-81F6-4B8B-8873-0A2EE6B0A388}" dt="2024-05-15T13:39:15.783" v="31" actId="47"/>
        <pc:sldMkLst>
          <pc:docMk/>
          <pc:sldMk cId="2296911869" sldId="2147378661"/>
        </pc:sldMkLst>
        <pc:graphicFrameChg chg="add del">
          <ac:chgData name="Diana-Alexandra Stan" userId="2b14850f-a8de-4b8f-a1ca-aac948f0bd80" providerId="ADAL" clId="{ABEC9D42-81F6-4B8B-8873-0A2EE6B0A388}" dt="2024-05-15T13:38:59.015" v="29" actId="478"/>
          <ac:graphicFrameMkLst>
            <pc:docMk/>
            <pc:sldMk cId="2296911869" sldId="2147378661"/>
            <ac:graphicFrameMk id="5" creationId="{01ABEB95-54AA-1183-50D9-69CBF59055C8}"/>
          </ac:graphicFrameMkLst>
        </pc:graphicFrameChg>
      </pc:sldChg>
      <pc:sldChg chg="delSp modSp add del mod">
        <pc:chgData name="Diana-Alexandra Stan" userId="2b14850f-a8de-4b8f-a1ca-aac948f0bd80" providerId="ADAL" clId="{ABEC9D42-81F6-4B8B-8873-0A2EE6B0A388}" dt="2024-05-15T14:04:31.523" v="41" actId="47"/>
        <pc:sldMkLst>
          <pc:docMk/>
          <pc:sldMk cId="182839367" sldId="2147378662"/>
        </pc:sldMkLst>
        <pc:graphicFrameChg chg="modGraphic">
          <ac:chgData name="Diana-Alexandra Stan" userId="2b14850f-a8de-4b8f-a1ca-aac948f0bd80" providerId="ADAL" clId="{ABEC9D42-81F6-4B8B-8873-0A2EE6B0A388}" dt="2024-05-15T13:39:22.066" v="32" actId="2164"/>
          <ac:graphicFrameMkLst>
            <pc:docMk/>
            <pc:sldMk cId="182839367" sldId="2147378662"/>
            <ac:graphicFrameMk id="12" creationId="{522A63A6-A142-41B5-93A1-EBB1D8DC7CFD}"/>
          </ac:graphicFrameMkLst>
        </pc:graphicFrameChg>
        <pc:picChg chg="del">
          <ac:chgData name="Diana-Alexandra Stan" userId="2b14850f-a8de-4b8f-a1ca-aac948f0bd80" providerId="ADAL" clId="{ABEC9D42-81F6-4B8B-8873-0A2EE6B0A388}" dt="2024-05-15T13:39:23.776" v="33" actId="478"/>
          <ac:picMkLst>
            <pc:docMk/>
            <pc:sldMk cId="182839367" sldId="2147378662"/>
            <ac:picMk id="3" creationId="{4EB66420-1FEF-2277-4563-AB4F99EBEEC2}"/>
          </ac:picMkLst>
        </pc:picChg>
      </pc:sldChg>
      <pc:sldChg chg="new del">
        <pc:chgData name="Diana-Alexandra Stan" userId="2b14850f-a8de-4b8f-a1ca-aac948f0bd80" providerId="ADAL" clId="{ABEC9D42-81F6-4B8B-8873-0A2EE6B0A388}" dt="2024-05-15T14:04:23.428" v="38" actId="47"/>
        <pc:sldMkLst>
          <pc:docMk/>
          <pc:sldMk cId="744371929" sldId="2147378663"/>
        </pc:sldMkLst>
      </pc:sldChg>
      <pc:sldChg chg="new del">
        <pc:chgData name="Diana-Alexandra Stan" userId="2b14850f-a8de-4b8f-a1ca-aac948f0bd80" providerId="ADAL" clId="{ABEC9D42-81F6-4B8B-8873-0A2EE6B0A388}" dt="2024-05-21T09:41:19.448" v="89" actId="47"/>
        <pc:sldMkLst>
          <pc:docMk/>
          <pc:sldMk cId="790569242" sldId="2147378720"/>
        </pc:sldMkLst>
      </pc:sldChg>
      <pc:sldChg chg="addSp delSp modSp add mod">
        <pc:chgData name="Diana-Alexandra Stan" userId="2b14850f-a8de-4b8f-a1ca-aac948f0bd80" providerId="ADAL" clId="{ABEC9D42-81F6-4B8B-8873-0A2EE6B0A388}" dt="2024-05-21T09:42:10.192" v="97" actId="113"/>
        <pc:sldMkLst>
          <pc:docMk/>
          <pc:sldMk cId="3975855007" sldId="2147378721"/>
        </pc:sldMkLst>
        <pc:spChg chg="del">
          <ac:chgData name="Diana-Alexandra Stan" userId="2b14850f-a8de-4b8f-a1ca-aac948f0bd80" providerId="ADAL" clId="{ABEC9D42-81F6-4B8B-8873-0A2EE6B0A388}" dt="2024-05-21T09:41:17.747" v="88" actId="478"/>
          <ac:spMkLst>
            <pc:docMk/>
            <pc:sldMk cId="3975855007" sldId="2147378721"/>
            <ac:spMk id="2" creationId="{4125BCEF-AEAA-A399-A48F-ED2906997D53}"/>
          </ac:spMkLst>
        </pc:spChg>
        <pc:spChg chg="add del mod">
          <ac:chgData name="Diana-Alexandra Stan" userId="2b14850f-a8de-4b8f-a1ca-aac948f0bd80" providerId="ADAL" clId="{ABEC9D42-81F6-4B8B-8873-0A2EE6B0A388}" dt="2024-05-21T09:41:21.370" v="90" actId="478"/>
          <ac:spMkLst>
            <pc:docMk/>
            <pc:sldMk cId="3975855007" sldId="2147378721"/>
            <ac:spMk id="5" creationId="{BED22ED2-E3CD-871E-FA4D-E00B6B410DA4}"/>
          </ac:spMkLst>
        </pc:spChg>
        <pc:graphicFrameChg chg="modGraphic">
          <ac:chgData name="Diana-Alexandra Stan" userId="2b14850f-a8de-4b8f-a1ca-aac948f0bd80" providerId="ADAL" clId="{ABEC9D42-81F6-4B8B-8873-0A2EE6B0A388}" dt="2024-05-21T09:42:10.192" v="97" actId="113"/>
          <ac:graphicFrameMkLst>
            <pc:docMk/>
            <pc:sldMk cId="3975855007" sldId="2147378721"/>
            <ac:graphicFrameMk id="7" creationId="{07A82FFD-C6E1-8E2C-3D8C-ECDB1C786C7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71A1-F55B-4300-A18E-75AE39E64350}" type="datetimeFigureOut">
              <a:rPr lang="fr-FR" smtClean="0"/>
              <a:t>28/05/2024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6B738-3D5C-4851-BA0A-F593F390B820}" type="slidenum">
              <a:rPr lang="fr-FR" smtClean="0"/>
              <a:t>‹N°›</a:t>
            </a:fld>
            <a:endParaRPr lang="fr-FR"/>
          </a:p>
        </p:txBody>
      </p:sp>
    </p:spTree>
    <p:extLst>
      <p:ext uri="{BB962C8B-B14F-4D97-AF65-F5344CB8AC3E}">
        <p14:creationId xmlns:p14="http://schemas.microsoft.com/office/powerpoint/2010/main" val="380072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96B738-3D5C-4851-BA0A-F593F390B820}" type="slidenum">
              <a:rPr lang="fr-FR" smtClean="0"/>
              <a:t>3</a:t>
            </a:fld>
            <a:endParaRPr lang="fr-FR"/>
          </a:p>
        </p:txBody>
      </p:sp>
    </p:spTree>
    <p:extLst>
      <p:ext uri="{BB962C8B-B14F-4D97-AF65-F5344CB8AC3E}">
        <p14:creationId xmlns:p14="http://schemas.microsoft.com/office/powerpoint/2010/main" val="26936920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254361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627283" y="5292725"/>
            <a:ext cx="2937434" cy="1063625"/>
          </a:xfrm>
        </p:spPr>
        <p:txBody>
          <a:bodyPr/>
          <a:lstStyle>
            <a:lvl1pPr marL="0" indent="0">
              <a:buNone/>
              <a:defRPr sz="1600">
                <a:solidFill>
                  <a:schemeClr val="bg1"/>
                </a:solidFill>
              </a:defRPr>
            </a:lvl1pPr>
          </a:lstStyle>
          <a:p>
            <a:r>
              <a:rPr lang="fr-FR"/>
              <a:t>Insérer le logo client</a:t>
            </a:r>
          </a:p>
        </p:txBody>
      </p:sp>
      <p:pic>
        <p:nvPicPr>
          <p:cNvPr id="5" name="Graphic 2">
            <a:extLst>
              <a:ext uri="{FF2B5EF4-FFF2-40B4-BE49-F238E27FC236}">
                <a16:creationId xmlns:a16="http://schemas.microsoft.com/office/drawing/2014/main" id="{D741F203-39C2-8465-9E74-15F19FD3D5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883" y="5292725"/>
            <a:ext cx="3128893" cy="1063625"/>
          </a:xfrm>
          <a:prstGeom prst="rect">
            <a:avLst/>
          </a:prstGeom>
        </p:spPr>
      </p:pic>
    </p:spTree>
    <p:extLst>
      <p:ext uri="{BB962C8B-B14F-4D97-AF65-F5344CB8AC3E}">
        <p14:creationId xmlns:p14="http://schemas.microsoft.com/office/powerpoint/2010/main" val="49704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nde gauche bleu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4050972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5C6E4F6-E88F-E84E-0950-25AFB4F532BB}"/>
              </a:ext>
            </a:extLst>
          </p:cNvPr>
          <p:cNvSpPr/>
          <p:nvPr/>
        </p:nvSpPr>
        <p:spPr>
          <a:xfrm>
            <a:off x="155574" y="152400"/>
            <a:ext cx="3378933"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a:lstStyle>
            <a:lvl1pPr>
              <a:defRPr>
                <a:solidFill>
                  <a:schemeClr val="bg1"/>
                </a:solidFill>
              </a:defRPr>
            </a:lvl1pPr>
          </a:lstStyle>
          <a:p>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40474"/>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7620"/>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mj-lt"/>
                <a:ea typeface="+mn-ea"/>
                <a:cs typeface="+mn-cs"/>
              </a:rPr>
              <a:t>© ACI partners | Confidentiel </a:t>
            </a:r>
          </a:p>
        </p:txBody>
      </p:sp>
      <p:sp>
        <p:nvSpPr>
          <p:cNvPr id="9" name="Espace réservé du contenu 11">
            <a:extLst>
              <a:ext uri="{FF2B5EF4-FFF2-40B4-BE49-F238E27FC236}">
                <a16:creationId xmlns:a16="http://schemas.microsoft.com/office/drawing/2014/main" id="{0195042A-90D0-34D6-C22D-45B6A12E2BEA}"/>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181369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14592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pic>
        <p:nvPicPr>
          <p:cNvPr id="9" name="Graphic 2">
            <a:extLst>
              <a:ext uri="{FF2B5EF4-FFF2-40B4-BE49-F238E27FC236}">
                <a16:creationId xmlns:a16="http://schemas.microsoft.com/office/drawing/2014/main" id="{E6D46E39-FB99-4BF4-B965-51E1513752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4563" y="4818826"/>
            <a:ext cx="5285016" cy="1796570"/>
          </a:xfrm>
          <a:prstGeom prst="rect">
            <a:avLst/>
          </a:prstGeom>
        </p:spPr>
      </p:pic>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Tree>
    <p:extLst>
      <p:ext uri="{BB962C8B-B14F-4D97-AF65-F5344CB8AC3E}">
        <p14:creationId xmlns:p14="http://schemas.microsoft.com/office/powerpoint/2010/main" val="394428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e gauche gris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420955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0FB9975-02E6-5AA9-F3E3-25070AE0C3B8}"/>
              </a:ext>
            </a:extLst>
          </p:cNvPr>
          <p:cNvSpPr/>
          <p:nvPr/>
        </p:nvSpPr>
        <p:spPr>
          <a:xfrm>
            <a:off x="155574" y="152399"/>
            <a:ext cx="3378933" cy="65532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lIns="91440" tIns="45720" rIns="91440" bIns="45720" rtlCol="0" anchor="t">
            <a:noAutofit/>
          </a:bodyPr>
          <a:lstStyle>
            <a:lvl1pPr>
              <a:defRPr lang="fr-FR" dirty="0"/>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39417"/>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a:xfrm>
            <a:off x="11219530" y="6340475"/>
            <a:ext cx="591470" cy="365125"/>
          </a:xfrm>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6563"/>
            <a:ext cx="1723549" cy="230832"/>
          </a:xfrm>
          <a:prstGeom prst="rect">
            <a:avLst/>
          </a:prstGeom>
          <a:noFill/>
        </p:spPr>
        <p:txBody>
          <a:bodyPr wrap="none" rtlCol="0" anchor="ctr">
            <a:spAutoFit/>
          </a:bodyPr>
          <a:lstStyle>
            <a:defPPr>
              <a:defRPr lang="fr-FR"/>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schemeClr val="tx2"/>
                </a:solidFill>
                <a:effectLst/>
                <a:uLnTx/>
                <a:uFillTx/>
                <a:latin typeface="Raleway Light" panose="020B0003030101060003" pitchFamily="34" charset="0"/>
              </a:defRPr>
            </a:lvl1pPr>
          </a:lstStyle>
          <a:p>
            <a:pPr lvl="0"/>
            <a:r>
              <a:rPr lang="fr-FR" noProof="0">
                <a:latin typeface="+mj-lt"/>
              </a:rPr>
              <a:t>© ACI partners | Confidentiel </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159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4101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2104549" y="6340476"/>
            <a:ext cx="7318401" cy="360000"/>
          </a:xfrm>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11219530" y="6340475"/>
            <a:ext cx="591470" cy="360001"/>
          </a:xfrm>
        </p:spPr>
        <p:txBody>
          <a:bodyPr/>
          <a:lstStyle>
            <a:lvl1pPr>
              <a:defRPr>
                <a:solidFill>
                  <a:schemeClr val="bg1"/>
                </a:solidFill>
              </a:defRPr>
            </a:lvl1p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9041953" cy="360000"/>
          </a:xfrm>
        </p:spPr>
        <p:txBody>
          <a:bodyPr anchor="t">
            <a:noAutofit/>
          </a:bodyPr>
          <a:lstStyle>
            <a:lvl1pPr marL="0" indent="0">
              <a:buNone/>
              <a:defRPr sz="1600">
                <a:solidFill>
                  <a:schemeClr val="tx2"/>
                </a:solidFill>
                <a:latin typeface="+mj-lt"/>
              </a:defRPr>
            </a:lvl1pPr>
          </a:lstStyle>
          <a:p>
            <a:pPr lvl="0"/>
            <a:r>
              <a:rPr lang="fr-FR"/>
              <a:t>Sous titre</a:t>
            </a:r>
          </a:p>
        </p:txBody>
      </p:sp>
      <p:pic>
        <p:nvPicPr>
          <p:cNvPr id="8" name="Graphic 12">
            <a:extLst>
              <a:ext uri="{FF2B5EF4-FFF2-40B4-BE49-F238E27FC236}">
                <a16:creationId xmlns:a16="http://schemas.microsoft.com/office/drawing/2014/main" id="{D53CA171-068E-EDB1-7CF5-A2BB8CAEC1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2950" y="6232787"/>
            <a:ext cx="1796580" cy="610723"/>
          </a:xfrm>
          <a:prstGeom prst="rect">
            <a:avLst/>
          </a:prstGeom>
        </p:spPr>
      </p:pic>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825624"/>
            <a:ext cx="9041952"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7273557"/>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1255953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p:txBody>
          <a:bodyPr vert="horz" anchor="t"/>
          <a:lstStyle>
            <a:lvl1pPr>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825624"/>
            <a:ext cx="11430003"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06551"/>
            <a:ext cx="11430003" cy="360000"/>
          </a:xfrm>
        </p:spPr>
        <p:txBody>
          <a:bodyPr anchor="t">
            <a:noAutofit/>
          </a:bodyPr>
          <a:lstStyle>
            <a:lvl1pPr marL="0" indent="0">
              <a:buFont typeface="Arial" panose="020B0604020202020204" pitchFamily="34" charse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382865539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608708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57810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787077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06551"/>
            <a:ext cx="7569001"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825624"/>
            <a:ext cx="7569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03887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839940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7641002"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825624"/>
            <a:ext cx="7641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06551"/>
            <a:ext cx="3708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825624"/>
            <a:ext cx="3708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495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4096617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3395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32287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11430003" cy="360000"/>
          </a:xfrm>
        </p:spPr>
        <p:txBody>
          <a:bodyPr anchor="t">
            <a:noAutofit/>
          </a:bodyPr>
          <a:lstStyle>
            <a:lvl1pPr marL="0" inden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235060468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e de couverture - 1">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72EC17-0D72-371F-B7F7-6B24EF2DDF18}"/>
              </a:ext>
            </a:extLst>
          </p:cNvPr>
          <p:cNvSpPr/>
          <p:nvPr/>
        </p:nvSpPr>
        <p:spPr>
          <a:xfrm>
            <a:off x="5059649" y="152400"/>
            <a:ext cx="6977863"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6816424" y="3001630"/>
            <a:ext cx="3464313"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6816424" y="3684766"/>
            <a:ext cx="3464313" cy="242038"/>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2" name="Picture Placeholder 3">
            <a:extLst>
              <a:ext uri="{FF2B5EF4-FFF2-40B4-BE49-F238E27FC236}">
                <a16:creationId xmlns:a16="http://schemas.microsoft.com/office/drawing/2014/main" id="{DD8B5DCD-0FE5-F4AD-0455-D5B227CF482A}"/>
              </a:ext>
            </a:extLst>
          </p:cNvPr>
          <p:cNvSpPr>
            <a:spLocks noGrp="1"/>
          </p:cNvSpPr>
          <p:nvPr>
            <p:ph type="pic" sz="quarter" idx="33" hasCustomPrompt="1"/>
          </p:nvPr>
        </p:nvSpPr>
        <p:spPr>
          <a:xfrm>
            <a:off x="7385875" y="261954"/>
            <a:ext cx="2325411" cy="2433621"/>
          </a:xfrm>
        </p:spPr>
        <p:txBody>
          <a:bodyPr/>
          <a:lstStyle>
            <a:lvl1pPr marL="0" indent="0">
              <a:buNone/>
              <a:defRPr/>
            </a:lvl1pPr>
          </a:lstStyle>
          <a:p>
            <a:r>
              <a:rPr lang="fr-FR"/>
              <a:t> </a:t>
            </a:r>
          </a:p>
        </p:txBody>
      </p:sp>
      <p:sp>
        <p:nvSpPr>
          <p:cNvPr id="13" name="Text Placeholder 16">
            <a:extLst>
              <a:ext uri="{FF2B5EF4-FFF2-40B4-BE49-F238E27FC236}">
                <a16:creationId xmlns:a16="http://schemas.microsoft.com/office/drawing/2014/main" id="{504AF62D-622A-D8B8-3FE8-9BE1D7C55707}"/>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14" name="Text Placeholder 16">
            <a:extLst>
              <a:ext uri="{FF2B5EF4-FFF2-40B4-BE49-F238E27FC236}">
                <a16:creationId xmlns:a16="http://schemas.microsoft.com/office/drawing/2014/main" id="{7D877059-911D-4C8C-1E64-B46C382ACAEF}"/>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Tree>
    <p:extLst>
      <p:ext uri="{BB962C8B-B14F-4D97-AF65-F5344CB8AC3E}">
        <p14:creationId xmlns:p14="http://schemas.microsoft.com/office/powerpoint/2010/main" val="2963661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e de couverture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4CA6A9-229C-B726-0D5C-A6028A87561D}"/>
              </a:ext>
            </a:extLst>
          </p:cNvPr>
          <p:cNvSpPr/>
          <p:nvPr/>
        </p:nvSpPr>
        <p:spPr>
          <a:xfrm>
            <a:off x="8547708" y="152400"/>
            <a:ext cx="348840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5" name="Rectangle 24">
            <a:extLst>
              <a:ext uri="{FF2B5EF4-FFF2-40B4-BE49-F238E27FC236}">
                <a16:creationId xmlns:a16="http://schemas.microsoft.com/office/drawing/2014/main" id="{FB72EC17-0D72-371F-B7F7-6B24EF2DDF18}"/>
              </a:ext>
            </a:extLst>
          </p:cNvPr>
          <p:cNvSpPr/>
          <p:nvPr/>
        </p:nvSpPr>
        <p:spPr>
          <a:xfrm>
            <a:off x="5059650" y="152400"/>
            <a:ext cx="3488060"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5164430"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5164622"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6" name="Picture Placeholder 3">
            <a:extLst>
              <a:ext uri="{FF2B5EF4-FFF2-40B4-BE49-F238E27FC236}">
                <a16:creationId xmlns:a16="http://schemas.microsoft.com/office/drawing/2014/main" id="{1E1B4779-6E96-2CA5-5365-456599D8CBFF}"/>
              </a:ext>
            </a:extLst>
          </p:cNvPr>
          <p:cNvSpPr>
            <a:spLocks noGrp="1"/>
          </p:cNvSpPr>
          <p:nvPr>
            <p:ph type="pic" sz="quarter" idx="32" hasCustomPrompt="1"/>
          </p:nvPr>
        </p:nvSpPr>
        <p:spPr>
          <a:xfrm>
            <a:off x="5652535" y="261954"/>
            <a:ext cx="2325411" cy="2433621"/>
          </a:xfrm>
        </p:spPr>
        <p:txBody>
          <a:bodyPr/>
          <a:lstStyle>
            <a:lvl1pPr marL="0" indent="0">
              <a:buNone/>
              <a:defRPr/>
            </a:lvl1pPr>
          </a:lstStyle>
          <a:p>
            <a:r>
              <a:rPr lang="fr-FR"/>
              <a:t> </a:t>
            </a:r>
          </a:p>
        </p:txBody>
      </p:sp>
      <p:sp>
        <p:nvSpPr>
          <p:cNvPr id="18" name="Picture Placeholder 3">
            <a:extLst>
              <a:ext uri="{FF2B5EF4-FFF2-40B4-BE49-F238E27FC236}">
                <a16:creationId xmlns:a16="http://schemas.microsoft.com/office/drawing/2014/main" id="{C7704363-0CA5-9867-A073-FE0383F81B1E}"/>
              </a:ext>
            </a:extLst>
          </p:cNvPr>
          <p:cNvSpPr>
            <a:spLocks noGrp="1"/>
          </p:cNvSpPr>
          <p:nvPr>
            <p:ph type="pic" sz="quarter" idx="33" hasCustomPrompt="1"/>
          </p:nvPr>
        </p:nvSpPr>
        <p:spPr>
          <a:xfrm>
            <a:off x="9129203" y="261954"/>
            <a:ext cx="2325411" cy="2433621"/>
          </a:xfrm>
        </p:spPr>
        <p:txBody>
          <a:bodyPr/>
          <a:lstStyle>
            <a:lvl1pPr marL="0" indent="0">
              <a:buNone/>
              <a:defRPr/>
            </a:lvl1pPr>
          </a:lstStyle>
          <a:p>
            <a:r>
              <a:rPr lang="fr-FR"/>
              <a:t> </a:t>
            </a:r>
          </a:p>
        </p:txBody>
      </p:sp>
      <p:sp>
        <p:nvSpPr>
          <p:cNvPr id="19" name="Text Placeholder 16">
            <a:extLst>
              <a:ext uri="{FF2B5EF4-FFF2-40B4-BE49-F238E27FC236}">
                <a16:creationId xmlns:a16="http://schemas.microsoft.com/office/drawing/2014/main" id="{D83F5E8D-DC34-CB01-5C9C-813B260B8915}"/>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20" name="Text Placeholder 16">
            <a:extLst>
              <a:ext uri="{FF2B5EF4-FFF2-40B4-BE49-F238E27FC236}">
                <a16:creationId xmlns:a16="http://schemas.microsoft.com/office/drawing/2014/main" id="{5C0554B0-77F5-A099-E6B3-4C58136521C5}"/>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9" name="Text Placeholder 14">
            <a:extLst>
              <a:ext uri="{FF2B5EF4-FFF2-40B4-BE49-F238E27FC236}">
                <a16:creationId xmlns:a16="http://schemas.microsoft.com/office/drawing/2014/main" id="{9E3DB172-92D7-C172-A50E-E0AD69B3B44B}"/>
              </a:ext>
            </a:extLst>
          </p:cNvPr>
          <p:cNvSpPr>
            <a:spLocks noGrp="1"/>
          </p:cNvSpPr>
          <p:nvPr>
            <p:ph type="body" sz="quarter" idx="34" hasCustomPrompt="1"/>
          </p:nvPr>
        </p:nvSpPr>
        <p:spPr>
          <a:xfrm>
            <a:off x="8652488"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32" name="Text Placeholder 18">
            <a:extLst>
              <a:ext uri="{FF2B5EF4-FFF2-40B4-BE49-F238E27FC236}">
                <a16:creationId xmlns:a16="http://schemas.microsoft.com/office/drawing/2014/main" id="{F88450C6-721F-B2DE-95DE-354A7DBC9906}"/>
              </a:ext>
            </a:extLst>
          </p:cNvPr>
          <p:cNvSpPr>
            <a:spLocks noGrp="1"/>
          </p:cNvSpPr>
          <p:nvPr>
            <p:ph type="body" sz="quarter" idx="35" hasCustomPrompt="1"/>
          </p:nvPr>
        </p:nvSpPr>
        <p:spPr>
          <a:xfrm>
            <a:off x="8652680"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Tree>
    <p:extLst>
      <p:ext uri="{BB962C8B-B14F-4D97-AF65-F5344CB8AC3E}">
        <p14:creationId xmlns:p14="http://schemas.microsoft.com/office/powerpoint/2010/main" val="19805861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e de couverture - 3">
    <p:spTree>
      <p:nvGrpSpPr>
        <p:cNvPr id="1" name=""/>
        <p:cNvGrpSpPr/>
        <p:nvPr/>
      </p:nvGrpSpPr>
      <p:grpSpPr>
        <a:xfrm>
          <a:off x="0" y="0"/>
          <a:ext cx="0" cy="0"/>
          <a:chOff x="0" y="0"/>
          <a:chExt cx="0" cy="0"/>
        </a:xfrm>
      </p:grpSpPr>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16">
            <a:extLst>
              <a:ext uri="{FF2B5EF4-FFF2-40B4-BE49-F238E27FC236}">
                <a16:creationId xmlns:a16="http://schemas.microsoft.com/office/drawing/2014/main" id="{FAA9235A-9DEE-240D-62CA-3BB48AA0E804}"/>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8" name="Text Placeholder 16">
            <a:extLst>
              <a:ext uri="{FF2B5EF4-FFF2-40B4-BE49-F238E27FC236}">
                <a16:creationId xmlns:a16="http://schemas.microsoft.com/office/drawing/2014/main" id="{9FF93BCF-02C7-5B52-B82D-E8ED9FA8B91E}"/>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3" name="Rectangle 22">
            <a:extLst>
              <a:ext uri="{FF2B5EF4-FFF2-40B4-BE49-F238E27FC236}">
                <a16:creationId xmlns:a16="http://schemas.microsoft.com/office/drawing/2014/main" id="{47BD2340-73DA-9C03-F51E-998F2842EFEC}"/>
              </a:ext>
            </a:extLst>
          </p:cNvPr>
          <p:cNvSpPr/>
          <p:nvPr/>
        </p:nvSpPr>
        <p:spPr>
          <a:xfrm>
            <a:off x="9711014" y="152399"/>
            <a:ext cx="2325411" cy="6553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4" name="Rectangle 23">
            <a:extLst>
              <a:ext uri="{FF2B5EF4-FFF2-40B4-BE49-F238E27FC236}">
                <a16:creationId xmlns:a16="http://schemas.microsoft.com/office/drawing/2014/main" id="{414CA6A9-229C-B726-0D5C-A6028A87561D}"/>
              </a:ext>
            </a:extLst>
          </p:cNvPr>
          <p:cNvSpPr/>
          <p:nvPr/>
        </p:nvSpPr>
        <p:spPr>
          <a:xfrm>
            <a:off x="7385603" y="152400"/>
            <a:ext cx="232541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5" name="Rectangle 24">
            <a:extLst>
              <a:ext uri="{FF2B5EF4-FFF2-40B4-BE49-F238E27FC236}">
                <a16:creationId xmlns:a16="http://schemas.microsoft.com/office/drawing/2014/main" id="{FB72EC17-0D72-371F-B7F7-6B24EF2DDF18}"/>
              </a:ext>
            </a:extLst>
          </p:cNvPr>
          <p:cNvSpPr/>
          <p:nvPr/>
        </p:nvSpPr>
        <p:spPr>
          <a:xfrm>
            <a:off x="5060192" y="152400"/>
            <a:ext cx="2325411"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mj-lt"/>
                <a:cs typeface="Arial" panose="020B0604020202020204" pitchFamily="34" charset="0"/>
              </a:rPr>
              <a:t> </a:t>
            </a:r>
          </a:p>
        </p:txBody>
      </p:sp>
      <p:sp>
        <p:nvSpPr>
          <p:cNvPr id="9" name="Text Placeholder 14">
            <a:extLst>
              <a:ext uri="{FF2B5EF4-FFF2-40B4-BE49-F238E27FC236}">
                <a16:creationId xmlns:a16="http://schemas.microsoft.com/office/drawing/2014/main" id="{9919C13D-903B-D43A-1004-108D8D4CAE7E}"/>
              </a:ext>
            </a:extLst>
          </p:cNvPr>
          <p:cNvSpPr>
            <a:spLocks noGrp="1"/>
          </p:cNvSpPr>
          <p:nvPr>
            <p:ph type="body" sz="quarter" idx="23" hasCustomPrompt="1"/>
          </p:nvPr>
        </p:nvSpPr>
        <p:spPr>
          <a:xfrm>
            <a:off x="5160829"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0" name="Text Placeholder 18">
            <a:extLst>
              <a:ext uri="{FF2B5EF4-FFF2-40B4-BE49-F238E27FC236}">
                <a16:creationId xmlns:a16="http://schemas.microsoft.com/office/drawing/2014/main" id="{C2AC75B3-5077-A8E7-F76B-E38A6BAA97DB}"/>
              </a:ext>
            </a:extLst>
          </p:cNvPr>
          <p:cNvSpPr>
            <a:spLocks noGrp="1"/>
          </p:cNvSpPr>
          <p:nvPr>
            <p:ph type="body" sz="quarter" idx="24" hasCustomPrompt="1"/>
          </p:nvPr>
        </p:nvSpPr>
        <p:spPr>
          <a:xfrm>
            <a:off x="5161013"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1" name="Text Placeholder 14">
            <a:extLst>
              <a:ext uri="{FF2B5EF4-FFF2-40B4-BE49-F238E27FC236}">
                <a16:creationId xmlns:a16="http://schemas.microsoft.com/office/drawing/2014/main" id="{307A97C8-3D95-3EBF-02A0-2FC800E6D247}"/>
              </a:ext>
            </a:extLst>
          </p:cNvPr>
          <p:cNvSpPr>
            <a:spLocks noGrp="1"/>
          </p:cNvSpPr>
          <p:nvPr>
            <p:ph type="body" sz="quarter" idx="19" hasCustomPrompt="1"/>
          </p:nvPr>
        </p:nvSpPr>
        <p:spPr>
          <a:xfrm>
            <a:off x="7486240"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2" name="Text Placeholder 18">
            <a:extLst>
              <a:ext uri="{FF2B5EF4-FFF2-40B4-BE49-F238E27FC236}">
                <a16:creationId xmlns:a16="http://schemas.microsoft.com/office/drawing/2014/main" id="{70FBE1A0-53D3-A6FE-FC6D-A8478AAC1B65}"/>
              </a:ext>
            </a:extLst>
          </p:cNvPr>
          <p:cNvSpPr>
            <a:spLocks noGrp="1"/>
          </p:cNvSpPr>
          <p:nvPr>
            <p:ph type="body" sz="quarter" idx="20" hasCustomPrompt="1"/>
          </p:nvPr>
        </p:nvSpPr>
        <p:spPr>
          <a:xfrm>
            <a:off x="7486424"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3" name="Text Placeholder 14">
            <a:extLst>
              <a:ext uri="{FF2B5EF4-FFF2-40B4-BE49-F238E27FC236}">
                <a16:creationId xmlns:a16="http://schemas.microsoft.com/office/drawing/2014/main" id="{BEC0B694-A32E-D8D4-5AEB-39330B9DBB2B}"/>
              </a:ext>
            </a:extLst>
          </p:cNvPr>
          <p:cNvSpPr>
            <a:spLocks noGrp="1"/>
          </p:cNvSpPr>
          <p:nvPr>
            <p:ph type="body" sz="quarter" idx="21" hasCustomPrompt="1"/>
          </p:nvPr>
        </p:nvSpPr>
        <p:spPr>
          <a:xfrm>
            <a:off x="9811651"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4" name="Text Placeholder 18">
            <a:extLst>
              <a:ext uri="{FF2B5EF4-FFF2-40B4-BE49-F238E27FC236}">
                <a16:creationId xmlns:a16="http://schemas.microsoft.com/office/drawing/2014/main" id="{2A1B7DB9-8E34-E736-7AD2-27C2B584495A}"/>
              </a:ext>
            </a:extLst>
          </p:cNvPr>
          <p:cNvSpPr>
            <a:spLocks noGrp="1"/>
          </p:cNvSpPr>
          <p:nvPr>
            <p:ph type="body" sz="quarter" idx="22" hasCustomPrompt="1"/>
          </p:nvPr>
        </p:nvSpPr>
        <p:spPr>
          <a:xfrm>
            <a:off x="9811835"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Picture Placeholder 3">
            <a:extLst>
              <a:ext uri="{FF2B5EF4-FFF2-40B4-BE49-F238E27FC236}">
                <a16:creationId xmlns:a16="http://schemas.microsoft.com/office/drawing/2014/main" id="{33707480-81A3-6CB5-CA74-7672CEA94145}"/>
              </a:ext>
            </a:extLst>
          </p:cNvPr>
          <p:cNvSpPr>
            <a:spLocks noGrp="1"/>
          </p:cNvSpPr>
          <p:nvPr>
            <p:ph type="pic" sz="quarter" idx="27" hasCustomPrompt="1"/>
          </p:nvPr>
        </p:nvSpPr>
        <p:spPr>
          <a:xfrm>
            <a:off x="9710471" y="261954"/>
            <a:ext cx="2325411" cy="2433621"/>
          </a:xfrm>
        </p:spPr>
        <p:txBody>
          <a:bodyPr/>
          <a:lstStyle>
            <a:lvl1pPr marL="0" indent="0">
              <a:buNone/>
              <a:defRPr/>
            </a:lvl1pPr>
          </a:lstStyle>
          <a:p>
            <a:r>
              <a:rPr lang="fr-FR"/>
              <a:t> </a:t>
            </a:r>
          </a:p>
        </p:txBody>
      </p:sp>
      <p:sp>
        <p:nvSpPr>
          <p:cNvPr id="30" name="Picture Placeholder 3">
            <a:extLst>
              <a:ext uri="{FF2B5EF4-FFF2-40B4-BE49-F238E27FC236}">
                <a16:creationId xmlns:a16="http://schemas.microsoft.com/office/drawing/2014/main" id="{A1A5CE3D-0051-E316-AF39-06D78C0D6351}"/>
              </a:ext>
            </a:extLst>
          </p:cNvPr>
          <p:cNvSpPr>
            <a:spLocks noGrp="1"/>
          </p:cNvSpPr>
          <p:nvPr>
            <p:ph type="pic" sz="quarter" idx="28" hasCustomPrompt="1"/>
          </p:nvPr>
        </p:nvSpPr>
        <p:spPr>
          <a:xfrm>
            <a:off x="7385060" y="261954"/>
            <a:ext cx="2325411" cy="2433621"/>
          </a:xfrm>
        </p:spPr>
        <p:txBody>
          <a:bodyPr/>
          <a:lstStyle>
            <a:lvl1pPr marL="0" indent="0">
              <a:buNone/>
              <a:defRPr/>
            </a:lvl1pPr>
          </a:lstStyle>
          <a:p>
            <a:r>
              <a:rPr lang="fr-FR"/>
              <a:t> </a:t>
            </a:r>
          </a:p>
        </p:txBody>
      </p:sp>
      <p:sp>
        <p:nvSpPr>
          <p:cNvPr id="31" name="Picture Placeholder 3">
            <a:extLst>
              <a:ext uri="{FF2B5EF4-FFF2-40B4-BE49-F238E27FC236}">
                <a16:creationId xmlns:a16="http://schemas.microsoft.com/office/drawing/2014/main" id="{0F88CFB0-191C-5F38-84E6-E8F622972A33}"/>
              </a:ext>
            </a:extLst>
          </p:cNvPr>
          <p:cNvSpPr>
            <a:spLocks noGrp="1"/>
          </p:cNvSpPr>
          <p:nvPr>
            <p:ph type="pic" sz="quarter" idx="29" hasCustomPrompt="1"/>
          </p:nvPr>
        </p:nvSpPr>
        <p:spPr>
          <a:xfrm>
            <a:off x="5059649" y="261954"/>
            <a:ext cx="2325411" cy="2433621"/>
          </a:xfrm>
        </p:spPr>
        <p:txBody>
          <a:bodyPr/>
          <a:lstStyle>
            <a:lvl1pPr marL="0" indent="0">
              <a:buNone/>
              <a:defRPr/>
            </a:lvl1pPr>
          </a:lstStyle>
          <a:p>
            <a:r>
              <a:rPr lang="fr-FR"/>
              <a:t> </a:t>
            </a:r>
          </a:p>
        </p:txBody>
      </p:sp>
      <p:pic>
        <p:nvPicPr>
          <p:cNvPr id="20" name="Graphic 26">
            <a:extLst>
              <a:ext uri="{FF2B5EF4-FFF2-40B4-BE49-F238E27FC236}">
                <a16:creationId xmlns:a16="http://schemas.microsoft.com/office/drawing/2014/main" id="{05496D6C-CD74-616D-FDD2-01CD0DD436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Tree>
    <p:extLst>
      <p:ext uri="{BB962C8B-B14F-4D97-AF65-F5344CB8AC3E}">
        <p14:creationId xmlns:p14="http://schemas.microsoft.com/office/powerpoint/2010/main" val="84343827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16"/>
            </p:custDataLst>
            <p:extLst>
              <p:ext uri="{D42A27DB-BD31-4B8C-83A1-F6EECF244321}">
                <p14:modId xmlns:p14="http://schemas.microsoft.com/office/powerpoint/2010/main" val="3873534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17" imgW="359" imgH="360" progId="TCLayout.ActiveDocument.1">
                  <p:embed/>
                </p:oleObj>
              </mc:Choice>
              <mc:Fallback>
                <p:oleObj name="Diapositive think-cell" r:id="rId17"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7" y="485693"/>
            <a:ext cx="11430003" cy="360000"/>
          </a:xfrm>
          <a:prstGeom prst="rect">
            <a:avLst/>
          </a:prstGeom>
        </p:spPr>
        <p:txBody>
          <a:bodyPr vert="horz" lIns="91440" tIns="45720" rIns="91440" bIns="45720" rtlCol="0" anchor="t">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825625"/>
            <a:ext cx="11430003" cy="4351338"/>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2104549" y="6340475"/>
            <a:ext cx="7318401" cy="365125"/>
          </a:xfrm>
          <a:prstGeom prst="rect">
            <a:avLst/>
          </a:prstGeom>
        </p:spPr>
        <p:txBody>
          <a:bodyPr vert="horz" lIns="91440" tIns="45720" rIns="91440" bIns="45720" rtlCol="0" anchor="ctr"/>
          <a:lstStyle>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stStyle>
          <a:p>
            <a:endParaRPr lang="fr-F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11219530" y="6340475"/>
            <a:ext cx="591470" cy="365125"/>
          </a:xfrm>
          <a:prstGeom prst="rect">
            <a:avLst/>
          </a:prstGeom>
        </p:spPr>
        <p:txBody>
          <a:bodyPr vert="horz" lIns="91440" tIns="45720" rIns="91440" bIns="45720" rtlCol="0" anchor="ctr"/>
          <a:lstStyle>
            <a:lvl1pPr marL="0" algn="r" defTabSz="914400" rtl="0" eaLnBrk="1" latinLnBrk="0" hangingPunct="1">
              <a:defRPr kumimoji="0" lang="fr-FR" sz="900" b="0" i="0" u="none" strike="noStrike" kern="1200" cap="none" spc="0" normalizeH="0" baseline="0" smtClean="0">
                <a:ln>
                  <a:noFill/>
                </a:ln>
                <a:solidFill>
                  <a:schemeClr val="tx2"/>
                </a:solidFill>
                <a:effectLst/>
                <a:uLnTx/>
                <a:uFillTx/>
                <a:latin typeface="+mj-lt"/>
                <a:ea typeface="+mn-ea"/>
                <a:cs typeface="+mn-cs"/>
              </a:defRPr>
            </a:lvl1pPr>
          </a:lstStyle>
          <a:p>
            <a:fld id="{BE9517EC-C298-4848-B090-11602D956FCE}" type="slidenum">
              <a:rPr lang="fr-FR" smtClean="0"/>
              <a:pPr/>
              <a:t>‹N°›</a:t>
            </a:fld>
            <a:endParaRPr lang="fr-FR"/>
          </a:p>
        </p:txBody>
      </p:sp>
      <p:pic>
        <p:nvPicPr>
          <p:cNvPr id="17" name="Graphic 12">
            <a:extLst>
              <a:ext uri="{FF2B5EF4-FFF2-40B4-BE49-F238E27FC236}">
                <a16:creationId xmlns:a16="http://schemas.microsoft.com/office/drawing/2014/main" id="{EAE1AD28-E865-978A-DD49-D21AF449B7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422950" y="6232787"/>
            <a:ext cx="1796580" cy="610723"/>
          </a:xfrm>
          <a:prstGeom prst="rect">
            <a:avLst/>
          </a:prstGeom>
        </p:spPr>
      </p:pic>
      <p:sp>
        <p:nvSpPr>
          <p:cNvPr id="18" name="TextBox 8">
            <a:extLst>
              <a:ext uri="{FF2B5EF4-FFF2-40B4-BE49-F238E27FC236}">
                <a16:creationId xmlns:a16="http://schemas.microsoft.com/office/drawing/2014/main" id="{565B99EF-19E1-E906-69E0-E7404B75E831}"/>
              </a:ext>
            </a:extLst>
          </p:cNvPr>
          <p:cNvSpPr txBox="1"/>
          <p:nvPr/>
        </p:nvSpPr>
        <p:spPr>
          <a:xfrm>
            <a:off x="380997" y="6407621"/>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2"/>
                </a:solidFill>
                <a:effectLst/>
                <a:uLnTx/>
                <a:uFillTx/>
                <a:latin typeface="+mj-lt"/>
                <a:ea typeface="+mn-ea"/>
                <a:cs typeface="+mn-cs"/>
              </a:rPr>
              <a:t>© ACI partners | Confidentiel </a:t>
            </a:r>
          </a:p>
        </p:txBody>
      </p:sp>
    </p:spTree>
    <p:extLst>
      <p:ext uri="{BB962C8B-B14F-4D97-AF65-F5344CB8AC3E}">
        <p14:creationId xmlns:p14="http://schemas.microsoft.com/office/powerpoint/2010/main" val="3041499383"/>
      </p:ext>
    </p:extLst>
  </p:cSld>
  <p:clrMap bg1="lt1" tx1="dk1" bg2="lt2" tx2="dk2" accent1="accent1" accent2="accent2" accent3="accent3" accent4="accent4" accent5="accent5" accent6="accent6" hlink="hlink" folHlink="folHlink"/>
  <p:sldLayoutIdLst>
    <p:sldLayoutId id="2147483666" r:id="rId1"/>
    <p:sldLayoutId id="2147483652" r:id="rId2"/>
    <p:sldLayoutId id="2147483659" r:id="rId3"/>
    <p:sldLayoutId id="2147483653" r:id="rId4"/>
    <p:sldLayoutId id="2147483655" r:id="rId5"/>
    <p:sldLayoutId id="2147483649" r:id="rId6"/>
    <p:sldLayoutId id="2147483650" r:id="rId7"/>
    <p:sldLayoutId id="2147483663" r:id="rId8"/>
    <p:sldLayoutId id="2147483662" r:id="rId9"/>
    <p:sldLayoutId id="2147483657" r:id="rId10"/>
    <p:sldLayoutId id="2147483651" r:id="rId11"/>
    <p:sldLayoutId id="2147483661" r:id="rId12"/>
    <p:sldLayoutId id="2147483660" r:id="rId13"/>
    <p:sldLayoutId id="2147483656" r:id="rId14"/>
  </p:sldLayoutIdLst>
  <p:hf hdr="0" ftr="0" dt="0"/>
  <p:txStyles>
    <p:title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1.xml"/><Relationship Id="rId1" Type="http://schemas.openxmlformats.org/officeDocument/2006/relationships/tags" Target="../tags/tag20.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xml"/><Relationship Id="rId1" Type="http://schemas.openxmlformats.org/officeDocument/2006/relationships/tags" Target="../tags/tag21.xml"/><Relationship Id="rId5" Type="http://schemas.openxmlformats.org/officeDocument/2006/relationships/image" Target="../media/image13.png"/><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tags" Target="../tags/tag22.xml"/><Relationship Id="rId6" Type="http://schemas.openxmlformats.org/officeDocument/2006/relationships/image" Target="../media/image14.png"/><Relationship Id="rId5" Type="http://schemas.openxmlformats.org/officeDocument/2006/relationships/image" Target="../media/image10.emf"/><Relationship Id="rId4" Type="http://schemas.openxmlformats.org/officeDocument/2006/relationships/oleObject" Target="../embeddings/oleObject18.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1.xml"/><Relationship Id="rId1" Type="http://schemas.openxmlformats.org/officeDocument/2006/relationships/tags" Target="../tags/tag23.xml"/><Relationship Id="rId5" Type="http://schemas.openxmlformats.org/officeDocument/2006/relationships/image" Target="../media/image15.jpeg"/><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1.xml"/><Relationship Id="rId1" Type="http://schemas.openxmlformats.org/officeDocument/2006/relationships/tags" Target="../tags/tag24.xml"/><Relationship Id="rId5" Type="http://schemas.openxmlformats.org/officeDocument/2006/relationships/image" Target="../media/image16.jpeg"/><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1.xml"/><Relationship Id="rId1" Type="http://schemas.openxmlformats.org/officeDocument/2006/relationships/tags" Target="../tags/tag25.xml"/><Relationship Id="rId5" Type="http://schemas.openxmlformats.org/officeDocument/2006/relationships/image" Target="../media/image17.png"/><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1.xml"/><Relationship Id="rId1" Type="http://schemas.openxmlformats.org/officeDocument/2006/relationships/tags" Target="../tags/tag26.xml"/><Relationship Id="rId5" Type="http://schemas.openxmlformats.org/officeDocument/2006/relationships/image" Target="../media/image18.pn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extLst>
              <p:ext uri="{D42A27DB-BD31-4B8C-83A1-F6EECF244321}">
                <p14:modId xmlns:p14="http://schemas.microsoft.com/office/powerpoint/2010/main" val="37265567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 </a:t>
            </a:r>
            <a:r>
              <a:rPr lang="fr-FR" b="1">
                <a:solidFill>
                  <a:srgbClr val="FF0000"/>
                </a:solidFill>
              </a:rPr>
              <a:t>1</a:t>
            </a:r>
            <a:endParaRPr lang="fr-F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925031496"/>
              </p:ext>
            </p:extLst>
          </p:nvPr>
        </p:nvGraphicFramePr>
        <p:xfrm>
          <a:off x="361541" y="1808163"/>
          <a:ext cx="11430002" cy="393887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Logo client ici</a:t>
                      </a:r>
                    </a:p>
                  </a:txBody>
                  <a:tcPr anchor="ct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fr-FR" sz="1100" dirty="0">
                          <a:solidFill>
                            <a:schemeClr val="tx1"/>
                          </a:solidFill>
                        </a:rPr>
                        <a:t>Dans le cadre d’un projet de transformation de l’organisation du service pilotage et de ses outils, ainsi que de la modification de l’architecture des données, PACIFICA a souhaité faire évoluer les tableaux de bords utilisés par la direction commerciale et le réseau des caisses.</a:t>
                      </a:r>
                    </a:p>
                    <a:p>
                      <a:r>
                        <a:rPr lang="fr-FR" sz="1100" dirty="0">
                          <a:solidFill>
                            <a:schemeClr val="tx1"/>
                          </a:solidFill>
                        </a:rPr>
                        <a:t>Les équipes ACI </a:t>
                      </a:r>
                      <a:r>
                        <a:rPr lang="fr-FR" sz="1100" dirty="0" err="1">
                          <a:solidFill>
                            <a:schemeClr val="tx1"/>
                          </a:solidFill>
                        </a:rPr>
                        <a:t>partners</a:t>
                      </a:r>
                      <a:r>
                        <a:rPr lang="fr-FR" sz="1100" dirty="0">
                          <a:solidFill>
                            <a:schemeClr val="tx1"/>
                          </a:solidFill>
                        </a:rPr>
                        <a:t> sont intervenues en qualité d’expert de la donnée pour la prise en compte de ces évolutions dans l’outil, son amélioration et la formation des collaborateurs à sa maîtrise.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Définition des besoins d’évolutions fonctionnelles et techniques avec les métiers</a:t>
                      </a:r>
                    </a:p>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Amélioration technique de l’outil et paramétrage de l’outil pour prise en compte des changements d’architecture SI</a:t>
                      </a:r>
                    </a:p>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Revue des indicateurs et tableaux de bords pour prise en compte des évolutions métiers (refonte des graphiques et de la maquette, revue des modes de calculs des indicateurs, etc.)</a:t>
                      </a:r>
                    </a:p>
                    <a:p>
                      <a:pPr marL="176213" indent="-176213" algn="l" defTabSz="914400" rtl="0" eaLnBrk="1" latinLnBrk="0" hangingPunct="1">
                        <a:spcAft>
                          <a:spcPts val="100"/>
                        </a:spcAft>
                        <a:buClr>
                          <a:schemeClr val="accent1"/>
                        </a:buClr>
                        <a:buSzPct val="100000"/>
                        <a:buFont typeface="Arial"/>
                        <a:buChar char="•"/>
                      </a:pPr>
                      <a:r>
                        <a:rPr lang="fr-FR" sz="1100" kern="1200" dirty="0">
                          <a:solidFill>
                            <a:schemeClr val="dk1"/>
                          </a:solidFill>
                          <a:latin typeface="+mn-lt"/>
                          <a:ea typeface="+mn-ea"/>
                          <a:cs typeface="Arial"/>
                        </a:rPr>
                        <a:t>Formation des utilisateurs au paramétrage de l’outil et aux bonnes pratiques d’utilisation de l’outil</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Logo client ici</a:t>
                      </a:r>
                    </a:p>
                  </a:txBody>
                  <a:tcPr anchor="ctr">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fr-FR" sz="1100" dirty="0">
                          <a:solidFill>
                            <a:schemeClr val="tx1"/>
                          </a:solidFill>
                        </a:rPr>
                        <a:t>Suite à un projet d’externalisation du SI, poursuite de la transformation de son SI en mettant l’accent sur la performance et le niveau de service : définition de la trajectoire de mise à niveau des applicatifs métiers et prise en compte des aspects d’optimisation et de rationalisation de l’infrastructure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du Plan Informatique, de la cartographie applicative et analyse des éléments d’infrastructure applicative (contraintes techniques, obsolescence des applications, ...)</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Entretiens avec les métiers pour recueillir leurs enjeux et attentes ; étude de l’adéquation avec les outils SI</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Rencontre avec les éditeurs de logiciels pour identifier les possibilités d’évolution des applications et l’intégration dans le SI</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Ordonnancement des besoins, attentes et contraintes du point de vue des métiers, du pôle Informatique, des éditeurs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Identification des adhérences entre applications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Élaboration d’une proposition de trajectoire SI 2019 – 2021</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3" name="Espace réservé pour une image  2">
            <a:extLst>
              <a:ext uri="{FF2B5EF4-FFF2-40B4-BE49-F238E27FC236}">
                <a16:creationId xmlns:a16="http://schemas.microsoft.com/office/drawing/2014/main" id="{4EB66420-1FEF-2277-4563-AB4F99EBEEC2}"/>
              </a:ext>
            </a:extLst>
          </p:cNvPr>
          <p:cNvPicPr>
            <a:picLocks/>
          </p:cNvPicPr>
          <p:nvPr/>
        </p:nvPicPr>
        <p:blipFill>
          <a:blip r:embed="rId5">
            <a:extLst>
              <a:ext uri="{28A0092B-C50C-407E-A947-70E740481C1C}">
                <a14:useLocalDpi xmlns:a14="http://schemas.microsoft.com/office/drawing/2010/main" val="0"/>
              </a:ext>
            </a:extLst>
          </a:blip>
          <a:srcRect t="16269" b="16269"/>
          <a:stretch>
            <a:fillRect/>
          </a:stretch>
        </p:blipFill>
        <p:spPr>
          <a:xfrm>
            <a:off x="811144" y="4540294"/>
            <a:ext cx="762000" cy="514060"/>
          </a:xfrm>
          <a:prstGeom prst="rect">
            <a:avLst/>
          </a:prstGeom>
        </p:spPr>
      </p:pic>
      <p:pic>
        <p:nvPicPr>
          <p:cNvPr id="5" name="Image 4" descr="Une image contenant dessin&#10;&#10;Description générée automatiquement">
            <a:extLst>
              <a:ext uri="{FF2B5EF4-FFF2-40B4-BE49-F238E27FC236}">
                <a16:creationId xmlns:a16="http://schemas.microsoft.com/office/drawing/2014/main" id="{904E6CB6-E7CE-8FF6-A3E8-1E07D0D6274C}"/>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629436" y="2481174"/>
            <a:ext cx="1125415" cy="1111910"/>
          </a:xfrm>
          <a:prstGeom prst="rect">
            <a:avLst/>
          </a:prstGeom>
        </p:spPr>
      </p:pic>
      <p:sp>
        <p:nvSpPr>
          <p:cNvPr id="7" name="ZoneTexte 6">
            <a:extLst>
              <a:ext uri="{FF2B5EF4-FFF2-40B4-BE49-F238E27FC236}">
                <a16:creationId xmlns:a16="http://schemas.microsoft.com/office/drawing/2014/main" id="{E96075AA-5366-A662-F2FB-8112A92E8F62}"/>
              </a:ext>
            </a:extLst>
          </p:cNvPr>
          <p:cNvSpPr txBox="1"/>
          <p:nvPr/>
        </p:nvSpPr>
        <p:spPr>
          <a:xfrm>
            <a:off x="765583" y="3429000"/>
            <a:ext cx="853119" cy="261610"/>
          </a:xfrm>
          <a:prstGeom prst="rect">
            <a:avLst/>
          </a:prstGeom>
          <a:noFill/>
        </p:spPr>
        <p:txBody>
          <a:bodyPr wrap="none" rtlCol="0">
            <a:spAutoFit/>
          </a:bodyPr>
          <a:lstStyle/>
          <a:p>
            <a:pPr algn="ctr"/>
            <a:r>
              <a:rPr lang="fr-FR" sz="1100" b="1"/>
              <a:t>PACIFICA</a:t>
            </a:r>
          </a:p>
        </p:txBody>
      </p:sp>
    </p:spTree>
    <p:extLst>
      <p:ext uri="{BB962C8B-B14F-4D97-AF65-F5344CB8AC3E}">
        <p14:creationId xmlns:p14="http://schemas.microsoft.com/office/powerpoint/2010/main" val="49813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677681972"/>
              </p:ext>
            </p:extLst>
          </p:nvPr>
        </p:nvGraphicFramePr>
        <p:xfrm>
          <a:off x="361541" y="1808163"/>
          <a:ext cx="11430002" cy="2772221"/>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Groupama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Diagnostic, optimisation du processus majeur de l’assureur et harmonisation entre caisse régionale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et décomposition du processus principal en sous processus.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via entretiens, des risques et des contrôles existants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Recherche optimisation des process et ajustement des contrôles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Ecriture des processus opérationnels et positionnement des points de risques et contrôle éventuels positionné. Matérialisation des manques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Vision sur les outils (sous exploitation)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Préconisation d’évolution selon les thèmes et par priorisation (Quick </a:t>
                      </a:r>
                      <a:r>
                        <a:rPr lang="fr-FR" sz="1100" kern="1200" dirty="0" err="1">
                          <a:solidFill>
                            <a:schemeClr val="dk1"/>
                          </a:solidFill>
                          <a:latin typeface="+mn-lt"/>
                          <a:ea typeface="+mn-ea"/>
                          <a:cs typeface="Arial"/>
                        </a:rPr>
                        <a:t>wins</a:t>
                      </a:r>
                      <a:r>
                        <a:rPr lang="fr-FR" sz="1100" kern="1200" dirty="0">
                          <a:solidFill>
                            <a:schemeClr val="dk1"/>
                          </a:solidFill>
                          <a:latin typeface="+mn-lt"/>
                          <a:ea typeface="+mn-ea"/>
                          <a:cs typeface="Arial"/>
                        </a:rPr>
                        <a:t>/ tâches MT/ tâches LT)</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Image 1">
            <a:extLst>
              <a:ext uri="{FF2B5EF4-FFF2-40B4-BE49-F238E27FC236}">
                <a16:creationId xmlns:a16="http://schemas.microsoft.com/office/drawing/2014/main" id="{90B16613-CC38-6F8B-5D45-DFB6EED7F1E3}"/>
              </a:ext>
            </a:extLst>
          </p:cNvPr>
          <p:cNvPicPr>
            <a:picLocks noChangeAspect="1"/>
          </p:cNvPicPr>
          <p:nvPr/>
        </p:nvPicPr>
        <p:blipFill>
          <a:blip r:embed="rId5"/>
          <a:stretch>
            <a:fillRect/>
          </a:stretch>
        </p:blipFill>
        <p:spPr>
          <a:xfrm>
            <a:off x="695478" y="2697374"/>
            <a:ext cx="1037405" cy="369714"/>
          </a:xfrm>
          <a:prstGeom prst="rect">
            <a:avLst/>
          </a:prstGeom>
        </p:spPr>
      </p:pic>
    </p:spTree>
    <p:extLst>
      <p:ext uri="{BB962C8B-B14F-4D97-AF65-F5344CB8AC3E}">
        <p14:creationId xmlns:p14="http://schemas.microsoft.com/office/powerpoint/2010/main" val="481115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60" imgH="360" progId="TCLayout.ActiveDocument.1">
                  <p:embed/>
                </p:oleObj>
              </mc:Choice>
              <mc:Fallback>
                <p:oleObj name="Diapositive think-cell" r:id="rId4"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311231696"/>
              </p:ext>
            </p:extLst>
          </p:nvPr>
        </p:nvGraphicFramePr>
        <p:xfrm>
          <a:off x="361541" y="1808163"/>
          <a:ext cx="11430002" cy="4084225"/>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Orange Bank</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Evaluation de l’adéquation des outils aux enjeux métiers et aux missions de la Direction Risques Contrôle et Conformité au sein du Head Quarter et de proposition de scénarii d’évolution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Construction d’une cartographie applicative pour la Direction Risques Contrôle et Conformité, mise en exergue des fonctionnalités à implémenter et priorisation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Elaboration d’un cahier des charges pour un outil de gestion documentaire </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Proposition de solutions de veille règlementaire avec un benchmark des solutions marché</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Identification des Points Pour Attention (PPA) du plan d'action métier / SI et des travaux postérieurs à instruire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276906517"/>
                  </a:ext>
                </a:extLst>
              </a:tr>
            </a:tbl>
          </a:graphicData>
        </a:graphic>
      </p:graphicFrame>
      <p:pic>
        <p:nvPicPr>
          <p:cNvPr id="14" name="Espace réservé pour une image  10">
            <a:extLst>
              <a:ext uri="{FF2B5EF4-FFF2-40B4-BE49-F238E27FC236}">
                <a16:creationId xmlns:a16="http://schemas.microsoft.com/office/drawing/2014/main" id="{E2892E2B-6C42-8284-12DF-D2B4432B0890}"/>
              </a:ext>
            </a:extLst>
          </p:cNvPr>
          <p:cNvPicPr>
            <a:picLocks noChangeAspect="1"/>
          </p:cNvPicPr>
          <p:nvPr/>
        </p:nvPicPr>
        <p:blipFill rotWithShape="1">
          <a:blip r:embed="rId6">
            <a:extLst>
              <a:ext uri="{28A0092B-C50C-407E-A947-70E740481C1C}">
                <a14:useLocalDpi xmlns:a14="http://schemas.microsoft.com/office/drawing/2010/main" val="0"/>
              </a:ext>
            </a:extLst>
          </a:blip>
          <a:srcRect l="-18414" r="-18414"/>
          <a:stretch/>
        </p:blipFill>
        <p:spPr>
          <a:xfrm>
            <a:off x="731207" y="3068641"/>
            <a:ext cx="830425" cy="606907"/>
          </a:xfrm>
          <a:prstGeom prst="rect">
            <a:avLst/>
          </a:prstGeom>
        </p:spPr>
      </p:pic>
    </p:spTree>
    <p:extLst>
      <p:ext uri="{BB962C8B-B14F-4D97-AF65-F5344CB8AC3E}">
        <p14:creationId xmlns:p14="http://schemas.microsoft.com/office/powerpoint/2010/main" val="2182626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598198655"/>
              </p:ext>
            </p:extLst>
          </p:nvPr>
        </p:nvGraphicFramePr>
        <p:xfrm>
          <a:off x="361541" y="1808163"/>
          <a:ext cx="11430002" cy="4201939"/>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dirty="0">
                        <a:solidFill>
                          <a:schemeClr val="dk1"/>
                        </a:solidFill>
                        <a:latin typeface="+mn-lt"/>
                        <a:ea typeface="+mn-ea"/>
                        <a:cs typeface="Arial"/>
                      </a:endParaRPr>
                    </a:p>
                  </a:txBody>
                  <a:tcPr marL="68580" marR="68580" marT="0" marB="0"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MH a souhaité développer un score de vulnérabilité de ses entreprises et le mettre à disposition de l’ensemble de ses directions métiers pour mesurer et maitriser au mieux les effets potentiels de la crise économique en matière de cotisations non perçues, portabilité et hausse de la sinistralité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équipes data, métiers et des experts, définition et construction des indicateurs pertinents dans l’appréciation de la vulnérabilité des entreprises clientes de Malakoff Humanis à partir de données internes et externes collectées, consolidées et croisées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Construction d’un MVP de tableau de bords contenant ces différents indices de vulnérabilité des entreprises en vision portefeuille et entreprise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métiers, analyse des différents processus métiers et définition des processus cible intégrant le score de vulnérabilité dans les différents « jalons » de prise de décision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Identification de nouvelles règles métiers intégrant ce score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Accompagnement opérationnel du déploiement des processus cible et formation des formateurs métiers à l’utilisation du score et des outils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11" name="Image 10" descr="Une image contenant dessin&#10;&#10;Description générée automatiquement">
            <a:extLst>
              <a:ext uri="{FF2B5EF4-FFF2-40B4-BE49-F238E27FC236}">
                <a16:creationId xmlns:a16="http://schemas.microsoft.com/office/drawing/2014/main" id="{C5333C12-6D35-3BB0-3352-E3E5FFEA26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826" y="3816220"/>
            <a:ext cx="1225819" cy="448300"/>
          </a:xfrm>
          <a:prstGeom prst="rect">
            <a:avLst/>
          </a:prstGeom>
        </p:spPr>
      </p:pic>
    </p:spTree>
    <p:extLst>
      <p:ext uri="{BB962C8B-B14F-4D97-AF65-F5344CB8AC3E}">
        <p14:creationId xmlns:p14="http://schemas.microsoft.com/office/powerpoint/2010/main" val="52722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271140545"/>
              </p:ext>
            </p:extLst>
          </p:nvPr>
        </p:nvGraphicFramePr>
        <p:xfrm>
          <a:off x="361541" y="1808164"/>
          <a:ext cx="11430002" cy="439328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292643">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1293165">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1013511">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BPCE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Le plan stratégique du groupe BPCE avait fixé pour objectif d’adapter le dispositif associé au traitement des chèques. Ce moyen de paiement en forte décroissance devait être optimisé en termes de coût tout en révisant les modalités opérationnelles avec les partenaires sous-traitants.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Harmonisation des pratiques dans le groupe. Définition d’une nouvelle tarification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Proposition de leviers pour diminuer l’usage du chèque chez certains clients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Ajustement du niveau des prestations et de la qualité ou des délais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des contrats des sous-traitants pour une meilleur comparabilité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Présentation et restitution des résultats aux banques et caisses des travaux</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6980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endParaRPr lang="fr-FR" sz="1100" i="1" dirty="0"/>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69449350"/>
                  </a:ext>
                </a:extLst>
              </a:tr>
            </a:tbl>
          </a:graphicData>
        </a:graphic>
      </p:graphicFrame>
      <p:pic>
        <p:nvPicPr>
          <p:cNvPr id="2" name="Image 1" descr="Une image contenant dessin&#10;&#10;Description générée automatiquement">
            <a:extLst>
              <a:ext uri="{FF2B5EF4-FFF2-40B4-BE49-F238E27FC236}">
                <a16:creationId xmlns:a16="http://schemas.microsoft.com/office/drawing/2014/main" id="{D47A2843-8976-F820-1A3B-F5AB4ADC1C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356" y="3872428"/>
            <a:ext cx="1211088" cy="419645"/>
          </a:xfrm>
          <a:prstGeom prst="rect">
            <a:avLst/>
          </a:prstGeom>
        </p:spPr>
      </p:pic>
    </p:spTree>
    <p:extLst>
      <p:ext uri="{BB962C8B-B14F-4D97-AF65-F5344CB8AC3E}">
        <p14:creationId xmlns:p14="http://schemas.microsoft.com/office/powerpoint/2010/main" val="796167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6</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409991709"/>
              </p:ext>
            </p:extLst>
          </p:nvPr>
        </p:nvGraphicFramePr>
        <p:xfrm>
          <a:off x="381000" y="1825625"/>
          <a:ext cx="11430002" cy="387282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 </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b="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311555948"/>
                  </a:ext>
                </a:extLst>
              </a:tr>
              <a:tr h="111875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000" b="0" i="0" u="none" strike="noStrike" dirty="0">
                          <a:solidFill>
                            <a:srgbClr val="000000"/>
                          </a:solidFill>
                          <a:effectLst/>
                          <a:latin typeface="Arial" panose="020B0604020202020204" pitchFamily="34" charset="0"/>
                        </a:rPr>
                        <a:t>Le programme </a:t>
                      </a:r>
                      <a:r>
                        <a:rPr lang="fr-FR" sz="1000" b="0" i="0" u="none" strike="noStrike" dirty="0" err="1">
                          <a:solidFill>
                            <a:srgbClr val="000000"/>
                          </a:solidFill>
                          <a:effectLst/>
                          <a:latin typeface="Arial" panose="020B0604020202020204" pitchFamily="34" charset="0"/>
                        </a:rPr>
                        <a:t>Loanscape</a:t>
                      </a:r>
                      <a:r>
                        <a:rPr lang="fr-FR" sz="1000" b="0" i="0" u="none" strike="noStrike" dirty="0">
                          <a:solidFill>
                            <a:srgbClr val="000000"/>
                          </a:solidFill>
                          <a:effectLst/>
                          <a:latin typeface="Arial" panose="020B0604020202020204" pitchFamily="34" charset="0"/>
                        </a:rPr>
                        <a:t> s’inscrit dans le plan stratégique de développement de la banque de financement visant une  modernisation de ces activités par la transformation IT, l’optimisation des coûts et l’innovation dans la structuration et l’origination</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fontAlgn="t">
                        <a:buFont typeface="Arial" panose="020B0604020202020204" pitchFamily="34" charset="0"/>
                        <a:buNone/>
                      </a:pPr>
                      <a:r>
                        <a:rPr lang="fr-FR" sz="1100" b="0" i="0" u="sng" strike="noStrike" dirty="0">
                          <a:solidFill>
                            <a:srgbClr val="000000"/>
                          </a:solidFill>
                          <a:effectLst/>
                          <a:latin typeface="Arial" panose="020B0604020202020204" pitchFamily="34" charset="0"/>
                        </a:rPr>
                        <a:t>MISSION 1</a:t>
                      </a:r>
                      <a:endParaRPr lang="fr-FR" sz="1100" b="0" i="0" u="none" strike="noStrike" dirty="0">
                        <a:solidFill>
                          <a:srgbClr val="000000"/>
                        </a:solidFill>
                        <a:effectLst/>
                        <a:latin typeface="Arial" panose="020B0604020202020204" pitchFamily="34" charset="0"/>
                      </a:endParaRP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Fournir un système intégré, modulaire et mondial pour gérer les clauses restrictives pour le financement des activités, à travers les secteurs d'activité SFI, DOD et ITB</a:t>
                      </a: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Définir de nouvelles règles de nomenclature pour les covenants, afin de s'aligner sur l'évolution des besoins internes et externes (clients, régulateurs, risques, besoins financiers)</a:t>
                      </a: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Participation au chantier </a:t>
                      </a:r>
                      <a:r>
                        <a:rPr lang="fr-FR" sz="1100" b="0" i="0" u="none" strike="noStrike" dirty="0" err="1">
                          <a:solidFill>
                            <a:srgbClr val="000000"/>
                          </a:solidFill>
                          <a:effectLst/>
                          <a:latin typeface="Arial" panose="020B0604020202020204" pitchFamily="34" charset="0"/>
                        </a:rPr>
                        <a:t>Mitigant</a:t>
                      </a:r>
                      <a:r>
                        <a:rPr lang="fr-FR" sz="1100" b="0" i="0" u="none" strike="noStrike" dirty="0">
                          <a:solidFill>
                            <a:srgbClr val="000000"/>
                          </a:solidFill>
                          <a:effectLst/>
                          <a:latin typeface="Arial" panose="020B0604020202020204" pitchFamily="34" charset="0"/>
                        </a:rPr>
                        <a:t> et </a:t>
                      </a:r>
                      <a:r>
                        <a:rPr lang="fr-FR" sz="1100" b="0" i="0" u="none" strike="noStrike" dirty="0" err="1">
                          <a:solidFill>
                            <a:srgbClr val="000000"/>
                          </a:solidFill>
                          <a:effectLst/>
                          <a:latin typeface="Arial" panose="020B0604020202020204" pitchFamily="34" charset="0"/>
                        </a:rPr>
                        <a:t>Waiver</a:t>
                      </a:r>
                      <a:endParaRPr lang="fr-FR" sz="1100" b="0" i="0" u="none" strike="noStrike" dirty="0">
                        <a:solidFill>
                          <a:srgbClr val="000000"/>
                        </a:solidFill>
                        <a:effectLst/>
                        <a:latin typeface="Arial" panose="020B0604020202020204" pitchFamily="34" charset="0"/>
                      </a:endParaRPr>
                    </a:p>
                  </a:txBody>
                  <a:tcPr marL="7620" marR="7620" marT="7620" marB="0">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2353690"/>
                  </a:ext>
                </a:extLst>
              </a:tr>
            </a:tbl>
          </a:graphicData>
        </a:graphic>
      </p:graphicFrame>
      <p:pic>
        <p:nvPicPr>
          <p:cNvPr id="7" name="Image 6">
            <a:extLst>
              <a:ext uri="{FF2B5EF4-FFF2-40B4-BE49-F238E27FC236}">
                <a16:creationId xmlns:a16="http://schemas.microsoft.com/office/drawing/2014/main" id="{08E90D95-F5D2-A1F2-3A6E-0FE35BB7EF69}"/>
              </a:ext>
            </a:extLst>
          </p:cNvPr>
          <p:cNvPicPr>
            <a:picLocks noChangeAspect="1"/>
          </p:cNvPicPr>
          <p:nvPr/>
        </p:nvPicPr>
        <p:blipFill>
          <a:blip r:embed="rId5"/>
          <a:stretch>
            <a:fillRect/>
          </a:stretch>
        </p:blipFill>
        <p:spPr>
          <a:xfrm>
            <a:off x="380995" y="4892220"/>
            <a:ext cx="1580204" cy="393525"/>
          </a:xfrm>
          <a:prstGeom prst="rect">
            <a:avLst/>
          </a:prstGeom>
        </p:spPr>
      </p:pic>
    </p:spTree>
    <p:extLst>
      <p:ext uri="{BB962C8B-B14F-4D97-AF65-F5344CB8AC3E}">
        <p14:creationId xmlns:p14="http://schemas.microsoft.com/office/powerpoint/2010/main" val="3772056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7</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3826463628"/>
              </p:ext>
            </p:extLst>
          </p:nvPr>
        </p:nvGraphicFramePr>
        <p:xfrm>
          <a:off x="381000" y="1825625"/>
          <a:ext cx="11430002" cy="4126442"/>
        </p:xfrm>
        <a:graphic>
          <a:graphicData uri="http://schemas.openxmlformats.org/drawingml/2006/table">
            <a:tbl>
              <a:tblPr firstRow="1" bandRow="1">
                <a:tableStyleId>{2D5ABB26-0587-4C30-8999-92F81FD0307C}</a:tableStyleId>
              </a:tblPr>
              <a:tblGrid>
                <a:gridCol w="1639824">
                  <a:extLst>
                    <a:ext uri="{9D8B030D-6E8A-4147-A177-3AD203B41FA5}">
                      <a16:colId xmlns:a16="http://schemas.microsoft.com/office/drawing/2014/main" val="2333855390"/>
                    </a:ext>
                  </a:extLst>
                </a:gridCol>
                <a:gridCol w="3644377">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Groupe Henner</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ctr" fontAlgn="ctr"/>
                      <a:r>
                        <a:rPr lang="fr-FR" sz="1100" kern="1200" dirty="0">
                          <a:solidFill>
                            <a:schemeClr val="tx1"/>
                          </a:solidFill>
                          <a:latin typeface="+mn-lt"/>
                          <a:ea typeface="+mn-ea"/>
                          <a:cs typeface="+mn-cs"/>
                        </a:rPr>
                        <a:t>Data intégration</a:t>
                      </a:r>
                    </a:p>
                    <a:p>
                      <a:pPr algn="ctr" fontAlgn="ctr"/>
                      <a:r>
                        <a:rPr lang="fr-FR" sz="1100" kern="1200" dirty="0">
                          <a:solidFill>
                            <a:schemeClr val="tx1"/>
                          </a:solidFill>
                          <a:latin typeface="+mn-lt"/>
                          <a:ea typeface="+mn-ea"/>
                          <a:cs typeface="+mn-cs"/>
                        </a:rPr>
                        <a:t>SSO, ETL/ESB/Software AG/BPM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Analyse des besoins métiers et cartographie des besoins d’architecture technique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Réalisation d’un RFI des plateformes data : </a:t>
                      </a:r>
                      <a:r>
                        <a:rPr lang="fr-FR" sz="1050" dirty="0" err="1"/>
                        <a:t>Snowflake</a:t>
                      </a:r>
                      <a:r>
                        <a:rPr lang="fr-FR" sz="1050" dirty="0"/>
                        <a:t>, </a:t>
                      </a:r>
                      <a:r>
                        <a:rPr lang="fr-FR" sz="1050" dirty="0" err="1"/>
                        <a:t>DataBricks</a:t>
                      </a:r>
                      <a:r>
                        <a:rPr lang="fr-FR" sz="1050" dirty="0"/>
                        <a:t>, Cloudera, HPE, AWS, Azure, GCP.</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Comparaison et choix </a:t>
                      </a:r>
                      <a:r>
                        <a:rPr lang="fr-FR" sz="1050" dirty="0"/>
                        <a:t>du cloud provider AWS ou Azure.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Réalisation d’un RFI Gouvernance de la donnée avec la matrice de choix : </a:t>
                      </a:r>
                      <a:r>
                        <a:rPr lang="fr-FR" sz="1050" dirty="0"/>
                        <a:t>Castor, Data Galaxy, </a:t>
                      </a:r>
                      <a:r>
                        <a:rPr lang="fr-FR" sz="1050" dirty="0" err="1"/>
                        <a:t>Qualitadd</a:t>
                      </a:r>
                      <a:r>
                        <a:rPr lang="fr-FR" sz="1050" dirty="0"/>
                        <a:t>, Meta Analytics</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Ecriture du RFP : </a:t>
                      </a:r>
                      <a:r>
                        <a:rPr lang="fr-FR" sz="1050" dirty="0"/>
                        <a:t>mise en place &amp; migration</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Définition de l’intégration de la plateforme data dans le SI Henner : </a:t>
                      </a:r>
                      <a:r>
                        <a:rPr lang="fr-FR" sz="1050" dirty="0"/>
                        <a:t>SSO, ETL, ESB et BPM </a:t>
                      </a:r>
                      <a:r>
                        <a:rPr lang="fr-FR" sz="1050" dirty="0" err="1"/>
                        <a:t>SoftwareAG</a:t>
                      </a:r>
                      <a:endParaRPr lang="fr-FR" sz="1050" dirty="0"/>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Planning de migration </a:t>
                      </a:r>
                      <a:r>
                        <a:rPr lang="fr-FR" sz="1050" dirty="0"/>
                        <a:t>de </a:t>
                      </a:r>
                      <a:r>
                        <a:rPr lang="fr-FR" sz="1050" dirty="0" err="1"/>
                        <a:t>SQLServer</a:t>
                      </a:r>
                      <a:r>
                        <a:rPr lang="fr-FR" sz="1050" dirty="0"/>
                        <a:t> vers </a:t>
                      </a:r>
                      <a:r>
                        <a:rPr lang="fr-FR" sz="1050" dirty="0" err="1"/>
                        <a:t>Snowflake</a:t>
                      </a:r>
                      <a:endParaRPr lang="fr-FR" sz="1050" dirty="0"/>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Rédaction du DAT, du plan de formation de l’équipe Data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Définition et mise en place de la conformité GDPR sur la plateforme Data.</a:t>
                      </a: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1028" name="Picture 4" descr="Groupe Henner — Wikipédia">
            <a:extLst>
              <a:ext uri="{FF2B5EF4-FFF2-40B4-BE49-F238E27FC236}">
                <a16:creationId xmlns:a16="http://schemas.microsoft.com/office/drawing/2014/main" id="{C309B10F-AA33-1A67-3681-809B93C84C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111" y="2684356"/>
            <a:ext cx="1060705" cy="1249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9538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03_ACI partners">
  <a:themeElements>
    <a:clrScheme name="Personnalisé 5">
      <a:dk1>
        <a:srgbClr val="000000"/>
      </a:dk1>
      <a:lt1>
        <a:srgbClr val="FFFFFF"/>
      </a:lt1>
      <a:dk2>
        <a:srgbClr val="313F4F"/>
      </a:dk2>
      <a:lt2>
        <a:srgbClr val="F2F2F2"/>
      </a:lt2>
      <a:accent1>
        <a:srgbClr val="313F4F"/>
      </a:accent1>
      <a:accent2>
        <a:srgbClr val="425468"/>
      </a:accent2>
      <a:accent3>
        <a:srgbClr val="8295AE"/>
      </a:accent3>
      <a:accent4>
        <a:srgbClr val="678BA9"/>
      </a:accent4>
      <a:accent5>
        <a:srgbClr val="FA803D"/>
      </a:accent5>
      <a:accent6>
        <a:srgbClr val="FAEB37"/>
      </a:accent6>
      <a:hlink>
        <a:srgbClr val="8297B0"/>
      </a:hlink>
      <a:folHlink>
        <a:srgbClr val="678B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 03_ACI partners" id="{C2E85A24-EC8A-44BD-934F-B55D994E1818}" vid="{048C62D8-7484-4431-9444-855DECC00AE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Props1.xml><?xml version="1.0" encoding="utf-8"?>
<ds:datastoreItem xmlns:ds="http://schemas.openxmlformats.org/officeDocument/2006/customXml" ds:itemID="{1783928A-16BB-46DD-99FA-B3F8B6A54A96}">
  <ds:schemaRefs>
    <ds:schemaRef ds:uri="http://schemas.microsoft.com/sharepoint/v3/contenttype/forms"/>
  </ds:schemaRefs>
</ds:datastoreItem>
</file>

<file path=customXml/itemProps2.xml><?xml version="1.0" encoding="utf-8"?>
<ds:datastoreItem xmlns:ds="http://schemas.openxmlformats.org/officeDocument/2006/customXml" ds:itemID="{5C54B34C-A6D3-4667-A44C-446FE3CE3DFD}"/>
</file>

<file path=customXml/itemProps3.xml><?xml version="1.0" encoding="utf-8"?>
<ds:datastoreItem xmlns:ds="http://schemas.openxmlformats.org/officeDocument/2006/customXml" ds:itemID="{14B2C9DB-0A57-4B63-9B2F-1F2577DE39DB}">
  <ds:schemaRefs>
    <ds:schemaRef ds:uri="4f6f44f4-5674-4c2b-bc40-55542a1e461f"/>
    <ds:schemaRef ds:uri="93f4ea96-aa74-42f7-9ee2-d0081040e0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1127</Words>
  <Application>Microsoft Office PowerPoint</Application>
  <PresentationFormat>Grand écran</PresentationFormat>
  <Paragraphs>104</Paragraphs>
  <Slides>7</Slides>
  <Notes>1</Notes>
  <HiddenSlides>0</HiddenSlides>
  <MMClips>0</MMClips>
  <ScaleCrop>false</ScaleCrop>
  <HeadingPairs>
    <vt:vector size="8" baseType="variant">
      <vt:variant>
        <vt:lpstr>Polices utilisées</vt:lpstr>
      </vt:variant>
      <vt:variant>
        <vt:i4>3</vt:i4>
      </vt:variant>
      <vt:variant>
        <vt:lpstr>Thème</vt:lpstr>
      </vt:variant>
      <vt:variant>
        <vt:i4>1</vt:i4>
      </vt:variant>
      <vt:variant>
        <vt:lpstr>Serveurs OLE incorporés</vt:lpstr>
      </vt:variant>
      <vt:variant>
        <vt:i4>1</vt:i4>
      </vt:variant>
      <vt:variant>
        <vt:lpstr>Titres des diapositives</vt:lpstr>
      </vt:variant>
      <vt:variant>
        <vt:i4>7</vt:i4>
      </vt:variant>
    </vt:vector>
  </HeadingPairs>
  <TitlesOfParts>
    <vt:vector size="12" baseType="lpstr">
      <vt:lpstr>Arial</vt:lpstr>
      <vt:lpstr>Calibri</vt:lpstr>
      <vt:lpstr>Raleway</vt:lpstr>
      <vt:lpstr>2023 03_ACI partners</vt:lpstr>
      <vt:lpstr>Diapositive think-cell</vt:lpstr>
      <vt:lpstr>Extrait de nos références 1</vt:lpstr>
      <vt:lpstr>Extrait de nos références</vt:lpstr>
      <vt:lpstr>Extrait de nos références</vt:lpstr>
      <vt:lpstr>Extrait de nos références</vt:lpstr>
      <vt:lpstr>Extrait de nos références</vt:lpstr>
      <vt:lpstr>Extrait de nos références</vt:lpstr>
      <vt:lpstr>Extrait de nos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Collective Intelligence</dc:title>
  <dc:creator>Adrien Pina</dc:creator>
  <cp:lastModifiedBy>Héni BEN MRAD</cp:lastModifiedBy>
  <cp:revision>20</cp:revision>
  <dcterms:created xsi:type="dcterms:W3CDTF">2023-09-06T09:59:04Z</dcterms:created>
  <dcterms:modified xsi:type="dcterms:W3CDTF">2024-05-28T15:35:58Z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y fmtid="{D5CDD505-2E9C-101B-9397-08002B2CF9AE}" pid="4" name="Order">
    <vt:r8>1598200</vt:r8>
  </property>
  <property fmtid="{D5CDD505-2E9C-101B-9397-08002B2CF9AE}" pid="5" name="xd_Signature">
    <vt:bool>false</vt:bool>
  </property>
  <property fmtid="{D5CDD505-2E9C-101B-9397-08002B2CF9AE}" pid="6" name="SharedWithUsers">
    <vt:lpwstr>1456;#Diana-Alexandra Stan;#1333;#Laurent Wlodarczyk;#16;#Vincent Falgéras;#1359;#Catalin Irimia;#53;#Moïse Gueye;#12;#Adrien Pina;#32;#Damien Maniere</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