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heme/theme2.xml" ContentType="application/vnd.openxmlformats-officedocument.them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1.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3"/>
  </p:notesMasterIdLst>
  <p:sldIdLst>
    <p:sldId id="2147378320" r:id="rId5"/>
    <p:sldId id="2147378322" r:id="rId6"/>
    <p:sldId id="2147378324" r:id="rId7"/>
    <p:sldId id="2147378323" r:id="rId8"/>
    <p:sldId id="2147378326" r:id="rId9"/>
    <p:sldId id="2147378327" r:id="rId10"/>
    <p:sldId id="2147378328" r:id="rId11"/>
    <p:sldId id="2147378329" r:id="rId12"/>
    <p:sldId id="2147378333" r:id="rId13"/>
    <p:sldId id="2147378335" r:id="rId14"/>
    <p:sldId id="2147378336" r:id="rId15"/>
    <p:sldId id="2147378338" r:id="rId16"/>
    <p:sldId id="2147378337" r:id="rId17"/>
    <p:sldId id="2147378649" r:id="rId18"/>
    <p:sldId id="2147378650" r:id="rId19"/>
    <p:sldId id="2147378652" r:id="rId20"/>
    <p:sldId id="2147378654" r:id="rId21"/>
    <p:sldId id="2147378655" r:id="rId22"/>
  </p:sldIdLst>
  <p:sldSz cx="12192000" cy="6858000"/>
  <p:notesSz cx="6858000" cy="9144000"/>
  <p:custDataLst>
    <p:tags r:id="rId24"/>
  </p:custData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01" y="4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gs" Target="tags/tag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ana-Alexandra Stan" userId="2b14850f-a8de-4b8f-a1ca-aac948f0bd80" providerId="ADAL" clId="{ABEC9D42-81F6-4B8B-8873-0A2EE6B0A388}"/>
    <pc:docChg chg="undo custSel addSld delSld modSld sldOrd addSection delSection modSection">
      <pc:chgData name="Diana-Alexandra Stan" userId="2b14850f-a8de-4b8f-a1ca-aac948f0bd80" providerId="ADAL" clId="{ABEC9D42-81F6-4B8B-8873-0A2EE6B0A388}" dt="2024-05-21T09:42:10.192" v="97" actId="113"/>
      <pc:docMkLst>
        <pc:docMk/>
      </pc:docMkLst>
      <pc:sldChg chg="modSp mod">
        <pc:chgData name="Diana-Alexandra Stan" userId="2b14850f-a8de-4b8f-a1ca-aac948f0bd80" providerId="ADAL" clId="{ABEC9D42-81F6-4B8B-8873-0A2EE6B0A388}" dt="2024-05-14T09:13:08.592" v="1" actId="14734"/>
        <pc:sldMkLst>
          <pc:docMk/>
          <pc:sldMk cId="4278805120" sldId="2147378330"/>
        </pc:sldMkLst>
      </pc:sldChg>
      <pc:sldChg chg="delSp modSp add mod">
        <pc:chgData name="Diana-Alexandra Stan" userId="2b14850f-a8de-4b8f-a1ca-aac948f0bd80" providerId="ADAL" clId="{ABEC9D42-81F6-4B8B-8873-0A2EE6B0A388}" dt="2024-05-15T14:06:40.677" v="61" actId="20577"/>
        <pc:sldMkLst>
          <pc:docMk/>
          <pc:sldMk cId="464417022" sldId="2147378467"/>
        </pc:sldMkLst>
      </pc:sldChg>
      <pc:sldChg chg="delSp modSp add mod">
        <pc:chgData name="Diana-Alexandra Stan" userId="2b14850f-a8de-4b8f-a1ca-aac948f0bd80" providerId="ADAL" clId="{ABEC9D42-81F6-4B8B-8873-0A2EE6B0A388}" dt="2024-05-15T14:07:36.775" v="78" actId="20577"/>
        <pc:sldMkLst>
          <pc:docMk/>
          <pc:sldMk cId="3457511368" sldId="2147378469"/>
        </pc:sldMkLst>
      </pc:sldChg>
      <pc:sldChg chg="delSp modSp add mod">
        <pc:chgData name="Diana-Alexandra Stan" userId="2b14850f-a8de-4b8f-a1ca-aac948f0bd80" providerId="ADAL" clId="{ABEC9D42-81F6-4B8B-8873-0A2EE6B0A388}" dt="2024-05-15T14:06:45.780" v="70" actId="20577"/>
        <pc:sldMkLst>
          <pc:docMk/>
          <pc:sldMk cId="4110961314" sldId="2147378470"/>
        </pc:sldMkLst>
      </pc:sldChg>
      <pc:sldChg chg="delSp add mod">
        <pc:chgData name="Diana-Alexandra Stan" userId="2b14850f-a8de-4b8f-a1ca-aac948f0bd80" providerId="ADAL" clId="{ABEC9D42-81F6-4B8B-8873-0A2EE6B0A388}" dt="2024-05-15T14:04:25.593" v="40" actId="478"/>
        <pc:sldMkLst>
          <pc:docMk/>
          <pc:sldMk cId="560854086" sldId="2147378476"/>
        </pc:sldMkLst>
      </pc:sldChg>
      <pc:sldChg chg="delSp mod">
        <pc:chgData name="Diana-Alexandra Stan" userId="2b14850f-a8de-4b8f-a1ca-aac948f0bd80" providerId="ADAL" clId="{ABEC9D42-81F6-4B8B-8873-0A2EE6B0A388}" dt="2024-05-15T13:58:01.188" v="35" actId="478"/>
        <pc:sldMkLst>
          <pc:docMk/>
          <pc:sldMk cId="840874942" sldId="2147378477"/>
        </pc:sldMkLst>
      </pc:sldChg>
      <pc:sldChg chg="delSp modSp del mod">
        <pc:chgData name="Diana-Alexandra Stan" userId="2b14850f-a8de-4b8f-a1ca-aac948f0bd80" providerId="ADAL" clId="{ABEC9D42-81F6-4B8B-8873-0A2EE6B0A388}" dt="2024-05-15T14:10:18.443" v="79" actId="47"/>
        <pc:sldMkLst>
          <pc:docMk/>
          <pc:sldMk cId="4043005681" sldId="2147378658"/>
        </pc:sldMkLst>
      </pc:sldChg>
      <pc:sldChg chg="new del">
        <pc:chgData name="Diana-Alexandra Stan" userId="2b14850f-a8de-4b8f-a1ca-aac948f0bd80" providerId="ADAL" clId="{ABEC9D42-81F6-4B8B-8873-0A2EE6B0A388}" dt="2024-05-15T14:06:25.873" v="50" actId="47"/>
        <pc:sldMkLst>
          <pc:docMk/>
          <pc:sldMk cId="707896562" sldId="2147378660"/>
        </pc:sldMkLst>
      </pc:sldChg>
      <pc:sldChg chg="new del">
        <pc:chgData name="Diana-Alexandra Stan" userId="2b14850f-a8de-4b8f-a1ca-aac948f0bd80" providerId="ADAL" clId="{ABEC9D42-81F6-4B8B-8873-0A2EE6B0A388}" dt="2024-05-15T14:07:23.615" v="73" actId="47"/>
        <pc:sldMkLst>
          <pc:docMk/>
          <pc:sldMk cId="758949734" sldId="2147378660"/>
        </pc:sldMkLst>
      </pc:sldChg>
      <pc:sldChg chg="modSp add del mod">
        <pc:chgData name="Diana-Alexandra Stan" userId="2b14850f-a8de-4b8f-a1ca-aac948f0bd80" providerId="ADAL" clId="{ABEC9D42-81F6-4B8B-8873-0A2EE6B0A388}" dt="2024-05-14T09:34:53.937" v="26" actId="2696"/>
        <pc:sldMkLst>
          <pc:docMk/>
          <pc:sldMk cId="873405070" sldId="2147378660"/>
        </pc:sldMkLst>
      </pc:sldChg>
      <pc:sldChg chg="delSp modSp mod">
        <pc:chgData name="Diana-Alexandra Stan" userId="2b14850f-a8de-4b8f-a1ca-aac948f0bd80" providerId="ADAL" clId="{ABEC9D42-81F6-4B8B-8873-0A2EE6B0A388}" dt="2024-05-15T14:15:01.072" v="83" actId="1076"/>
        <pc:sldMkLst>
          <pc:docMk/>
          <pc:sldMk cId="1160057248" sldId="2147378660"/>
        </pc:sldMkLst>
      </pc:sldChg>
      <pc:sldChg chg="new del">
        <pc:chgData name="Diana-Alexandra Stan" userId="2b14850f-a8de-4b8f-a1ca-aac948f0bd80" providerId="ADAL" clId="{ABEC9D42-81F6-4B8B-8873-0A2EE6B0A388}" dt="2024-05-15T14:05:50.647" v="45" actId="47"/>
        <pc:sldMkLst>
          <pc:docMk/>
          <pc:sldMk cId="3462172794" sldId="2147378660"/>
        </pc:sldMkLst>
      </pc:sldChg>
      <pc:sldChg chg="del">
        <pc:chgData name="Diana-Alexandra Stan" userId="2b14850f-a8de-4b8f-a1ca-aac948f0bd80" providerId="ADAL" clId="{ABEC9D42-81F6-4B8B-8873-0A2EE6B0A388}" dt="2024-05-15T14:04:35.237" v="42" actId="47"/>
        <pc:sldMkLst>
          <pc:docMk/>
          <pc:sldMk cId="4238660116" sldId="2147378660"/>
        </pc:sldMkLst>
      </pc:sldChg>
      <pc:sldChg chg="add del">
        <pc:chgData name="Diana-Alexandra Stan" userId="2b14850f-a8de-4b8f-a1ca-aac948f0bd80" providerId="ADAL" clId="{ABEC9D42-81F6-4B8B-8873-0A2EE6B0A388}" dt="2024-05-14T09:33:45.886" v="7"/>
        <pc:sldMkLst>
          <pc:docMk/>
          <pc:sldMk cId="4285291089" sldId="2147378660"/>
        </pc:sldMkLst>
      </pc:sldChg>
      <pc:sldChg chg="addSp delSp new del mod">
        <pc:chgData name="Diana-Alexandra Stan" userId="2b14850f-a8de-4b8f-a1ca-aac948f0bd80" providerId="ADAL" clId="{ABEC9D42-81F6-4B8B-8873-0A2EE6B0A388}" dt="2024-05-15T13:39:15.783" v="31" actId="47"/>
        <pc:sldMkLst>
          <pc:docMk/>
          <pc:sldMk cId="2296911869" sldId="2147378661"/>
        </pc:sldMkLst>
      </pc:sldChg>
      <pc:sldChg chg="delSp modSp add del mod">
        <pc:chgData name="Diana-Alexandra Stan" userId="2b14850f-a8de-4b8f-a1ca-aac948f0bd80" providerId="ADAL" clId="{ABEC9D42-81F6-4B8B-8873-0A2EE6B0A388}" dt="2024-05-15T14:04:31.523" v="41" actId="47"/>
        <pc:sldMkLst>
          <pc:docMk/>
          <pc:sldMk cId="182839367" sldId="2147378662"/>
        </pc:sldMkLst>
      </pc:sldChg>
      <pc:sldChg chg="new del">
        <pc:chgData name="Diana-Alexandra Stan" userId="2b14850f-a8de-4b8f-a1ca-aac948f0bd80" providerId="ADAL" clId="{ABEC9D42-81F6-4B8B-8873-0A2EE6B0A388}" dt="2024-05-15T14:04:23.428" v="38" actId="47"/>
        <pc:sldMkLst>
          <pc:docMk/>
          <pc:sldMk cId="744371929" sldId="2147378663"/>
        </pc:sldMkLst>
      </pc:sldChg>
      <pc:sldChg chg="new del">
        <pc:chgData name="Diana-Alexandra Stan" userId="2b14850f-a8de-4b8f-a1ca-aac948f0bd80" providerId="ADAL" clId="{ABEC9D42-81F6-4B8B-8873-0A2EE6B0A388}" dt="2024-05-21T09:41:19.448" v="89" actId="47"/>
        <pc:sldMkLst>
          <pc:docMk/>
          <pc:sldMk cId="790569242" sldId="2147378720"/>
        </pc:sldMkLst>
      </pc:sldChg>
      <pc:sldChg chg="addSp delSp modSp add mod">
        <pc:chgData name="Diana-Alexandra Stan" userId="2b14850f-a8de-4b8f-a1ca-aac948f0bd80" providerId="ADAL" clId="{ABEC9D42-81F6-4B8B-8873-0A2EE6B0A388}" dt="2024-05-21T09:42:10.192" v="97" actId="113"/>
        <pc:sldMkLst>
          <pc:docMk/>
          <pc:sldMk cId="3975855007" sldId="2147378721"/>
        </pc:sldMkLst>
      </pc:sldChg>
    </pc:docChg>
  </pc:docChgLst>
  <pc:docChgLst>
    <pc:chgData name="Héni BEN MRAD" userId="29e18123-af16-4e2b-8963-6a004e026def" providerId="ADAL" clId="{78E63A4E-AD4F-490C-8E4A-EEC435BAB616}"/>
    <pc:docChg chg="undo custSel addSld delSld modSld sldOrd modSection">
      <pc:chgData name="Héni BEN MRAD" userId="29e18123-af16-4e2b-8963-6a004e026def" providerId="ADAL" clId="{78E63A4E-AD4F-490C-8E4A-EEC435BAB616}" dt="2024-05-16T07:28:05.329" v="34"/>
      <pc:docMkLst>
        <pc:docMk/>
      </pc:docMkLst>
      <pc:sldChg chg="modSp mod">
        <pc:chgData name="Héni BEN MRAD" userId="29e18123-af16-4e2b-8963-6a004e026def" providerId="ADAL" clId="{78E63A4E-AD4F-490C-8E4A-EEC435BAB616}" dt="2024-05-15T08:31:24.252" v="1" actId="1076"/>
        <pc:sldMkLst>
          <pc:docMk/>
          <pc:sldMk cId="17159160" sldId="2147378656"/>
        </pc:sldMkLst>
      </pc:sldChg>
      <pc:sldChg chg="add">
        <pc:chgData name="Héni BEN MRAD" userId="29e18123-af16-4e2b-8963-6a004e026def" providerId="ADAL" clId="{78E63A4E-AD4F-490C-8E4A-EEC435BAB616}" dt="2024-05-16T07:06:45.009" v="4"/>
        <pc:sldMkLst>
          <pc:docMk/>
          <pc:sldMk cId="3229247021" sldId="2147378662"/>
        </pc:sldMkLst>
      </pc:sldChg>
      <pc:sldChg chg="add">
        <pc:chgData name="Héni BEN MRAD" userId="29e18123-af16-4e2b-8963-6a004e026def" providerId="ADAL" clId="{78E63A4E-AD4F-490C-8E4A-EEC435BAB616}" dt="2024-05-16T07:06:45.009" v="4"/>
        <pc:sldMkLst>
          <pc:docMk/>
          <pc:sldMk cId="3596813283" sldId="2147378663"/>
        </pc:sldMkLst>
      </pc:sldChg>
      <pc:sldChg chg="add">
        <pc:chgData name="Héni BEN MRAD" userId="29e18123-af16-4e2b-8963-6a004e026def" providerId="ADAL" clId="{78E63A4E-AD4F-490C-8E4A-EEC435BAB616}" dt="2024-05-16T07:06:45.009" v="4"/>
        <pc:sldMkLst>
          <pc:docMk/>
          <pc:sldMk cId="236498837" sldId="2147378664"/>
        </pc:sldMkLst>
      </pc:sldChg>
      <pc:sldChg chg="add">
        <pc:chgData name="Héni BEN MRAD" userId="29e18123-af16-4e2b-8963-6a004e026def" providerId="ADAL" clId="{78E63A4E-AD4F-490C-8E4A-EEC435BAB616}" dt="2024-05-16T07:06:45.009" v="4"/>
        <pc:sldMkLst>
          <pc:docMk/>
          <pc:sldMk cId="2553861569" sldId="2147378665"/>
        </pc:sldMkLst>
      </pc:sldChg>
      <pc:sldChg chg="add">
        <pc:chgData name="Héni BEN MRAD" userId="29e18123-af16-4e2b-8963-6a004e026def" providerId="ADAL" clId="{78E63A4E-AD4F-490C-8E4A-EEC435BAB616}" dt="2024-05-16T07:06:45.009" v="4"/>
        <pc:sldMkLst>
          <pc:docMk/>
          <pc:sldMk cId="578661884" sldId="2147378668"/>
        </pc:sldMkLst>
      </pc:sldChg>
      <pc:sldChg chg="add">
        <pc:chgData name="Héni BEN MRAD" userId="29e18123-af16-4e2b-8963-6a004e026def" providerId="ADAL" clId="{78E63A4E-AD4F-490C-8E4A-EEC435BAB616}" dt="2024-05-16T07:06:45.009" v="4"/>
        <pc:sldMkLst>
          <pc:docMk/>
          <pc:sldMk cId="405728382" sldId="2147378669"/>
        </pc:sldMkLst>
      </pc:sldChg>
      <pc:sldChg chg="add">
        <pc:chgData name="Héni BEN MRAD" userId="29e18123-af16-4e2b-8963-6a004e026def" providerId="ADAL" clId="{78E63A4E-AD4F-490C-8E4A-EEC435BAB616}" dt="2024-05-16T07:06:45.009" v="4"/>
        <pc:sldMkLst>
          <pc:docMk/>
          <pc:sldMk cId="443201548" sldId="2147378670"/>
        </pc:sldMkLst>
      </pc:sldChg>
      <pc:sldChg chg="add">
        <pc:chgData name="Héni BEN MRAD" userId="29e18123-af16-4e2b-8963-6a004e026def" providerId="ADAL" clId="{78E63A4E-AD4F-490C-8E4A-EEC435BAB616}" dt="2024-05-16T07:06:45.009" v="4"/>
        <pc:sldMkLst>
          <pc:docMk/>
          <pc:sldMk cId="3785727531" sldId="2147378672"/>
        </pc:sldMkLst>
      </pc:sldChg>
      <pc:sldChg chg="add">
        <pc:chgData name="Héni BEN MRAD" userId="29e18123-af16-4e2b-8963-6a004e026def" providerId="ADAL" clId="{78E63A4E-AD4F-490C-8E4A-EEC435BAB616}" dt="2024-05-16T07:06:45.009" v="4"/>
        <pc:sldMkLst>
          <pc:docMk/>
          <pc:sldMk cId="560049709" sldId="2147378673"/>
        </pc:sldMkLst>
      </pc:sldChg>
      <pc:sldChg chg="add">
        <pc:chgData name="Héni BEN MRAD" userId="29e18123-af16-4e2b-8963-6a004e026def" providerId="ADAL" clId="{78E63A4E-AD4F-490C-8E4A-EEC435BAB616}" dt="2024-05-16T07:07:24.590" v="5"/>
        <pc:sldMkLst>
          <pc:docMk/>
          <pc:sldMk cId="3600413362" sldId="2147378674"/>
        </pc:sldMkLst>
      </pc:sldChg>
      <pc:sldChg chg="add">
        <pc:chgData name="Héni BEN MRAD" userId="29e18123-af16-4e2b-8963-6a004e026def" providerId="ADAL" clId="{78E63A4E-AD4F-490C-8E4A-EEC435BAB616}" dt="2024-05-16T07:07:24.590" v="5"/>
        <pc:sldMkLst>
          <pc:docMk/>
          <pc:sldMk cId="4230165508" sldId="2147378676"/>
        </pc:sldMkLst>
      </pc:sldChg>
      <pc:sldChg chg="add">
        <pc:chgData name="Héni BEN MRAD" userId="29e18123-af16-4e2b-8963-6a004e026def" providerId="ADAL" clId="{78E63A4E-AD4F-490C-8E4A-EEC435BAB616}" dt="2024-05-16T07:07:24.590" v="5"/>
        <pc:sldMkLst>
          <pc:docMk/>
          <pc:sldMk cId="53351736" sldId="2147378678"/>
        </pc:sldMkLst>
      </pc:sldChg>
      <pc:sldChg chg="add">
        <pc:chgData name="Héni BEN MRAD" userId="29e18123-af16-4e2b-8963-6a004e026def" providerId="ADAL" clId="{78E63A4E-AD4F-490C-8E4A-EEC435BAB616}" dt="2024-05-16T07:07:24.590" v="5"/>
        <pc:sldMkLst>
          <pc:docMk/>
          <pc:sldMk cId="3481359237" sldId="2147378679"/>
        </pc:sldMkLst>
      </pc:sldChg>
      <pc:sldChg chg="add">
        <pc:chgData name="Héni BEN MRAD" userId="29e18123-af16-4e2b-8963-6a004e026def" providerId="ADAL" clId="{78E63A4E-AD4F-490C-8E4A-EEC435BAB616}" dt="2024-05-16T07:07:24.590" v="5"/>
        <pc:sldMkLst>
          <pc:docMk/>
          <pc:sldMk cId="3151729791" sldId="2147378681"/>
        </pc:sldMkLst>
      </pc:sldChg>
      <pc:sldChg chg="add">
        <pc:chgData name="Héni BEN MRAD" userId="29e18123-af16-4e2b-8963-6a004e026def" providerId="ADAL" clId="{78E63A4E-AD4F-490C-8E4A-EEC435BAB616}" dt="2024-05-16T07:07:24.590" v="5"/>
        <pc:sldMkLst>
          <pc:docMk/>
          <pc:sldMk cId="2425987383" sldId="2147378683"/>
        </pc:sldMkLst>
      </pc:sldChg>
      <pc:sldChg chg="add">
        <pc:chgData name="Héni BEN MRAD" userId="29e18123-af16-4e2b-8963-6a004e026def" providerId="ADAL" clId="{78E63A4E-AD4F-490C-8E4A-EEC435BAB616}" dt="2024-05-16T07:07:24.590" v="5"/>
        <pc:sldMkLst>
          <pc:docMk/>
          <pc:sldMk cId="2868947623" sldId="2147378684"/>
        </pc:sldMkLst>
      </pc:sldChg>
      <pc:sldChg chg="add">
        <pc:chgData name="Héni BEN MRAD" userId="29e18123-af16-4e2b-8963-6a004e026def" providerId="ADAL" clId="{78E63A4E-AD4F-490C-8E4A-EEC435BAB616}" dt="2024-05-16T07:07:24.590" v="5"/>
        <pc:sldMkLst>
          <pc:docMk/>
          <pc:sldMk cId="3882209703" sldId="2147378686"/>
        </pc:sldMkLst>
      </pc:sldChg>
      <pc:sldChg chg="add">
        <pc:chgData name="Héni BEN MRAD" userId="29e18123-af16-4e2b-8963-6a004e026def" providerId="ADAL" clId="{78E63A4E-AD4F-490C-8E4A-EEC435BAB616}" dt="2024-05-16T07:07:24.590" v="5"/>
        <pc:sldMkLst>
          <pc:docMk/>
          <pc:sldMk cId="3955142616" sldId="2147378687"/>
        </pc:sldMkLst>
      </pc:sldChg>
      <pc:sldChg chg="add">
        <pc:chgData name="Héni BEN MRAD" userId="29e18123-af16-4e2b-8963-6a004e026def" providerId="ADAL" clId="{78E63A4E-AD4F-490C-8E4A-EEC435BAB616}" dt="2024-05-16T07:07:24.590" v="5"/>
        <pc:sldMkLst>
          <pc:docMk/>
          <pc:sldMk cId="3199446170" sldId="2147378689"/>
        </pc:sldMkLst>
      </pc:sldChg>
      <pc:sldChg chg="add">
        <pc:chgData name="Héni BEN MRAD" userId="29e18123-af16-4e2b-8963-6a004e026def" providerId="ADAL" clId="{78E63A4E-AD4F-490C-8E4A-EEC435BAB616}" dt="2024-05-16T07:07:24.590" v="5"/>
        <pc:sldMkLst>
          <pc:docMk/>
          <pc:sldMk cId="3121991331" sldId="2147378690"/>
        </pc:sldMkLst>
      </pc:sldChg>
      <pc:sldChg chg="add del">
        <pc:chgData name="Héni BEN MRAD" userId="29e18123-af16-4e2b-8963-6a004e026def" providerId="ADAL" clId="{78E63A4E-AD4F-490C-8E4A-EEC435BAB616}" dt="2024-05-16T07:11:47.685" v="31"/>
        <pc:sldMkLst>
          <pc:docMk/>
          <pc:sldMk cId="92800247" sldId="2147378691"/>
        </pc:sldMkLst>
      </pc:sldChg>
      <pc:sldChg chg="add del">
        <pc:chgData name="Héni BEN MRAD" userId="29e18123-af16-4e2b-8963-6a004e026def" providerId="ADAL" clId="{78E63A4E-AD4F-490C-8E4A-EEC435BAB616}" dt="2024-05-16T07:10:15.912" v="8" actId="47"/>
        <pc:sldMkLst>
          <pc:docMk/>
          <pc:sldMk cId="484516163" sldId="2147378691"/>
        </pc:sldMkLst>
      </pc:sldChg>
      <pc:sldChg chg="add del">
        <pc:chgData name="Héni BEN MRAD" userId="29e18123-af16-4e2b-8963-6a004e026def" providerId="ADAL" clId="{78E63A4E-AD4F-490C-8E4A-EEC435BAB616}" dt="2024-05-16T07:11:47.685" v="31"/>
        <pc:sldMkLst>
          <pc:docMk/>
          <pc:sldMk cId="3327284772" sldId="2147378692"/>
        </pc:sldMkLst>
      </pc:sldChg>
      <pc:sldChg chg="add del">
        <pc:chgData name="Héni BEN MRAD" userId="29e18123-af16-4e2b-8963-6a004e026def" providerId="ADAL" clId="{78E63A4E-AD4F-490C-8E4A-EEC435BAB616}" dt="2024-05-16T07:10:17.555" v="9" actId="47"/>
        <pc:sldMkLst>
          <pc:docMk/>
          <pc:sldMk cId="3785935496" sldId="2147378692"/>
        </pc:sldMkLst>
      </pc:sldChg>
      <pc:sldChg chg="add del">
        <pc:chgData name="Héni BEN MRAD" userId="29e18123-af16-4e2b-8963-6a004e026def" providerId="ADAL" clId="{78E63A4E-AD4F-490C-8E4A-EEC435BAB616}" dt="2024-05-16T07:10:18.352" v="10" actId="47"/>
        <pc:sldMkLst>
          <pc:docMk/>
          <pc:sldMk cId="269473791" sldId="2147378693"/>
        </pc:sldMkLst>
      </pc:sldChg>
      <pc:sldChg chg="add del">
        <pc:chgData name="Héni BEN MRAD" userId="29e18123-af16-4e2b-8963-6a004e026def" providerId="ADAL" clId="{78E63A4E-AD4F-490C-8E4A-EEC435BAB616}" dt="2024-05-16T07:11:47.685" v="31"/>
        <pc:sldMkLst>
          <pc:docMk/>
          <pc:sldMk cId="456009956" sldId="2147378694"/>
        </pc:sldMkLst>
      </pc:sldChg>
      <pc:sldChg chg="add del">
        <pc:chgData name="Héni BEN MRAD" userId="29e18123-af16-4e2b-8963-6a004e026def" providerId="ADAL" clId="{78E63A4E-AD4F-490C-8E4A-EEC435BAB616}" dt="2024-05-16T07:10:19.166" v="11" actId="47"/>
        <pc:sldMkLst>
          <pc:docMk/>
          <pc:sldMk cId="1313836966" sldId="2147378694"/>
        </pc:sldMkLst>
      </pc:sldChg>
      <pc:sldChg chg="add del">
        <pc:chgData name="Héni BEN MRAD" userId="29e18123-af16-4e2b-8963-6a004e026def" providerId="ADAL" clId="{78E63A4E-AD4F-490C-8E4A-EEC435BAB616}" dt="2024-05-16T07:10:19.998" v="12" actId="47"/>
        <pc:sldMkLst>
          <pc:docMk/>
          <pc:sldMk cId="3333659444" sldId="2147378695"/>
        </pc:sldMkLst>
      </pc:sldChg>
      <pc:sldChg chg="add del">
        <pc:chgData name="Héni BEN MRAD" userId="29e18123-af16-4e2b-8963-6a004e026def" providerId="ADAL" clId="{78E63A4E-AD4F-490C-8E4A-EEC435BAB616}" dt="2024-05-16T07:10:20.664" v="13" actId="47"/>
        <pc:sldMkLst>
          <pc:docMk/>
          <pc:sldMk cId="1725248626" sldId="2147378696"/>
        </pc:sldMkLst>
      </pc:sldChg>
      <pc:sldChg chg="add del">
        <pc:chgData name="Héni BEN MRAD" userId="29e18123-af16-4e2b-8963-6a004e026def" providerId="ADAL" clId="{78E63A4E-AD4F-490C-8E4A-EEC435BAB616}" dt="2024-05-16T07:11:47.685" v="31"/>
        <pc:sldMkLst>
          <pc:docMk/>
          <pc:sldMk cId="2645575117" sldId="2147378696"/>
        </pc:sldMkLst>
      </pc:sldChg>
      <pc:sldChg chg="add del">
        <pc:chgData name="Héni BEN MRAD" userId="29e18123-af16-4e2b-8963-6a004e026def" providerId="ADAL" clId="{78E63A4E-AD4F-490C-8E4A-EEC435BAB616}" dt="2024-05-16T07:10:21.493" v="14" actId="47"/>
        <pc:sldMkLst>
          <pc:docMk/>
          <pc:sldMk cId="2244888204" sldId="2147378697"/>
        </pc:sldMkLst>
      </pc:sldChg>
      <pc:sldChg chg="add del">
        <pc:chgData name="Héni BEN MRAD" userId="29e18123-af16-4e2b-8963-6a004e026def" providerId="ADAL" clId="{78E63A4E-AD4F-490C-8E4A-EEC435BAB616}" dt="2024-05-16T07:10:22.179" v="15" actId="47"/>
        <pc:sldMkLst>
          <pc:docMk/>
          <pc:sldMk cId="149892603" sldId="2147378698"/>
        </pc:sldMkLst>
      </pc:sldChg>
      <pc:sldChg chg="add del">
        <pc:chgData name="Héni BEN MRAD" userId="29e18123-af16-4e2b-8963-6a004e026def" providerId="ADAL" clId="{78E63A4E-AD4F-490C-8E4A-EEC435BAB616}" dt="2024-05-16T07:11:47.685" v="31"/>
        <pc:sldMkLst>
          <pc:docMk/>
          <pc:sldMk cId="353131440" sldId="2147378698"/>
        </pc:sldMkLst>
      </pc:sldChg>
      <pc:sldChg chg="add del">
        <pc:chgData name="Héni BEN MRAD" userId="29e18123-af16-4e2b-8963-6a004e026def" providerId="ADAL" clId="{78E63A4E-AD4F-490C-8E4A-EEC435BAB616}" dt="2024-05-16T07:10:22.874" v="16" actId="47"/>
        <pc:sldMkLst>
          <pc:docMk/>
          <pc:sldMk cId="1058382084" sldId="2147378699"/>
        </pc:sldMkLst>
      </pc:sldChg>
      <pc:sldChg chg="add del">
        <pc:chgData name="Héni BEN MRAD" userId="29e18123-af16-4e2b-8963-6a004e026def" providerId="ADAL" clId="{78E63A4E-AD4F-490C-8E4A-EEC435BAB616}" dt="2024-05-16T07:10:23.492" v="17" actId="47"/>
        <pc:sldMkLst>
          <pc:docMk/>
          <pc:sldMk cId="1368798832" sldId="2147378700"/>
        </pc:sldMkLst>
      </pc:sldChg>
      <pc:sldChg chg="add del">
        <pc:chgData name="Héni BEN MRAD" userId="29e18123-af16-4e2b-8963-6a004e026def" providerId="ADAL" clId="{78E63A4E-AD4F-490C-8E4A-EEC435BAB616}" dt="2024-05-16T07:11:47.685" v="31"/>
        <pc:sldMkLst>
          <pc:docMk/>
          <pc:sldMk cId="2647934972" sldId="2147378700"/>
        </pc:sldMkLst>
      </pc:sldChg>
      <pc:sldChg chg="add del">
        <pc:chgData name="Héni BEN MRAD" userId="29e18123-af16-4e2b-8963-6a004e026def" providerId="ADAL" clId="{78E63A4E-AD4F-490C-8E4A-EEC435BAB616}" dt="2024-05-16T07:10:24.105" v="18" actId="47"/>
        <pc:sldMkLst>
          <pc:docMk/>
          <pc:sldMk cId="1216998310" sldId="2147378701"/>
        </pc:sldMkLst>
      </pc:sldChg>
      <pc:sldChg chg="add del">
        <pc:chgData name="Héni BEN MRAD" userId="29e18123-af16-4e2b-8963-6a004e026def" providerId="ADAL" clId="{78E63A4E-AD4F-490C-8E4A-EEC435BAB616}" dt="2024-05-16T07:11:47.685" v="31"/>
        <pc:sldMkLst>
          <pc:docMk/>
          <pc:sldMk cId="3436619141" sldId="2147378701"/>
        </pc:sldMkLst>
      </pc:sldChg>
      <pc:sldChg chg="add del">
        <pc:chgData name="Héni BEN MRAD" userId="29e18123-af16-4e2b-8963-6a004e026def" providerId="ADAL" clId="{78E63A4E-AD4F-490C-8E4A-EEC435BAB616}" dt="2024-05-16T07:10:24.817" v="19" actId="47"/>
        <pc:sldMkLst>
          <pc:docMk/>
          <pc:sldMk cId="92800247" sldId="2147378702"/>
        </pc:sldMkLst>
      </pc:sldChg>
      <pc:sldChg chg="add del">
        <pc:chgData name="Héni BEN MRAD" userId="29e18123-af16-4e2b-8963-6a004e026def" providerId="ADAL" clId="{78E63A4E-AD4F-490C-8E4A-EEC435BAB616}" dt="2024-05-16T07:11:47.685" v="31"/>
        <pc:sldMkLst>
          <pc:docMk/>
          <pc:sldMk cId="1453969738" sldId="2147378703"/>
        </pc:sldMkLst>
      </pc:sldChg>
      <pc:sldChg chg="add del">
        <pc:chgData name="Héni BEN MRAD" userId="29e18123-af16-4e2b-8963-6a004e026def" providerId="ADAL" clId="{78E63A4E-AD4F-490C-8E4A-EEC435BAB616}" dt="2024-05-16T07:10:25.399" v="20" actId="47"/>
        <pc:sldMkLst>
          <pc:docMk/>
          <pc:sldMk cId="3327284772" sldId="2147378703"/>
        </pc:sldMkLst>
      </pc:sldChg>
      <pc:sldChg chg="add del">
        <pc:chgData name="Héni BEN MRAD" userId="29e18123-af16-4e2b-8963-6a004e026def" providerId="ADAL" clId="{78E63A4E-AD4F-490C-8E4A-EEC435BAB616}" dt="2024-05-16T07:10:26.031" v="21" actId="47"/>
        <pc:sldMkLst>
          <pc:docMk/>
          <pc:sldMk cId="456009956" sldId="2147378704"/>
        </pc:sldMkLst>
      </pc:sldChg>
      <pc:sldChg chg="add del">
        <pc:chgData name="Héni BEN MRAD" userId="29e18123-af16-4e2b-8963-6a004e026def" providerId="ADAL" clId="{78E63A4E-AD4F-490C-8E4A-EEC435BAB616}" dt="2024-05-16T07:10:44.821" v="28"/>
        <pc:sldMkLst>
          <pc:docMk/>
          <pc:sldMk cId="395157167" sldId="2147378705"/>
        </pc:sldMkLst>
      </pc:sldChg>
      <pc:sldChg chg="add del">
        <pc:chgData name="Héni BEN MRAD" userId="29e18123-af16-4e2b-8963-6a004e026def" providerId="ADAL" clId="{78E63A4E-AD4F-490C-8E4A-EEC435BAB616}" dt="2024-05-16T07:11:03.057" v="30"/>
        <pc:sldMkLst>
          <pc:docMk/>
          <pc:sldMk cId="1981362468" sldId="2147378705"/>
        </pc:sldMkLst>
      </pc:sldChg>
      <pc:sldChg chg="add del">
        <pc:chgData name="Héni BEN MRAD" userId="29e18123-af16-4e2b-8963-6a004e026def" providerId="ADAL" clId="{78E63A4E-AD4F-490C-8E4A-EEC435BAB616}" dt="2024-05-16T07:10:26.660" v="22" actId="47"/>
        <pc:sldMkLst>
          <pc:docMk/>
          <pc:sldMk cId="2645575117" sldId="2147378705"/>
        </pc:sldMkLst>
      </pc:sldChg>
      <pc:sldChg chg="add del">
        <pc:chgData name="Héni BEN MRAD" userId="29e18123-af16-4e2b-8963-6a004e026def" providerId="ADAL" clId="{78E63A4E-AD4F-490C-8E4A-EEC435BAB616}" dt="2024-05-16T07:11:03.057" v="30"/>
        <pc:sldMkLst>
          <pc:docMk/>
          <pc:sldMk cId="66727073" sldId="2147378706"/>
        </pc:sldMkLst>
      </pc:sldChg>
      <pc:sldChg chg="add del">
        <pc:chgData name="Héni BEN MRAD" userId="29e18123-af16-4e2b-8963-6a004e026def" providerId="ADAL" clId="{78E63A4E-AD4F-490C-8E4A-EEC435BAB616}" dt="2024-05-16T07:10:27.279" v="23" actId="47"/>
        <pc:sldMkLst>
          <pc:docMk/>
          <pc:sldMk cId="353131440" sldId="2147378706"/>
        </pc:sldMkLst>
      </pc:sldChg>
      <pc:sldChg chg="add del">
        <pc:chgData name="Héni BEN MRAD" userId="29e18123-af16-4e2b-8963-6a004e026def" providerId="ADAL" clId="{78E63A4E-AD4F-490C-8E4A-EEC435BAB616}" dt="2024-05-16T07:10:44.821" v="28"/>
        <pc:sldMkLst>
          <pc:docMk/>
          <pc:sldMk cId="1186096818" sldId="2147378706"/>
        </pc:sldMkLst>
      </pc:sldChg>
      <pc:sldChg chg="add del">
        <pc:chgData name="Héni BEN MRAD" userId="29e18123-af16-4e2b-8963-6a004e026def" providerId="ADAL" clId="{78E63A4E-AD4F-490C-8E4A-EEC435BAB616}" dt="2024-05-16T07:10:28.168" v="24" actId="47"/>
        <pc:sldMkLst>
          <pc:docMk/>
          <pc:sldMk cId="2647934972" sldId="2147378707"/>
        </pc:sldMkLst>
      </pc:sldChg>
      <pc:sldChg chg="add del">
        <pc:chgData name="Héni BEN MRAD" userId="29e18123-af16-4e2b-8963-6a004e026def" providerId="ADAL" clId="{78E63A4E-AD4F-490C-8E4A-EEC435BAB616}" dt="2024-05-16T07:10:28.782" v="25" actId="47"/>
        <pc:sldMkLst>
          <pc:docMk/>
          <pc:sldMk cId="3436619141" sldId="2147378708"/>
        </pc:sldMkLst>
      </pc:sldChg>
      <pc:sldChg chg="add del">
        <pc:chgData name="Héni BEN MRAD" userId="29e18123-af16-4e2b-8963-6a004e026def" providerId="ADAL" clId="{78E63A4E-AD4F-490C-8E4A-EEC435BAB616}" dt="2024-05-16T07:10:31.211" v="26" actId="47"/>
        <pc:sldMkLst>
          <pc:docMk/>
          <pc:sldMk cId="1453969738" sldId="2147378709"/>
        </pc:sldMkLst>
      </pc:sldChg>
      <pc:sldChg chg="add del">
        <pc:chgData name="Héni BEN MRAD" userId="29e18123-af16-4e2b-8963-6a004e026def" providerId="ADAL" clId="{78E63A4E-AD4F-490C-8E4A-EEC435BAB616}" dt="2024-05-16T07:11:03.057" v="30"/>
        <pc:sldMkLst>
          <pc:docMk/>
          <pc:sldMk cId="3698827131" sldId="2147378709"/>
        </pc:sldMkLst>
      </pc:sldChg>
      <pc:sldChg chg="add del">
        <pc:chgData name="Héni BEN MRAD" userId="29e18123-af16-4e2b-8963-6a004e026def" providerId="ADAL" clId="{78E63A4E-AD4F-490C-8E4A-EEC435BAB616}" dt="2024-05-16T07:10:44.821" v="28"/>
        <pc:sldMkLst>
          <pc:docMk/>
          <pc:sldMk cId="4190672234" sldId="2147378709"/>
        </pc:sldMkLst>
      </pc:sldChg>
      <pc:sldChg chg="add">
        <pc:chgData name="Héni BEN MRAD" userId="29e18123-af16-4e2b-8963-6a004e026def" providerId="ADAL" clId="{78E63A4E-AD4F-490C-8E4A-EEC435BAB616}" dt="2024-05-16T07:08:27.713" v="7"/>
        <pc:sldMkLst>
          <pc:docMk/>
          <pc:sldMk cId="2823448428" sldId="2147378710"/>
        </pc:sldMkLst>
      </pc:sldChg>
      <pc:sldChg chg="add">
        <pc:chgData name="Héni BEN MRAD" userId="29e18123-af16-4e2b-8963-6a004e026def" providerId="ADAL" clId="{78E63A4E-AD4F-490C-8E4A-EEC435BAB616}" dt="2024-05-16T07:08:27.713" v="7"/>
        <pc:sldMkLst>
          <pc:docMk/>
          <pc:sldMk cId="4061900893" sldId="2147378711"/>
        </pc:sldMkLst>
      </pc:sldChg>
      <pc:sldChg chg="add">
        <pc:chgData name="Héni BEN MRAD" userId="29e18123-af16-4e2b-8963-6a004e026def" providerId="ADAL" clId="{78E63A4E-AD4F-490C-8E4A-EEC435BAB616}" dt="2024-05-16T07:08:27.713" v="7"/>
        <pc:sldMkLst>
          <pc:docMk/>
          <pc:sldMk cId="945530814" sldId="2147378712"/>
        </pc:sldMkLst>
      </pc:sldChg>
      <pc:sldChg chg="add">
        <pc:chgData name="Héni BEN MRAD" userId="29e18123-af16-4e2b-8963-6a004e026def" providerId="ADAL" clId="{78E63A4E-AD4F-490C-8E4A-EEC435BAB616}" dt="2024-05-16T07:08:27.713" v="7"/>
        <pc:sldMkLst>
          <pc:docMk/>
          <pc:sldMk cId="1793402826" sldId="2147378713"/>
        </pc:sldMkLst>
      </pc:sldChg>
      <pc:sldChg chg="add">
        <pc:chgData name="Héni BEN MRAD" userId="29e18123-af16-4e2b-8963-6a004e026def" providerId="ADAL" clId="{78E63A4E-AD4F-490C-8E4A-EEC435BAB616}" dt="2024-05-16T07:08:27.713" v="7"/>
        <pc:sldMkLst>
          <pc:docMk/>
          <pc:sldMk cId="3916433297" sldId="2147378714"/>
        </pc:sldMkLst>
      </pc:sldChg>
      <pc:sldChg chg="add">
        <pc:chgData name="Héni BEN MRAD" userId="29e18123-af16-4e2b-8963-6a004e026def" providerId="ADAL" clId="{78E63A4E-AD4F-490C-8E4A-EEC435BAB616}" dt="2024-05-16T07:08:27.713" v="7"/>
        <pc:sldMkLst>
          <pc:docMk/>
          <pc:sldMk cId="4007029331" sldId="2147378715"/>
        </pc:sldMkLst>
      </pc:sldChg>
      <pc:sldChg chg="add">
        <pc:chgData name="Héni BEN MRAD" userId="29e18123-af16-4e2b-8963-6a004e026def" providerId="ADAL" clId="{78E63A4E-AD4F-490C-8E4A-EEC435BAB616}" dt="2024-05-16T07:08:27.713" v="7"/>
        <pc:sldMkLst>
          <pc:docMk/>
          <pc:sldMk cId="1962818013" sldId="2147378717"/>
        </pc:sldMkLst>
      </pc:sldChg>
      <pc:sldChg chg="add">
        <pc:chgData name="Héni BEN MRAD" userId="29e18123-af16-4e2b-8963-6a004e026def" providerId="ADAL" clId="{78E63A4E-AD4F-490C-8E4A-EEC435BAB616}" dt="2024-05-16T07:08:27.713" v="7"/>
        <pc:sldMkLst>
          <pc:docMk/>
          <pc:sldMk cId="4280056239" sldId="2147378718"/>
        </pc:sldMkLst>
      </pc:sldChg>
      <pc:sldChg chg="add del">
        <pc:chgData name="Héni BEN MRAD" userId="29e18123-af16-4e2b-8963-6a004e026def" providerId="ADAL" clId="{78E63A4E-AD4F-490C-8E4A-EEC435BAB616}" dt="2024-05-16T07:28:01.308" v="33"/>
        <pc:sldMkLst>
          <pc:docMk/>
          <pc:sldMk cId="654307286" sldId="2147378719"/>
        </pc:sldMkLst>
      </pc:sldChg>
      <pc:sldChg chg="add del">
        <pc:chgData name="Héni BEN MRAD" userId="29e18123-af16-4e2b-8963-6a004e026def" providerId="ADAL" clId="{78E63A4E-AD4F-490C-8E4A-EEC435BAB616}" dt="2024-05-16T07:11:03.057" v="30"/>
        <pc:sldMkLst>
          <pc:docMk/>
          <pc:sldMk cId="1308491393" sldId="2147378719"/>
        </pc:sldMkLst>
      </pc:sldChg>
      <pc:sldChg chg="add del">
        <pc:chgData name="Héni BEN MRAD" userId="29e18123-af16-4e2b-8963-6a004e026def" providerId="ADAL" clId="{78E63A4E-AD4F-490C-8E4A-EEC435BAB616}" dt="2024-05-16T07:10:44.821" v="28"/>
        <pc:sldMkLst>
          <pc:docMk/>
          <pc:sldMk cId="3706009947" sldId="2147378719"/>
        </pc:sldMkLst>
      </pc:sldChg>
      <pc:sldChg chg="add">
        <pc:chgData name="Héni BEN MRAD" userId="29e18123-af16-4e2b-8963-6a004e026def" providerId="ADAL" clId="{78E63A4E-AD4F-490C-8E4A-EEC435BAB616}" dt="2024-05-16T07:28:05.329" v="34"/>
        <pc:sldMkLst>
          <pc:docMk/>
          <pc:sldMk cId="3919194427" sldId="2147378719"/>
        </pc:sldMkLst>
      </pc:sldChg>
      <pc:sldChg chg="add del">
        <pc:chgData name="Héni BEN MRAD" userId="29e18123-af16-4e2b-8963-6a004e026def" providerId="ADAL" clId="{78E63A4E-AD4F-490C-8E4A-EEC435BAB616}" dt="2024-05-16T07:11:03.057" v="30"/>
        <pc:sldMkLst>
          <pc:docMk/>
          <pc:sldMk cId="471410912" sldId="2147378720"/>
        </pc:sldMkLst>
      </pc:sldChg>
      <pc:sldChg chg="add del">
        <pc:chgData name="Héni BEN MRAD" userId="29e18123-af16-4e2b-8963-6a004e026def" providerId="ADAL" clId="{78E63A4E-AD4F-490C-8E4A-EEC435BAB616}" dt="2024-05-16T07:10:44.821" v="28"/>
        <pc:sldMkLst>
          <pc:docMk/>
          <pc:sldMk cId="2275036908" sldId="2147378720"/>
        </pc:sldMkLst>
      </pc:sldChg>
      <pc:sldChg chg="add del">
        <pc:chgData name="Héni BEN MRAD" userId="29e18123-af16-4e2b-8963-6a004e026def" providerId="ADAL" clId="{78E63A4E-AD4F-490C-8E4A-EEC435BAB616}" dt="2024-05-16T07:10:44.821" v="28"/>
        <pc:sldMkLst>
          <pc:docMk/>
          <pc:sldMk cId="2231977721" sldId="2147378721"/>
        </pc:sldMkLst>
      </pc:sldChg>
      <pc:sldChg chg="add del">
        <pc:chgData name="Héni BEN MRAD" userId="29e18123-af16-4e2b-8963-6a004e026def" providerId="ADAL" clId="{78E63A4E-AD4F-490C-8E4A-EEC435BAB616}" dt="2024-05-16T07:11:03.057" v="30"/>
        <pc:sldMkLst>
          <pc:docMk/>
          <pc:sldMk cId="3380514243" sldId="2147378721"/>
        </pc:sldMkLst>
      </pc:sldChg>
      <pc:sldChg chg="add del">
        <pc:chgData name="Héni BEN MRAD" userId="29e18123-af16-4e2b-8963-6a004e026def" providerId="ADAL" clId="{78E63A4E-AD4F-490C-8E4A-EEC435BAB616}" dt="2024-05-16T07:10:44.821" v="28"/>
        <pc:sldMkLst>
          <pc:docMk/>
          <pc:sldMk cId="27814840" sldId="2147378722"/>
        </pc:sldMkLst>
      </pc:sldChg>
      <pc:sldChg chg="add del">
        <pc:chgData name="Héni BEN MRAD" userId="29e18123-af16-4e2b-8963-6a004e026def" providerId="ADAL" clId="{78E63A4E-AD4F-490C-8E4A-EEC435BAB616}" dt="2024-05-16T07:11:03.057" v="30"/>
        <pc:sldMkLst>
          <pc:docMk/>
          <pc:sldMk cId="3308938016" sldId="2147378722"/>
        </pc:sldMkLst>
      </pc:sldChg>
      <pc:sldChg chg="add del">
        <pc:chgData name="Héni BEN MRAD" userId="29e18123-af16-4e2b-8963-6a004e026def" providerId="ADAL" clId="{78E63A4E-AD4F-490C-8E4A-EEC435BAB616}" dt="2024-05-16T07:10:44.821" v="28"/>
        <pc:sldMkLst>
          <pc:docMk/>
          <pc:sldMk cId="1063390252" sldId="2147378723"/>
        </pc:sldMkLst>
      </pc:sldChg>
      <pc:sldChg chg="add del">
        <pc:chgData name="Héni BEN MRAD" userId="29e18123-af16-4e2b-8963-6a004e026def" providerId="ADAL" clId="{78E63A4E-AD4F-490C-8E4A-EEC435BAB616}" dt="2024-05-16T07:11:03.057" v="30"/>
        <pc:sldMkLst>
          <pc:docMk/>
          <pc:sldMk cId="4282623194" sldId="214737872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A171A1-F55B-4300-A18E-75AE39E64350}" type="datetimeFigureOut">
              <a:rPr lang="fr-FR" smtClean="0"/>
              <a:t>17/04/2025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96B738-3D5C-4851-BA0A-F593F390B820}" type="slidenum">
              <a:rPr lang="fr-FR" smtClean="0"/>
              <a:t>‹#›</a:t>
            </a:fld>
            <a:endParaRPr lang="fr-FR"/>
          </a:p>
        </p:txBody>
      </p:sp>
    </p:spTree>
    <p:extLst>
      <p:ext uri="{BB962C8B-B14F-4D97-AF65-F5344CB8AC3E}">
        <p14:creationId xmlns:p14="http://schemas.microsoft.com/office/powerpoint/2010/main" val="38007262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5496B738-3D5C-4851-BA0A-F593F390B820}" type="slidenum">
              <a:rPr lang="fr-FR" smtClean="0"/>
              <a:t>4</a:t>
            </a:fld>
            <a:endParaRPr lang="fr-FR"/>
          </a:p>
        </p:txBody>
      </p:sp>
    </p:spTree>
    <p:extLst>
      <p:ext uri="{BB962C8B-B14F-4D97-AF65-F5344CB8AC3E}">
        <p14:creationId xmlns:p14="http://schemas.microsoft.com/office/powerpoint/2010/main" val="269369206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7.svg"/><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image" Target="../media/image4.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7" Type="http://schemas.openxmlformats.org/officeDocument/2006/relationships/image" Target="../media/image7.svg"/><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image" Target="../media/image4.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9.svg"/><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image" Target="../media/image8.png"/><Relationship Id="rId5" Type="http://schemas.openxmlformats.org/officeDocument/2006/relationships/image" Target="../media/image1.emf"/><Relationship Id="rId4" Type="http://schemas.openxmlformats.org/officeDocument/2006/relationships/oleObject" Target="../embeddings/oleObject13.bin"/></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9.svg"/><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image" Target="../media/image8.png"/><Relationship Id="rId5" Type="http://schemas.openxmlformats.org/officeDocument/2006/relationships/image" Target="../media/image1.emf"/><Relationship Id="rId4" Type="http://schemas.openxmlformats.org/officeDocument/2006/relationships/oleObject" Target="../embeddings/oleObject14.bin"/></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9.sv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image" Target="../media/image8.png"/><Relationship Id="rId5" Type="http://schemas.openxmlformats.org/officeDocument/2006/relationships/image" Target="../media/image1.emf"/><Relationship Id="rId4" Type="http://schemas.openxmlformats.org/officeDocument/2006/relationships/oleObject" Target="../embeddings/oleObject15.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iapositive de titre_Externe">
    <p:spTree>
      <p:nvGrpSpPr>
        <p:cNvPr id="1" name=""/>
        <p:cNvGrpSpPr/>
        <p:nvPr/>
      </p:nvGrpSpPr>
      <p:grpSpPr>
        <a:xfrm>
          <a:off x="0" y="0"/>
          <a:ext cx="0" cy="0"/>
          <a:chOff x="0" y="0"/>
          <a:chExt cx="0" cy="0"/>
        </a:xfrm>
      </p:grpSpPr>
      <p:graphicFrame>
        <p:nvGraphicFramePr>
          <p:cNvPr id="2" name="Objet 1" hidden="1">
            <a:extLst>
              <a:ext uri="{FF2B5EF4-FFF2-40B4-BE49-F238E27FC236}">
                <a16:creationId xmlns:a16="http://schemas.microsoft.com/office/drawing/2014/main" id="{E0B0A3D8-21A4-F5D5-5B3B-C72A37F17A21}"/>
              </a:ext>
            </a:extLst>
          </p:cNvPr>
          <p:cNvGraphicFramePr>
            <a:graphicFrameLocks noChangeAspect="1"/>
          </p:cNvGraphicFramePr>
          <p:nvPr>
            <p:custDataLst>
              <p:tags r:id="rId1"/>
            </p:custDataLst>
            <p:extLst>
              <p:ext uri="{D42A27DB-BD31-4B8C-83A1-F6EECF244321}">
                <p14:modId xmlns:p14="http://schemas.microsoft.com/office/powerpoint/2010/main" val="42543619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0" imgH="501" progId="TCLayout.ActiveDocument.1">
                  <p:embed/>
                </p:oleObj>
              </mc:Choice>
              <mc:Fallback>
                <p:oleObj name="think-cell Slide" r:id="rId3" imgW="500" imgH="501" progId="TCLayout.ActiveDocument.1">
                  <p:embed/>
                  <p:pic>
                    <p:nvPicPr>
                      <p:cNvPr id="2" name="Objet 1" hidden="1">
                        <a:extLst>
                          <a:ext uri="{FF2B5EF4-FFF2-40B4-BE49-F238E27FC236}">
                            <a16:creationId xmlns:a16="http://schemas.microsoft.com/office/drawing/2014/main" id="{E0B0A3D8-21A4-F5D5-5B3B-C72A37F17A2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2ACAC907-7AE2-D996-69FC-C62EA15EA5AE}"/>
              </a:ext>
            </a:extLst>
          </p:cNvPr>
          <p:cNvSpPr/>
          <p:nvPr/>
        </p:nvSpPr>
        <p:spPr>
          <a:xfrm>
            <a:off x="0" y="6356350"/>
            <a:ext cx="12192000" cy="5016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 name="Picture Placeholder 4">
            <a:extLst>
              <a:ext uri="{FF2B5EF4-FFF2-40B4-BE49-F238E27FC236}">
                <a16:creationId xmlns:a16="http://schemas.microsoft.com/office/drawing/2014/main" id="{E997B2FF-1643-491F-8D5A-25CFB3CD989C}"/>
              </a:ext>
            </a:extLst>
          </p:cNvPr>
          <p:cNvPicPr>
            <a:picLocks noChangeAspect="1"/>
          </p:cNvPicPr>
          <p:nvPr/>
        </p:nvPicPr>
        <p:blipFill rotWithShape="1">
          <a:blip r:embed="rId5"/>
          <a:srcRect t="587" b="587"/>
          <a:stretch/>
        </p:blipFill>
        <p:spPr>
          <a:xfrm>
            <a:off x="155575" y="152400"/>
            <a:ext cx="11880850" cy="6553200"/>
          </a:xfrm>
          <a:prstGeom prst="rect">
            <a:avLst/>
          </a:prstGeom>
        </p:spPr>
      </p:pic>
      <p:sp>
        <p:nvSpPr>
          <p:cNvPr id="11" name="Rectangle 10">
            <a:extLst>
              <a:ext uri="{FF2B5EF4-FFF2-40B4-BE49-F238E27FC236}">
                <a16:creationId xmlns:a16="http://schemas.microsoft.com/office/drawing/2014/main" id="{4217B688-488C-4892-82A3-163CE502109F}"/>
              </a:ext>
            </a:extLst>
          </p:cNvPr>
          <p:cNvSpPr/>
          <p:nvPr/>
        </p:nvSpPr>
        <p:spPr>
          <a:xfrm>
            <a:off x="155574" y="152400"/>
            <a:ext cx="11880851" cy="6553200"/>
          </a:xfrm>
          <a:prstGeom prst="rect">
            <a:avLst/>
          </a:prstGeom>
          <a:gradFill>
            <a:gsLst>
              <a:gs pos="66000">
                <a:srgbClr val="000000">
                  <a:alpha val="31000"/>
                </a:srgbClr>
              </a:gs>
              <a:gs pos="8000">
                <a:srgbClr val="000000">
                  <a:alpha val="4000"/>
                </a:srgbClr>
              </a:gs>
              <a:gs pos="0">
                <a:schemeClr val="tx1">
                  <a:alpha val="0"/>
                </a:schemeClr>
              </a:gs>
              <a:gs pos="100000">
                <a:schemeClr val="tx1">
                  <a:alpha val="3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2160"/>
          </a:p>
        </p:txBody>
      </p:sp>
      <p:sp>
        <p:nvSpPr>
          <p:cNvPr id="20" name="Text Placeholder 14">
            <a:extLst>
              <a:ext uri="{FF2B5EF4-FFF2-40B4-BE49-F238E27FC236}">
                <a16:creationId xmlns:a16="http://schemas.microsoft.com/office/drawing/2014/main" id="{5F468BBF-A5CB-9041-9700-D3151961C099}"/>
              </a:ext>
            </a:extLst>
          </p:cNvPr>
          <p:cNvSpPr>
            <a:spLocks noGrp="1"/>
          </p:cNvSpPr>
          <p:nvPr>
            <p:ph type="body" sz="quarter" idx="19" hasCustomPrompt="1"/>
          </p:nvPr>
        </p:nvSpPr>
        <p:spPr>
          <a:xfrm>
            <a:off x="551057" y="5292725"/>
            <a:ext cx="3827463" cy="1063625"/>
          </a:xfrm>
          <a:gradFill flip="none" rotWithShape="1">
            <a:gsLst>
              <a:gs pos="0">
                <a:schemeClr val="accent1">
                  <a:lumMod val="60000"/>
                  <a:lumOff val="40000"/>
                </a:schemeClr>
              </a:gs>
              <a:gs pos="50000">
                <a:schemeClr val="accent4">
                  <a:alpha val="22001"/>
                </a:schemeClr>
              </a:gs>
              <a:gs pos="100000">
                <a:schemeClr val="accent4">
                  <a:lumMod val="60000"/>
                  <a:lumOff val="40000"/>
                  <a:alpha val="11000"/>
                </a:schemeClr>
              </a:gs>
            </a:gsLst>
            <a:lin ang="2700000" scaled="1"/>
            <a:tileRect/>
          </a:gradFill>
        </p:spPr>
        <p:txBody>
          <a:bodyPr>
            <a:normAutofit/>
          </a:bodyPr>
          <a:lstStyle>
            <a:lvl1pPr marL="0" indent="0">
              <a:buNone/>
              <a:defRPr b="0" i="0">
                <a:solidFill>
                  <a:schemeClr val="bg1"/>
                </a:solidFill>
                <a:latin typeface="+mn-lt"/>
              </a:defRPr>
            </a:lvl1pPr>
          </a:lstStyle>
          <a:p>
            <a:pPr lvl="0"/>
            <a:r>
              <a:rPr lang="en-GB"/>
              <a:t>Sous-titre</a:t>
            </a:r>
            <a:endParaRPr lang="fr-FR"/>
          </a:p>
        </p:txBody>
      </p:sp>
      <p:sp>
        <p:nvSpPr>
          <p:cNvPr id="21" name="Text Placeholder 18">
            <a:extLst>
              <a:ext uri="{FF2B5EF4-FFF2-40B4-BE49-F238E27FC236}">
                <a16:creationId xmlns:a16="http://schemas.microsoft.com/office/drawing/2014/main" id="{5C036A9B-3E60-9C42-AA1E-52B7183BC77F}"/>
              </a:ext>
            </a:extLst>
          </p:cNvPr>
          <p:cNvSpPr>
            <a:spLocks noGrp="1"/>
          </p:cNvSpPr>
          <p:nvPr>
            <p:ph type="body" sz="quarter" idx="20" hasCustomPrompt="1"/>
          </p:nvPr>
        </p:nvSpPr>
        <p:spPr>
          <a:xfrm>
            <a:off x="551720" y="4975739"/>
            <a:ext cx="3826800" cy="237600"/>
          </a:xfrm>
          <a:gradFill flip="none" rotWithShape="1">
            <a:gsLst>
              <a:gs pos="0">
                <a:schemeClr val="accent1">
                  <a:lumMod val="60000"/>
                  <a:lumOff val="40000"/>
                </a:schemeClr>
              </a:gs>
              <a:gs pos="50000">
                <a:schemeClr val="accent4">
                  <a:alpha val="22001"/>
                </a:schemeClr>
              </a:gs>
              <a:gs pos="100000">
                <a:schemeClr val="accent4">
                  <a:lumMod val="60000"/>
                  <a:lumOff val="40000"/>
                  <a:alpha val="11000"/>
                </a:schemeClr>
              </a:gs>
            </a:gsLst>
            <a:lin ang="2700000" scaled="1"/>
            <a:tileRect/>
          </a:gradFill>
        </p:spPr>
        <p:txBody>
          <a:bodyPr>
            <a:noAutofit/>
          </a:bodyPr>
          <a:lstStyle>
            <a:lvl1pPr marL="0" indent="0">
              <a:buNone/>
              <a:defRPr sz="1600" b="0" i="0">
                <a:solidFill>
                  <a:schemeClr val="bg1"/>
                </a:solidFill>
                <a:latin typeface="+mn-lt"/>
              </a:defRPr>
            </a:lvl1pPr>
          </a:lstStyle>
          <a:p>
            <a:r>
              <a:rPr lang="en-GB" err="1"/>
              <a:t>Thème</a:t>
            </a:r>
            <a:endParaRPr lang="fr-FR"/>
          </a:p>
        </p:txBody>
      </p:sp>
      <p:sp>
        <p:nvSpPr>
          <p:cNvPr id="13" name="Text Placeholder 18">
            <a:extLst>
              <a:ext uri="{FF2B5EF4-FFF2-40B4-BE49-F238E27FC236}">
                <a16:creationId xmlns:a16="http://schemas.microsoft.com/office/drawing/2014/main" id="{0DAF740A-5832-474D-B3E9-9E352D04B42C}"/>
              </a:ext>
            </a:extLst>
          </p:cNvPr>
          <p:cNvSpPr>
            <a:spLocks noGrp="1"/>
          </p:cNvSpPr>
          <p:nvPr>
            <p:ph type="body" sz="quarter" idx="21" hasCustomPrompt="1"/>
          </p:nvPr>
        </p:nvSpPr>
        <p:spPr>
          <a:xfrm>
            <a:off x="551720" y="264050"/>
            <a:ext cx="3826800" cy="237600"/>
          </a:xfrm>
          <a:gradFill flip="none" rotWithShape="1">
            <a:gsLst>
              <a:gs pos="0">
                <a:schemeClr val="accent1">
                  <a:lumMod val="60000"/>
                  <a:lumOff val="40000"/>
                </a:schemeClr>
              </a:gs>
              <a:gs pos="50000">
                <a:schemeClr val="accent4">
                  <a:alpha val="22001"/>
                </a:schemeClr>
              </a:gs>
              <a:gs pos="100000">
                <a:schemeClr val="accent4">
                  <a:lumMod val="60000"/>
                  <a:lumOff val="40000"/>
                  <a:alpha val="11000"/>
                </a:schemeClr>
              </a:gs>
            </a:gsLst>
            <a:lin ang="2700000" scaled="1"/>
            <a:tileRect/>
          </a:gradFill>
        </p:spPr>
        <p:txBody>
          <a:bodyPr>
            <a:noAutofit/>
          </a:bodyPr>
          <a:lstStyle>
            <a:lvl1pPr marL="0" indent="0">
              <a:buNone/>
              <a:defRPr sz="1600" b="0" i="0">
                <a:solidFill>
                  <a:schemeClr val="bg1"/>
                </a:solidFill>
                <a:latin typeface="+mn-lt"/>
              </a:defRPr>
            </a:lvl1pPr>
          </a:lstStyle>
          <a:p>
            <a:r>
              <a:rPr lang="en-GB"/>
              <a:t>Date</a:t>
            </a:r>
            <a:endParaRPr lang="fr-FR"/>
          </a:p>
        </p:txBody>
      </p:sp>
      <p:sp>
        <p:nvSpPr>
          <p:cNvPr id="3" name="Titre 2">
            <a:extLst>
              <a:ext uri="{FF2B5EF4-FFF2-40B4-BE49-F238E27FC236}">
                <a16:creationId xmlns:a16="http://schemas.microsoft.com/office/drawing/2014/main" id="{77144D3E-4538-47FE-9291-A9AD3DA2C797}"/>
              </a:ext>
            </a:extLst>
          </p:cNvPr>
          <p:cNvSpPr>
            <a:spLocks noGrp="1"/>
          </p:cNvSpPr>
          <p:nvPr>
            <p:ph type="title"/>
          </p:nvPr>
        </p:nvSpPr>
        <p:spPr>
          <a:xfrm>
            <a:off x="551057" y="2167739"/>
            <a:ext cx="10816719" cy="2728614"/>
          </a:xfrm>
        </p:spPr>
        <p:txBody>
          <a:bodyPr vert="horz">
            <a:normAutofit/>
          </a:bodyPr>
          <a:lstStyle>
            <a:lvl1pPr marL="0" indent="0" algn="r" defTabSz="914400" rtl="0" eaLnBrk="1" latinLnBrk="0" hangingPunct="1">
              <a:lnSpc>
                <a:spcPct val="80000"/>
              </a:lnSpc>
              <a:spcBef>
                <a:spcPts val="1000"/>
              </a:spcBef>
              <a:buFont typeface="Arial" panose="020B0604020202020204" pitchFamily="34" charset="0"/>
              <a:buNone/>
              <a:defRPr lang="fr-FR" sz="8800" b="1" i="0" kern="1200" spc="-200" dirty="0">
                <a:solidFill>
                  <a:schemeClr val="bg1"/>
                </a:solidFill>
                <a:latin typeface="+mj-lt"/>
                <a:ea typeface="+mn-ea"/>
                <a:cs typeface="+mn-cs"/>
              </a:defRPr>
            </a:lvl1pPr>
          </a:lstStyle>
          <a:p>
            <a:r>
              <a:rPr lang="fr-FR"/>
              <a:t>Modifiez le style du titre</a:t>
            </a:r>
          </a:p>
        </p:txBody>
      </p:sp>
      <p:sp>
        <p:nvSpPr>
          <p:cNvPr id="6" name="Espace réservé pour une image  5">
            <a:extLst>
              <a:ext uri="{FF2B5EF4-FFF2-40B4-BE49-F238E27FC236}">
                <a16:creationId xmlns:a16="http://schemas.microsoft.com/office/drawing/2014/main" id="{AFCADCEA-D7EF-4A23-BEC7-7D6DFD55D920}"/>
              </a:ext>
            </a:extLst>
          </p:cNvPr>
          <p:cNvSpPr>
            <a:spLocks noGrp="1"/>
          </p:cNvSpPr>
          <p:nvPr>
            <p:ph type="pic" sz="quarter" idx="22" hasCustomPrompt="1"/>
          </p:nvPr>
        </p:nvSpPr>
        <p:spPr>
          <a:xfrm>
            <a:off x="4627283" y="5292725"/>
            <a:ext cx="2937434" cy="1063625"/>
          </a:xfrm>
        </p:spPr>
        <p:txBody>
          <a:bodyPr/>
          <a:lstStyle>
            <a:lvl1pPr marL="0" indent="0">
              <a:buNone/>
              <a:defRPr sz="1600">
                <a:solidFill>
                  <a:schemeClr val="bg1"/>
                </a:solidFill>
              </a:defRPr>
            </a:lvl1pPr>
          </a:lstStyle>
          <a:p>
            <a:r>
              <a:rPr lang="fr-FR"/>
              <a:t>Insérer le logo client</a:t>
            </a:r>
          </a:p>
        </p:txBody>
      </p:sp>
      <p:pic>
        <p:nvPicPr>
          <p:cNvPr id="5" name="Graphic 2">
            <a:extLst>
              <a:ext uri="{FF2B5EF4-FFF2-40B4-BE49-F238E27FC236}">
                <a16:creationId xmlns:a16="http://schemas.microsoft.com/office/drawing/2014/main" id="{D741F203-39C2-8465-9E74-15F19FD3D56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238883" y="5292725"/>
            <a:ext cx="3128893" cy="1063625"/>
          </a:xfrm>
          <a:prstGeom prst="rect">
            <a:avLst/>
          </a:prstGeom>
        </p:spPr>
      </p:pic>
    </p:spTree>
    <p:extLst>
      <p:ext uri="{BB962C8B-B14F-4D97-AF65-F5344CB8AC3E}">
        <p14:creationId xmlns:p14="http://schemas.microsoft.com/office/powerpoint/2010/main" val="4970424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nde gauche bleue">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4C55C73E-1F28-FCD2-3F36-BA93C1A8013C}"/>
              </a:ext>
            </a:extLst>
          </p:cNvPr>
          <p:cNvGraphicFramePr>
            <a:graphicFrameLocks noChangeAspect="1"/>
          </p:cNvGraphicFramePr>
          <p:nvPr>
            <p:custDataLst>
              <p:tags r:id="rId1"/>
            </p:custDataLst>
            <p:extLst>
              <p:ext uri="{D42A27DB-BD31-4B8C-83A1-F6EECF244321}">
                <p14:modId xmlns:p14="http://schemas.microsoft.com/office/powerpoint/2010/main" val="40509726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7" name="Objet 6" hidden="1">
                        <a:extLst>
                          <a:ext uri="{FF2B5EF4-FFF2-40B4-BE49-F238E27FC236}">
                            <a16:creationId xmlns:a16="http://schemas.microsoft.com/office/drawing/2014/main" id="{4C55C73E-1F28-FCD2-3F36-BA93C1A801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tangle 4">
            <a:extLst>
              <a:ext uri="{FF2B5EF4-FFF2-40B4-BE49-F238E27FC236}">
                <a16:creationId xmlns:a16="http://schemas.microsoft.com/office/drawing/2014/main" id="{25C6E4F6-E88F-E84E-0950-25AFB4F532BB}"/>
              </a:ext>
            </a:extLst>
          </p:cNvPr>
          <p:cNvSpPr/>
          <p:nvPr/>
        </p:nvSpPr>
        <p:spPr>
          <a:xfrm>
            <a:off x="155574" y="152400"/>
            <a:ext cx="3378933" cy="6553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p>
        </p:txBody>
      </p:sp>
      <p:sp>
        <p:nvSpPr>
          <p:cNvPr id="2" name="Titre 1">
            <a:extLst>
              <a:ext uri="{FF2B5EF4-FFF2-40B4-BE49-F238E27FC236}">
                <a16:creationId xmlns:a16="http://schemas.microsoft.com/office/drawing/2014/main" id="{D34001D4-DA23-4BD4-5445-0413E39D08E0}"/>
              </a:ext>
            </a:extLst>
          </p:cNvPr>
          <p:cNvSpPr>
            <a:spLocks noGrp="1"/>
          </p:cNvSpPr>
          <p:nvPr>
            <p:ph type="title" hasCustomPrompt="1"/>
          </p:nvPr>
        </p:nvSpPr>
        <p:spPr>
          <a:xfrm>
            <a:off x="380997" y="2030353"/>
            <a:ext cx="2749065" cy="360000"/>
          </a:xfrm>
        </p:spPr>
        <p:txBody>
          <a:bodyPr vert="horz"/>
          <a:lstStyle>
            <a:lvl1pPr>
              <a:defRPr>
                <a:solidFill>
                  <a:schemeClr val="bg1"/>
                </a:solidFill>
              </a:defRPr>
            </a:lvl1pPr>
          </a:lstStyle>
          <a:p>
            <a:r>
              <a:rPr lang="fr-FR"/>
              <a:t>Titre</a:t>
            </a:r>
          </a:p>
        </p:txBody>
      </p:sp>
      <p:sp>
        <p:nvSpPr>
          <p:cNvPr id="3" name="Espace réservé du pied de page 2">
            <a:extLst>
              <a:ext uri="{FF2B5EF4-FFF2-40B4-BE49-F238E27FC236}">
                <a16:creationId xmlns:a16="http://schemas.microsoft.com/office/drawing/2014/main" id="{25F0B61A-F63C-180C-875F-BF2F8EE1C539}"/>
              </a:ext>
            </a:extLst>
          </p:cNvPr>
          <p:cNvSpPr>
            <a:spLocks noGrp="1"/>
          </p:cNvSpPr>
          <p:nvPr>
            <p:ph type="ftr" sz="quarter" idx="10"/>
          </p:nvPr>
        </p:nvSpPr>
        <p:spPr>
          <a:xfrm>
            <a:off x="3534508" y="6340474"/>
            <a:ext cx="5888442" cy="365125"/>
          </a:xfrm>
        </p:spPr>
        <p:txBody>
          <a:bodyPr/>
          <a:lstStyle/>
          <a:p>
            <a:endParaRPr lang="fr-FR"/>
          </a:p>
        </p:txBody>
      </p:sp>
      <p:sp>
        <p:nvSpPr>
          <p:cNvPr id="4" name="Espace réservé du numéro de diapositive 3">
            <a:extLst>
              <a:ext uri="{FF2B5EF4-FFF2-40B4-BE49-F238E27FC236}">
                <a16:creationId xmlns:a16="http://schemas.microsoft.com/office/drawing/2014/main" id="{1BF62DE9-7AC1-E144-7ADD-B32A018D6683}"/>
              </a:ext>
            </a:extLst>
          </p:cNvPr>
          <p:cNvSpPr>
            <a:spLocks noGrp="1"/>
          </p:cNvSpPr>
          <p:nvPr>
            <p:ph type="sldNum" sz="quarter" idx="11"/>
          </p:nvPr>
        </p:nvSpPr>
        <p:spPr/>
        <p:txBody>
          <a:bodyPr/>
          <a:lstStyle/>
          <a:p>
            <a:fld id="{BE9517EC-C298-4848-B090-11602D956FCE}" type="slidenum">
              <a:rPr lang="fr-FR" smtClean="0"/>
              <a:pPr/>
              <a:t>‹#›</a:t>
            </a:fld>
            <a:endParaRPr lang="fr-FR"/>
          </a:p>
        </p:txBody>
      </p:sp>
      <p:sp>
        <p:nvSpPr>
          <p:cNvPr id="8" name="TextBox 8">
            <a:extLst>
              <a:ext uri="{FF2B5EF4-FFF2-40B4-BE49-F238E27FC236}">
                <a16:creationId xmlns:a16="http://schemas.microsoft.com/office/drawing/2014/main" id="{B1B33616-6D65-DB30-4453-6813484D6A8F}"/>
              </a:ext>
            </a:extLst>
          </p:cNvPr>
          <p:cNvSpPr txBox="1"/>
          <p:nvPr/>
        </p:nvSpPr>
        <p:spPr>
          <a:xfrm>
            <a:off x="380997" y="6407620"/>
            <a:ext cx="1723549" cy="230832"/>
          </a:xfrm>
          <a:prstGeom prst="rect">
            <a:avLst/>
          </a:prstGeom>
          <a:no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chemeClr val="bg1"/>
                </a:solidFill>
                <a:effectLst/>
                <a:uLnTx/>
                <a:uFillTx/>
                <a:latin typeface="+mj-lt"/>
                <a:ea typeface="+mn-ea"/>
                <a:cs typeface="+mn-cs"/>
              </a:rPr>
              <a:t>© ACI partners | Confidentiel </a:t>
            </a:r>
          </a:p>
        </p:txBody>
      </p:sp>
      <p:sp>
        <p:nvSpPr>
          <p:cNvPr id="9" name="Espace réservé du contenu 11">
            <a:extLst>
              <a:ext uri="{FF2B5EF4-FFF2-40B4-BE49-F238E27FC236}">
                <a16:creationId xmlns:a16="http://schemas.microsoft.com/office/drawing/2014/main" id="{0195042A-90D0-34D6-C22D-45B6A12E2BEA}"/>
              </a:ext>
            </a:extLst>
          </p:cNvPr>
          <p:cNvSpPr>
            <a:spLocks noGrp="1"/>
          </p:cNvSpPr>
          <p:nvPr>
            <p:ph sz="quarter" idx="12"/>
          </p:nvPr>
        </p:nvSpPr>
        <p:spPr>
          <a:xfrm>
            <a:off x="3706694" y="1606555"/>
            <a:ext cx="8104305" cy="457040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91813693"/>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apositive de titre_Interne">
    <p:spTree>
      <p:nvGrpSpPr>
        <p:cNvPr id="1" name=""/>
        <p:cNvGrpSpPr/>
        <p:nvPr/>
      </p:nvGrpSpPr>
      <p:grpSpPr>
        <a:xfrm>
          <a:off x="0" y="0"/>
          <a:ext cx="0" cy="0"/>
          <a:chOff x="0" y="0"/>
          <a:chExt cx="0" cy="0"/>
        </a:xfrm>
      </p:grpSpPr>
      <p:graphicFrame>
        <p:nvGraphicFramePr>
          <p:cNvPr id="2" name="Objet 1" hidden="1">
            <a:extLst>
              <a:ext uri="{FF2B5EF4-FFF2-40B4-BE49-F238E27FC236}">
                <a16:creationId xmlns:a16="http://schemas.microsoft.com/office/drawing/2014/main" id="{E0B0A3D8-21A4-F5D5-5B3B-C72A37F17A21}"/>
              </a:ext>
            </a:extLst>
          </p:cNvPr>
          <p:cNvGraphicFramePr>
            <a:graphicFrameLocks noChangeAspect="1"/>
          </p:cNvGraphicFramePr>
          <p:nvPr>
            <p:custDataLst>
              <p:tags r:id="rId1"/>
            </p:custDataLst>
            <p:extLst>
              <p:ext uri="{D42A27DB-BD31-4B8C-83A1-F6EECF244321}">
                <p14:modId xmlns:p14="http://schemas.microsoft.com/office/powerpoint/2010/main" val="41459237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0" imgH="501" progId="TCLayout.ActiveDocument.1">
                  <p:embed/>
                </p:oleObj>
              </mc:Choice>
              <mc:Fallback>
                <p:oleObj name="think-cell Slide" r:id="rId3" imgW="500" imgH="501" progId="TCLayout.ActiveDocument.1">
                  <p:embed/>
                  <p:pic>
                    <p:nvPicPr>
                      <p:cNvPr id="2" name="Objet 1" hidden="1">
                        <a:extLst>
                          <a:ext uri="{FF2B5EF4-FFF2-40B4-BE49-F238E27FC236}">
                            <a16:creationId xmlns:a16="http://schemas.microsoft.com/office/drawing/2014/main" id="{E0B0A3D8-21A4-F5D5-5B3B-C72A37F17A2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2ACAC907-7AE2-D996-69FC-C62EA15EA5AE}"/>
              </a:ext>
            </a:extLst>
          </p:cNvPr>
          <p:cNvSpPr/>
          <p:nvPr/>
        </p:nvSpPr>
        <p:spPr>
          <a:xfrm>
            <a:off x="0" y="6356350"/>
            <a:ext cx="12192000" cy="5016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0" name="Picture Placeholder 4">
            <a:extLst>
              <a:ext uri="{FF2B5EF4-FFF2-40B4-BE49-F238E27FC236}">
                <a16:creationId xmlns:a16="http://schemas.microsoft.com/office/drawing/2014/main" id="{E997B2FF-1643-491F-8D5A-25CFB3CD989C}"/>
              </a:ext>
            </a:extLst>
          </p:cNvPr>
          <p:cNvPicPr>
            <a:picLocks noChangeAspect="1"/>
          </p:cNvPicPr>
          <p:nvPr/>
        </p:nvPicPr>
        <p:blipFill rotWithShape="1">
          <a:blip r:embed="rId5"/>
          <a:srcRect t="587" b="587"/>
          <a:stretch/>
        </p:blipFill>
        <p:spPr>
          <a:xfrm>
            <a:off x="155575" y="152400"/>
            <a:ext cx="11880850" cy="6553200"/>
          </a:xfrm>
          <a:prstGeom prst="rect">
            <a:avLst/>
          </a:prstGeom>
        </p:spPr>
      </p:pic>
      <p:sp>
        <p:nvSpPr>
          <p:cNvPr id="11" name="Rectangle 10">
            <a:extLst>
              <a:ext uri="{FF2B5EF4-FFF2-40B4-BE49-F238E27FC236}">
                <a16:creationId xmlns:a16="http://schemas.microsoft.com/office/drawing/2014/main" id="{4217B688-488C-4892-82A3-163CE502109F}"/>
              </a:ext>
            </a:extLst>
          </p:cNvPr>
          <p:cNvSpPr/>
          <p:nvPr/>
        </p:nvSpPr>
        <p:spPr>
          <a:xfrm>
            <a:off x="155574" y="152400"/>
            <a:ext cx="11880851" cy="6553200"/>
          </a:xfrm>
          <a:prstGeom prst="rect">
            <a:avLst/>
          </a:prstGeom>
          <a:gradFill>
            <a:gsLst>
              <a:gs pos="66000">
                <a:srgbClr val="000000">
                  <a:alpha val="31000"/>
                </a:srgbClr>
              </a:gs>
              <a:gs pos="8000">
                <a:srgbClr val="000000">
                  <a:alpha val="4000"/>
                </a:srgbClr>
              </a:gs>
              <a:gs pos="0">
                <a:schemeClr val="tx1">
                  <a:alpha val="0"/>
                </a:schemeClr>
              </a:gs>
              <a:gs pos="100000">
                <a:schemeClr val="tx1">
                  <a:alpha val="3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sz="2160"/>
          </a:p>
        </p:txBody>
      </p:sp>
      <p:sp>
        <p:nvSpPr>
          <p:cNvPr id="20" name="Text Placeholder 14">
            <a:extLst>
              <a:ext uri="{FF2B5EF4-FFF2-40B4-BE49-F238E27FC236}">
                <a16:creationId xmlns:a16="http://schemas.microsoft.com/office/drawing/2014/main" id="{5F468BBF-A5CB-9041-9700-D3151961C099}"/>
              </a:ext>
            </a:extLst>
          </p:cNvPr>
          <p:cNvSpPr>
            <a:spLocks noGrp="1"/>
          </p:cNvSpPr>
          <p:nvPr>
            <p:ph type="body" sz="quarter" idx="19" hasCustomPrompt="1"/>
          </p:nvPr>
        </p:nvSpPr>
        <p:spPr>
          <a:xfrm>
            <a:off x="551057" y="5292725"/>
            <a:ext cx="3827463" cy="1063625"/>
          </a:xfrm>
          <a:gradFill flip="none" rotWithShape="1">
            <a:gsLst>
              <a:gs pos="0">
                <a:schemeClr val="accent1">
                  <a:lumMod val="60000"/>
                  <a:lumOff val="40000"/>
                </a:schemeClr>
              </a:gs>
              <a:gs pos="50000">
                <a:schemeClr val="accent4">
                  <a:alpha val="22001"/>
                </a:schemeClr>
              </a:gs>
              <a:gs pos="100000">
                <a:schemeClr val="accent4">
                  <a:lumMod val="60000"/>
                  <a:lumOff val="40000"/>
                  <a:alpha val="11000"/>
                </a:schemeClr>
              </a:gs>
            </a:gsLst>
            <a:lin ang="2700000" scaled="1"/>
            <a:tileRect/>
          </a:gradFill>
        </p:spPr>
        <p:txBody>
          <a:bodyPr>
            <a:normAutofit/>
          </a:bodyPr>
          <a:lstStyle>
            <a:lvl1pPr marL="0" indent="0">
              <a:buNone/>
              <a:defRPr b="0" i="0">
                <a:solidFill>
                  <a:schemeClr val="bg1"/>
                </a:solidFill>
                <a:latin typeface="+mn-lt"/>
              </a:defRPr>
            </a:lvl1pPr>
          </a:lstStyle>
          <a:p>
            <a:pPr lvl="0"/>
            <a:r>
              <a:rPr lang="en-GB"/>
              <a:t>Sous-titre</a:t>
            </a:r>
            <a:endParaRPr lang="fr-FR"/>
          </a:p>
        </p:txBody>
      </p:sp>
      <p:sp>
        <p:nvSpPr>
          <p:cNvPr id="21" name="Text Placeholder 18">
            <a:extLst>
              <a:ext uri="{FF2B5EF4-FFF2-40B4-BE49-F238E27FC236}">
                <a16:creationId xmlns:a16="http://schemas.microsoft.com/office/drawing/2014/main" id="{5C036A9B-3E60-9C42-AA1E-52B7183BC77F}"/>
              </a:ext>
            </a:extLst>
          </p:cNvPr>
          <p:cNvSpPr>
            <a:spLocks noGrp="1"/>
          </p:cNvSpPr>
          <p:nvPr>
            <p:ph type="body" sz="quarter" idx="20" hasCustomPrompt="1"/>
          </p:nvPr>
        </p:nvSpPr>
        <p:spPr>
          <a:xfrm>
            <a:off x="551720" y="4975739"/>
            <a:ext cx="3826800" cy="237600"/>
          </a:xfrm>
          <a:gradFill flip="none" rotWithShape="1">
            <a:gsLst>
              <a:gs pos="0">
                <a:schemeClr val="accent1">
                  <a:lumMod val="60000"/>
                  <a:lumOff val="40000"/>
                </a:schemeClr>
              </a:gs>
              <a:gs pos="50000">
                <a:schemeClr val="accent4">
                  <a:alpha val="22001"/>
                </a:schemeClr>
              </a:gs>
              <a:gs pos="100000">
                <a:schemeClr val="accent4">
                  <a:lumMod val="60000"/>
                  <a:lumOff val="40000"/>
                  <a:alpha val="11000"/>
                </a:schemeClr>
              </a:gs>
            </a:gsLst>
            <a:lin ang="2700000" scaled="1"/>
            <a:tileRect/>
          </a:gradFill>
        </p:spPr>
        <p:txBody>
          <a:bodyPr>
            <a:noAutofit/>
          </a:bodyPr>
          <a:lstStyle>
            <a:lvl1pPr marL="0" indent="0">
              <a:buNone/>
              <a:defRPr sz="1600" b="0" i="0">
                <a:solidFill>
                  <a:schemeClr val="bg1"/>
                </a:solidFill>
                <a:latin typeface="+mn-lt"/>
              </a:defRPr>
            </a:lvl1pPr>
          </a:lstStyle>
          <a:p>
            <a:r>
              <a:rPr lang="en-GB" err="1"/>
              <a:t>Thème</a:t>
            </a:r>
            <a:endParaRPr lang="fr-FR"/>
          </a:p>
        </p:txBody>
      </p:sp>
      <p:sp>
        <p:nvSpPr>
          <p:cNvPr id="13" name="Text Placeholder 18">
            <a:extLst>
              <a:ext uri="{FF2B5EF4-FFF2-40B4-BE49-F238E27FC236}">
                <a16:creationId xmlns:a16="http://schemas.microsoft.com/office/drawing/2014/main" id="{0DAF740A-5832-474D-B3E9-9E352D04B42C}"/>
              </a:ext>
            </a:extLst>
          </p:cNvPr>
          <p:cNvSpPr>
            <a:spLocks noGrp="1"/>
          </p:cNvSpPr>
          <p:nvPr>
            <p:ph type="body" sz="quarter" idx="21" hasCustomPrompt="1"/>
          </p:nvPr>
        </p:nvSpPr>
        <p:spPr>
          <a:xfrm>
            <a:off x="551720" y="264050"/>
            <a:ext cx="3826800" cy="237600"/>
          </a:xfrm>
          <a:gradFill flip="none" rotWithShape="1">
            <a:gsLst>
              <a:gs pos="0">
                <a:schemeClr val="accent1">
                  <a:lumMod val="60000"/>
                  <a:lumOff val="40000"/>
                </a:schemeClr>
              </a:gs>
              <a:gs pos="50000">
                <a:schemeClr val="accent4">
                  <a:alpha val="22001"/>
                </a:schemeClr>
              </a:gs>
              <a:gs pos="100000">
                <a:schemeClr val="accent4">
                  <a:lumMod val="60000"/>
                  <a:lumOff val="40000"/>
                  <a:alpha val="11000"/>
                </a:schemeClr>
              </a:gs>
            </a:gsLst>
            <a:lin ang="2700000" scaled="1"/>
            <a:tileRect/>
          </a:gradFill>
        </p:spPr>
        <p:txBody>
          <a:bodyPr>
            <a:noAutofit/>
          </a:bodyPr>
          <a:lstStyle>
            <a:lvl1pPr marL="0" indent="0">
              <a:buNone/>
              <a:defRPr sz="1600" b="0" i="0">
                <a:solidFill>
                  <a:schemeClr val="bg1"/>
                </a:solidFill>
                <a:latin typeface="+mn-lt"/>
              </a:defRPr>
            </a:lvl1pPr>
          </a:lstStyle>
          <a:p>
            <a:r>
              <a:rPr lang="en-GB"/>
              <a:t>Date</a:t>
            </a:r>
            <a:endParaRPr lang="fr-FR"/>
          </a:p>
        </p:txBody>
      </p:sp>
      <p:pic>
        <p:nvPicPr>
          <p:cNvPr id="9" name="Graphic 2">
            <a:extLst>
              <a:ext uri="{FF2B5EF4-FFF2-40B4-BE49-F238E27FC236}">
                <a16:creationId xmlns:a16="http://schemas.microsoft.com/office/drawing/2014/main" id="{E6D46E39-FB99-4BF4-B965-51E1513752D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504563" y="4818826"/>
            <a:ext cx="5285016" cy="1796570"/>
          </a:xfrm>
          <a:prstGeom prst="rect">
            <a:avLst/>
          </a:prstGeom>
        </p:spPr>
      </p:pic>
      <p:sp>
        <p:nvSpPr>
          <p:cNvPr id="3" name="Titre 2">
            <a:extLst>
              <a:ext uri="{FF2B5EF4-FFF2-40B4-BE49-F238E27FC236}">
                <a16:creationId xmlns:a16="http://schemas.microsoft.com/office/drawing/2014/main" id="{77144D3E-4538-47FE-9291-A9AD3DA2C797}"/>
              </a:ext>
            </a:extLst>
          </p:cNvPr>
          <p:cNvSpPr>
            <a:spLocks noGrp="1"/>
          </p:cNvSpPr>
          <p:nvPr>
            <p:ph type="title"/>
          </p:nvPr>
        </p:nvSpPr>
        <p:spPr>
          <a:xfrm>
            <a:off x="551057" y="2167739"/>
            <a:ext cx="10816719" cy="2728614"/>
          </a:xfrm>
        </p:spPr>
        <p:txBody>
          <a:bodyPr vert="horz">
            <a:normAutofit/>
          </a:bodyPr>
          <a:lstStyle>
            <a:lvl1pPr marL="0" indent="0" algn="r" defTabSz="914400" rtl="0" eaLnBrk="1" latinLnBrk="0" hangingPunct="1">
              <a:lnSpc>
                <a:spcPct val="80000"/>
              </a:lnSpc>
              <a:spcBef>
                <a:spcPts val="1000"/>
              </a:spcBef>
              <a:buFont typeface="Arial" panose="020B0604020202020204" pitchFamily="34" charset="0"/>
              <a:buNone/>
              <a:defRPr lang="fr-FR" sz="8800" b="1" i="0" kern="1200" spc="-200" dirty="0">
                <a:solidFill>
                  <a:schemeClr val="bg1"/>
                </a:solidFill>
                <a:latin typeface="+mj-lt"/>
                <a:ea typeface="+mn-ea"/>
                <a:cs typeface="+mn-cs"/>
              </a:defRPr>
            </a:lvl1pPr>
          </a:lstStyle>
          <a:p>
            <a:r>
              <a:rPr lang="fr-FR"/>
              <a:t>Modifiez le style du titre</a:t>
            </a:r>
          </a:p>
        </p:txBody>
      </p:sp>
    </p:spTree>
    <p:extLst>
      <p:ext uri="{BB962C8B-B14F-4D97-AF65-F5344CB8AC3E}">
        <p14:creationId xmlns:p14="http://schemas.microsoft.com/office/powerpoint/2010/main" val="39442835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ande gauche grise">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4C55C73E-1F28-FCD2-3F36-BA93C1A8013C}"/>
              </a:ext>
            </a:extLst>
          </p:cNvPr>
          <p:cNvGraphicFramePr>
            <a:graphicFrameLocks noChangeAspect="1"/>
          </p:cNvGraphicFramePr>
          <p:nvPr>
            <p:custDataLst>
              <p:tags r:id="rId1"/>
            </p:custDataLst>
            <p:extLst>
              <p:ext uri="{D42A27DB-BD31-4B8C-83A1-F6EECF244321}">
                <p14:modId xmlns:p14="http://schemas.microsoft.com/office/powerpoint/2010/main" val="34209557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7" name="Objet 6" hidden="1">
                        <a:extLst>
                          <a:ext uri="{FF2B5EF4-FFF2-40B4-BE49-F238E27FC236}">
                            <a16:creationId xmlns:a16="http://schemas.microsoft.com/office/drawing/2014/main" id="{4C55C73E-1F28-FCD2-3F36-BA93C1A801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Rectangle 8">
            <a:extLst>
              <a:ext uri="{FF2B5EF4-FFF2-40B4-BE49-F238E27FC236}">
                <a16:creationId xmlns:a16="http://schemas.microsoft.com/office/drawing/2014/main" id="{70FB9975-02E6-5AA9-F3E3-25070AE0C3B8}"/>
              </a:ext>
            </a:extLst>
          </p:cNvPr>
          <p:cNvSpPr/>
          <p:nvPr/>
        </p:nvSpPr>
        <p:spPr>
          <a:xfrm>
            <a:off x="155574" y="152399"/>
            <a:ext cx="3378933" cy="65532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R">
              <a:latin typeface="+mj-lt"/>
            </a:endParaRPr>
          </a:p>
        </p:txBody>
      </p:sp>
      <p:sp>
        <p:nvSpPr>
          <p:cNvPr id="2" name="Titre 1">
            <a:extLst>
              <a:ext uri="{FF2B5EF4-FFF2-40B4-BE49-F238E27FC236}">
                <a16:creationId xmlns:a16="http://schemas.microsoft.com/office/drawing/2014/main" id="{D34001D4-DA23-4BD4-5445-0413E39D08E0}"/>
              </a:ext>
            </a:extLst>
          </p:cNvPr>
          <p:cNvSpPr>
            <a:spLocks noGrp="1"/>
          </p:cNvSpPr>
          <p:nvPr>
            <p:ph type="title" hasCustomPrompt="1"/>
          </p:nvPr>
        </p:nvSpPr>
        <p:spPr>
          <a:xfrm>
            <a:off x="380997" y="2030353"/>
            <a:ext cx="2749065" cy="360000"/>
          </a:xfrm>
        </p:spPr>
        <p:txBody>
          <a:bodyPr vert="horz" lIns="91440" tIns="45720" rIns="91440" bIns="45720" rtlCol="0" anchor="t">
            <a:noAutofit/>
          </a:bodyPr>
          <a:lstStyle>
            <a:lvl1pPr>
              <a:defRPr lang="fr-FR" dirty="0"/>
            </a:lvl1pPr>
          </a:lstStyle>
          <a:p>
            <a:pPr lvl="0"/>
            <a:r>
              <a:rPr lang="fr-FR"/>
              <a:t>Titre</a:t>
            </a:r>
          </a:p>
        </p:txBody>
      </p:sp>
      <p:sp>
        <p:nvSpPr>
          <p:cNvPr id="3" name="Espace réservé du pied de page 2">
            <a:extLst>
              <a:ext uri="{FF2B5EF4-FFF2-40B4-BE49-F238E27FC236}">
                <a16:creationId xmlns:a16="http://schemas.microsoft.com/office/drawing/2014/main" id="{25F0B61A-F63C-180C-875F-BF2F8EE1C539}"/>
              </a:ext>
            </a:extLst>
          </p:cNvPr>
          <p:cNvSpPr>
            <a:spLocks noGrp="1"/>
          </p:cNvSpPr>
          <p:nvPr>
            <p:ph type="ftr" sz="quarter" idx="10"/>
          </p:nvPr>
        </p:nvSpPr>
        <p:spPr>
          <a:xfrm>
            <a:off x="3534508" y="6339417"/>
            <a:ext cx="5888442" cy="365125"/>
          </a:xfrm>
        </p:spPr>
        <p:txBody>
          <a:bodyPr/>
          <a:lstStyle/>
          <a:p>
            <a:endParaRPr lang="fr-FR"/>
          </a:p>
        </p:txBody>
      </p:sp>
      <p:sp>
        <p:nvSpPr>
          <p:cNvPr id="4" name="Espace réservé du numéro de diapositive 3">
            <a:extLst>
              <a:ext uri="{FF2B5EF4-FFF2-40B4-BE49-F238E27FC236}">
                <a16:creationId xmlns:a16="http://schemas.microsoft.com/office/drawing/2014/main" id="{1BF62DE9-7AC1-E144-7ADD-B32A018D6683}"/>
              </a:ext>
            </a:extLst>
          </p:cNvPr>
          <p:cNvSpPr>
            <a:spLocks noGrp="1"/>
          </p:cNvSpPr>
          <p:nvPr>
            <p:ph type="sldNum" sz="quarter" idx="11"/>
          </p:nvPr>
        </p:nvSpPr>
        <p:spPr>
          <a:xfrm>
            <a:off x="11219530" y="6340475"/>
            <a:ext cx="591470" cy="365125"/>
          </a:xfrm>
        </p:spPr>
        <p:txBody>
          <a:bodyPr/>
          <a:lstStyle/>
          <a:p>
            <a:fld id="{BE9517EC-C298-4848-B090-11602D956FCE}" type="slidenum">
              <a:rPr lang="fr-FR" smtClean="0"/>
              <a:pPr/>
              <a:t>‹#›</a:t>
            </a:fld>
            <a:endParaRPr lang="fr-FR"/>
          </a:p>
        </p:txBody>
      </p:sp>
      <p:sp>
        <p:nvSpPr>
          <p:cNvPr id="8" name="TextBox 8">
            <a:extLst>
              <a:ext uri="{FF2B5EF4-FFF2-40B4-BE49-F238E27FC236}">
                <a16:creationId xmlns:a16="http://schemas.microsoft.com/office/drawing/2014/main" id="{B1B33616-6D65-DB30-4453-6813484D6A8F}"/>
              </a:ext>
            </a:extLst>
          </p:cNvPr>
          <p:cNvSpPr txBox="1"/>
          <p:nvPr/>
        </p:nvSpPr>
        <p:spPr>
          <a:xfrm>
            <a:off x="380997" y="6406563"/>
            <a:ext cx="1723549" cy="230832"/>
          </a:xfrm>
          <a:prstGeom prst="rect">
            <a:avLst/>
          </a:prstGeom>
          <a:noFill/>
        </p:spPr>
        <p:txBody>
          <a:bodyPr wrap="none" rtlCol="0" anchor="ctr">
            <a:spAutoFit/>
          </a:bodyPr>
          <a:lstStyle>
            <a:defPPr>
              <a:defRPr lang="fr-FR"/>
            </a:defPPr>
            <a:lvl1pPr marR="0" lvl="0" indent="0" fontAlgn="auto">
              <a:lnSpc>
                <a:spcPct val="100000"/>
              </a:lnSpc>
              <a:spcBef>
                <a:spcPts val="0"/>
              </a:spcBef>
              <a:spcAft>
                <a:spcPts val="0"/>
              </a:spcAft>
              <a:buClrTx/>
              <a:buSzTx/>
              <a:buFontTx/>
              <a:buNone/>
              <a:tabLst/>
              <a:defRPr kumimoji="0" sz="900" b="0" i="0" u="none" strike="noStrike" cap="none" spc="0" normalizeH="0" baseline="0">
                <a:ln>
                  <a:noFill/>
                </a:ln>
                <a:solidFill>
                  <a:schemeClr val="tx2"/>
                </a:solidFill>
                <a:effectLst/>
                <a:uLnTx/>
                <a:uFillTx/>
                <a:latin typeface="Raleway Light" panose="020B0003030101060003" pitchFamily="34" charset="0"/>
              </a:defRPr>
            </a:lvl1pPr>
          </a:lstStyle>
          <a:p>
            <a:pPr lvl="0"/>
            <a:r>
              <a:rPr lang="fr-FR" noProof="0">
                <a:latin typeface="+mj-lt"/>
              </a:rPr>
              <a:t>© ACI partners | Confidentiel </a:t>
            </a:r>
          </a:p>
        </p:txBody>
      </p:sp>
      <p:sp>
        <p:nvSpPr>
          <p:cNvPr id="10" name="Espace réservé du contenu 11">
            <a:extLst>
              <a:ext uri="{FF2B5EF4-FFF2-40B4-BE49-F238E27FC236}">
                <a16:creationId xmlns:a16="http://schemas.microsoft.com/office/drawing/2014/main" id="{4C4BA35F-4E6C-F444-2E60-7BFAA60BC237}"/>
              </a:ext>
            </a:extLst>
          </p:cNvPr>
          <p:cNvSpPr>
            <a:spLocks noGrp="1"/>
          </p:cNvSpPr>
          <p:nvPr>
            <p:ph sz="quarter" idx="12"/>
          </p:nvPr>
        </p:nvSpPr>
        <p:spPr>
          <a:xfrm>
            <a:off x="3706694" y="1606555"/>
            <a:ext cx="8104305" cy="457040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2159756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ande bleue à droite">
    <p:spTree>
      <p:nvGrpSpPr>
        <p:cNvPr id="1" name=""/>
        <p:cNvGrpSpPr/>
        <p:nvPr/>
      </p:nvGrpSpPr>
      <p:grpSpPr>
        <a:xfrm>
          <a:off x="0" y="0"/>
          <a:ext cx="0" cy="0"/>
          <a:chOff x="0" y="0"/>
          <a:chExt cx="0" cy="0"/>
        </a:xfrm>
      </p:grpSpPr>
      <p:graphicFrame>
        <p:nvGraphicFramePr>
          <p:cNvPr id="6" name="Objet 5" hidden="1">
            <a:extLst>
              <a:ext uri="{FF2B5EF4-FFF2-40B4-BE49-F238E27FC236}">
                <a16:creationId xmlns:a16="http://schemas.microsoft.com/office/drawing/2014/main" id="{96B5FBC2-58AC-2FAF-7D78-BF6E106ED017}"/>
              </a:ext>
            </a:extLst>
          </p:cNvPr>
          <p:cNvGraphicFramePr>
            <a:graphicFrameLocks noChangeAspect="1"/>
          </p:cNvGraphicFramePr>
          <p:nvPr>
            <p:custDataLst>
              <p:tags r:id="rId1"/>
            </p:custDataLst>
            <p:extLst>
              <p:ext uri="{D42A27DB-BD31-4B8C-83A1-F6EECF244321}">
                <p14:modId xmlns:p14="http://schemas.microsoft.com/office/powerpoint/2010/main" val="27410171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6" name="Objet 5" hidden="1">
                        <a:extLst>
                          <a:ext uri="{FF2B5EF4-FFF2-40B4-BE49-F238E27FC236}">
                            <a16:creationId xmlns:a16="http://schemas.microsoft.com/office/drawing/2014/main" id="{96B5FBC2-58AC-2FAF-7D78-BF6E106ED0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Rectangle 6">
            <a:extLst>
              <a:ext uri="{FF2B5EF4-FFF2-40B4-BE49-F238E27FC236}">
                <a16:creationId xmlns:a16="http://schemas.microsoft.com/office/drawing/2014/main" id="{CF30EC56-780E-456D-F690-0606D4ED1B3A}"/>
              </a:ext>
            </a:extLst>
          </p:cNvPr>
          <p:cNvSpPr/>
          <p:nvPr/>
        </p:nvSpPr>
        <p:spPr>
          <a:xfrm>
            <a:off x="9504486" y="152401"/>
            <a:ext cx="2531939" cy="65480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latin typeface="Raleway" panose="020B0003030101060003" pitchFamily="34" charset="0"/>
                <a:cs typeface="Arial" panose="020B0604020202020204" pitchFamily="34" charset="0"/>
              </a:rPr>
              <a:t> </a:t>
            </a:r>
          </a:p>
        </p:txBody>
      </p:sp>
      <p:sp>
        <p:nvSpPr>
          <p:cNvPr id="2" name="Titre 1">
            <a:extLst>
              <a:ext uri="{FF2B5EF4-FFF2-40B4-BE49-F238E27FC236}">
                <a16:creationId xmlns:a16="http://schemas.microsoft.com/office/drawing/2014/main" id="{0934E31E-55AD-3016-4711-D984139036C6}"/>
              </a:ext>
            </a:extLst>
          </p:cNvPr>
          <p:cNvSpPr>
            <a:spLocks noGrp="1"/>
          </p:cNvSpPr>
          <p:nvPr>
            <p:ph type="title" hasCustomPrompt="1"/>
          </p:nvPr>
        </p:nvSpPr>
        <p:spPr>
          <a:xfrm>
            <a:off x="380997" y="485693"/>
            <a:ext cx="9041953" cy="360000"/>
          </a:xfrm>
        </p:spPr>
        <p:txBody>
          <a:bodyPr vert="horz"/>
          <a:lstStyle/>
          <a:p>
            <a:r>
              <a:rPr lang="fr-FR"/>
              <a:t>Titre</a:t>
            </a:r>
          </a:p>
        </p:txBody>
      </p:sp>
      <p:sp>
        <p:nvSpPr>
          <p:cNvPr id="3" name="Espace réservé du pied de page 2">
            <a:extLst>
              <a:ext uri="{FF2B5EF4-FFF2-40B4-BE49-F238E27FC236}">
                <a16:creationId xmlns:a16="http://schemas.microsoft.com/office/drawing/2014/main" id="{48959EE3-0C1B-69B4-97CA-86F4273E5DE0}"/>
              </a:ext>
            </a:extLst>
          </p:cNvPr>
          <p:cNvSpPr>
            <a:spLocks noGrp="1"/>
          </p:cNvSpPr>
          <p:nvPr>
            <p:ph type="ftr" sz="quarter" idx="10"/>
          </p:nvPr>
        </p:nvSpPr>
        <p:spPr>
          <a:xfrm>
            <a:off x="2104549" y="6340476"/>
            <a:ext cx="7318401" cy="360000"/>
          </a:xfrm>
        </p:spPr>
        <p:txBody>
          <a:bodyPr/>
          <a:lstStyle/>
          <a:p>
            <a:endParaRPr lang="fr-FR"/>
          </a:p>
        </p:txBody>
      </p:sp>
      <p:sp>
        <p:nvSpPr>
          <p:cNvPr id="4" name="Espace réservé du numéro de diapositive 3">
            <a:extLst>
              <a:ext uri="{FF2B5EF4-FFF2-40B4-BE49-F238E27FC236}">
                <a16:creationId xmlns:a16="http://schemas.microsoft.com/office/drawing/2014/main" id="{72DF3A06-8A18-CB78-2E4B-836454BCF124}"/>
              </a:ext>
            </a:extLst>
          </p:cNvPr>
          <p:cNvSpPr>
            <a:spLocks noGrp="1"/>
          </p:cNvSpPr>
          <p:nvPr>
            <p:ph type="sldNum" sz="quarter" idx="11"/>
          </p:nvPr>
        </p:nvSpPr>
        <p:spPr>
          <a:xfrm>
            <a:off x="11219530" y="6340475"/>
            <a:ext cx="591470" cy="360001"/>
          </a:xfrm>
        </p:spPr>
        <p:txBody>
          <a:bodyPr/>
          <a:lstStyle>
            <a:lvl1pPr>
              <a:defRPr>
                <a:solidFill>
                  <a:schemeClr val="bg1"/>
                </a:solidFill>
              </a:defRPr>
            </a:lvl1pPr>
          </a:lstStyle>
          <a:p>
            <a:fld id="{BE9517EC-C298-4848-B090-11602D956FCE}" type="slidenum">
              <a:rPr lang="fr-FR" smtClean="0"/>
              <a:pPr/>
              <a:t>‹#›</a:t>
            </a:fld>
            <a:endParaRPr lang="fr-FR"/>
          </a:p>
        </p:txBody>
      </p:sp>
      <p:sp>
        <p:nvSpPr>
          <p:cNvPr id="5" name="Espace réservé du texte 13">
            <a:extLst>
              <a:ext uri="{FF2B5EF4-FFF2-40B4-BE49-F238E27FC236}">
                <a16:creationId xmlns:a16="http://schemas.microsoft.com/office/drawing/2014/main" id="{317CE532-FD4B-B975-10B5-801C19408195}"/>
              </a:ext>
            </a:extLst>
          </p:cNvPr>
          <p:cNvSpPr>
            <a:spLocks noGrp="1"/>
          </p:cNvSpPr>
          <p:nvPr>
            <p:ph type="body" sz="quarter" idx="13" hasCustomPrompt="1"/>
          </p:nvPr>
        </p:nvSpPr>
        <p:spPr>
          <a:xfrm>
            <a:off x="380995" y="1106551"/>
            <a:ext cx="9041953" cy="360000"/>
          </a:xfrm>
        </p:spPr>
        <p:txBody>
          <a:bodyPr anchor="t">
            <a:noAutofit/>
          </a:bodyPr>
          <a:lstStyle>
            <a:lvl1pPr marL="0" indent="0">
              <a:buNone/>
              <a:defRPr sz="1600">
                <a:solidFill>
                  <a:schemeClr val="tx2"/>
                </a:solidFill>
                <a:latin typeface="+mj-lt"/>
              </a:defRPr>
            </a:lvl1pPr>
          </a:lstStyle>
          <a:p>
            <a:pPr lvl="0"/>
            <a:r>
              <a:rPr lang="fr-FR"/>
              <a:t>Sous titre</a:t>
            </a:r>
          </a:p>
        </p:txBody>
      </p:sp>
      <p:pic>
        <p:nvPicPr>
          <p:cNvPr id="8" name="Graphic 12">
            <a:extLst>
              <a:ext uri="{FF2B5EF4-FFF2-40B4-BE49-F238E27FC236}">
                <a16:creationId xmlns:a16="http://schemas.microsoft.com/office/drawing/2014/main" id="{D53CA171-068E-EDB1-7CF5-A2BB8CAEC11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422950" y="6232787"/>
            <a:ext cx="1796580" cy="610723"/>
          </a:xfrm>
          <a:prstGeom prst="rect">
            <a:avLst/>
          </a:prstGeom>
        </p:spPr>
      </p:pic>
      <p:sp>
        <p:nvSpPr>
          <p:cNvPr id="9" name="Espace réservé du contenu 11">
            <a:extLst>
              <a:ext uri="{FF2B5EF4-FFF2-40B4-BE49-F238E27FC236}">
                <a16:creationId xmlns:a16="http://schemas.microsoft.com/office/drawing/2014/main" id="{B8E04866-5B0C-A17E-298A-637EC30BB1CD}"/>
              </a:ext>
            </a:extLst>
          </p:cNvPr>
          <p:cNvSpPr>
            <a:spLocks noGrp="1"/>
          </p:cNvSpPr>
          <p:nvPr>
            <p:ph sz="quarter" idx="12"/>
          </p:nvPr>
        </p:nvSpPr>
        <p:spPr>
          <a:xfrm>
            <a:off x="380997" y="1825624"/>
            <a:ext cx="9041952"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197273557"/>
      </p:ext>
    </p:extLst>
  </p:cSld>
  <p:clrMapOvr>
    <a:masterClrMapping/>
  </p:clrMapOvr>
  <p:extLst>
    <p:ext uri="{DCECCB84-F9BA-43D5-87BE-67443E8EF086}">
      <p15:sldGuideLst xmlns:p15="http://schemas.microsoft.com/office/powerpoint/2012/main">
        <p15:guide id="2" orient="horz" pos="422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re et contenu">
    <p:spTree>
      <p:nvGrpSpPr>
        <p:cNvPr id="1" name=""/>
        <p:cNvGrpSpPr/>
        <p:nvPr/>
      </p:nvGrpSpPr>
      <p:grpSpPr>
        <a:xfrm>
          <a:off x="0" y="0"/>
          <a:ext cx="0" cy="0"/>
          <a:chOff x="0" y="0"/>
          <a:chExt cx="0" cy="0"/>
        </a:xfrm>
      </p:grpSpPr>
      <p:graphicFrame>
        <p:nvGraphicFramePr>
          <p:cNvPr id="10" name="Objet 9" hidden="1">
            <a:extLst>
              <a:ext uri="{FF2B5EF4-FFF2-40B4-BE49-F238E27FC236}">
                <a16:creationId xmlns:a16="http://schemas.microsoft.com/office/drawing/2014/main" id="{05A7B304-0FC6-A7CA-FA84-47B4F0706119}"/>
              </a:ext>
            </a:extLst>
          </p:cNvPr>
          <p:cNvGraphicFramePr>
            <a:graphicFrameLocks noChangeAspect="1"/>
          </p:cNvGraphicFramePr>
          <p:nvPr>
            <p:custDataLst>
              <p:tags r:id="rId1"/>
            </p:custDataLst>
            <p:extLst>
              <p:ext uri="{D42A27DB-BD31-4B8C-83A1-F6EECF244321}">
                <p14:modId xmlns:p14="http://schemas.microsoft.com/office/powerpoint/2010/main" val="12559535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10" name="Objet 9" hidden="1">
                        <a:extLst>
                          <a:ext uri="{FF2B5EF4-FFF2-40B4-BE49-F238E27FC236}">
                            <a16:creationId xmlns:a16="http://schemas.microsoft.com/office/drawing/2014/main" id="{05A7B304-0FC6-A7CA-FA84-47B4F070611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54BAF359-327C-B4E8-9F79-27F34771BBEA}"/>
              </a:ext>
            </a:extLst>
          </p:cNvPr>
          <p:cNvSpPr>
            <a:spLocks noGrp="1"/>
          </p:cNvSpPr>
          <p:nvPr>
            <p:ph type="title" hasCustomPrompt="1"/>
          </p:nvPr>
        </p:nvSpPr>
        <p:spPr/>
        <p:txBody>
          <a:bodyPr vert="horz" anchor="t"/>
          <a:lstStyle>
            <a:lvl1pPr>
              <a:defRPr>
                <a:latin typeface="+mj-lt"/>
              </a:defRPr>
            </a:lvl1pPr>
          </a:lstStyle>
          <a:p>
            <a:r>
              <a:rPr lang="fr-FR"/>
              <a:t>Titre</a:t>
            </a:r>
          </a:p>
        </p:txBody>
      </p:sp>
      <p:sp>
        <p:nvSpPr>
          <p:cNvPr id="3" name="Espace réservé du pied de page 2">
            <a:extLst>
              <a:ext uri="{FF2B5EF4-FFF2-40B4-BE49-F238E27FC236}">
                <a16:creationId xmlns:a16="http://schemas.microsoft.com/office/drawing/2014/main" id="{3E6FB74B-9577-0CA4-476E-AF81AA57CDBE}"/>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527C0B86-BB50-84CF-E7B5-FAD5FB9A6B50}"/>
              </a:ext>
            </a:extLst>
          </p:cNvPr>
          <p:cNvSpPr>
            <a:spLocks noGrp="1"/>
          </p:cNvSpPr>
          <p:nvPr>
            <p:ph type="sldNum" sz="quarter" idx="11"/>
          </p:nvPr>
        </p:nvSpPr>
        <p:spPr/>
        <p:txBody>
          <a:bodyPr/>
          <a:lstStyle/>
          <a:p>
            <a:fld id="{BE9517EC-C298-4848-B090-11602D956FCE}" type="slidenum">
              <a:rPr lang="fr-FR" smtClean="0"/>
              <a:pPr/>
              <a:t>‹#›</a:t>
            </a:fld>
            <a:endParaRPr lang="fr-FR"/>
          </a:p>
        </p:txBody>
      </p:sp>
      <p:sp>
        <p:nvSpPr>
          <p:cNvPr id="12" name="Espace réservé du contenu 11">
            <a:extLst>
              <a:ext uri="{FF2B5EF4-FFF2-40B4-BE49-F238E27FC236}">
                <a16:creationId xmlns:a16="http://schemas.microsoft.com/office/drawing/2014/main" id="{2541A85A-BD07-8F9E-3F4A-2FA68B1A9116}"/>
              </a:ext>
            </a:extLst>
          </p:cNvPr>
          <p:cNvSpPr>
            <a:spLocks noGrp="1"/>
          </p:cNvSpPr>
          <p:nvPr>
            <p:ph sz="quarter" idx="12"/>
          </p:nvPr>
        </p:nvSpPr>
        <p:spPr>
          <a:xfrm>
            <a:off x="380996" y="1825624"/>
            <a:ext cx="11430003"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3">
            <a:extLst>
              <a:ext uri="{FF2B5EF4-FFF2-40B4-BE49-F238E27FC236}">
                <a16:creationId xmlns:a16="http://schemas.microsoft.com/office/drawing/2014/main" id="{73C495DC-BFBC-1250-EA79-F47766C421FF}"/>
              </a:ext>
            </a:extLst>
          </p:cNvPr>
          <p:cNvSpPr>
            <a:spLocks noGrp="1"/>
          </p:cNvSpPr>
          <p:nvPr>
            <p:ph type="body" sz="quarter" idx="13" hasCustomPrompt="1"/>
          </p:nvPr>
        </p:nvSpPr>
        <p:spPr>
          <a:xfrm>
            <a:off x="380995" y="1106551"/>
            <a:ext cx="11430003" cy="360000"/>
          </a:xfrm>
        </p:spPr>
        <p:txBody>
          <a:bodyPr anchor="t">
            <a:noAutofit/>
          </a:bodyPr>
          <a:lstStyle>
            <a:lvl1pPr marL="0" indent="0">
              <a:buFont typeface="Arial" panose="020B0604020202020204" pitchFamily="34" charset="0"/>
              <a:buNone/>
              <a:defRPr sz="1600">
                <a:solidFill>
                  <a:schemeClr val="tx2"/>
                </a:solidFill>
                <a:latin typeface="+mj-lt"/>
              </a:defRPr>
            </a:lvl1pPr>
          </a:lstStyle>
          <a:p>
            <a:pPr lvl="0"/>
            <a:r>
              <a:rPr lang="fr-FR"/>
              <a:t>Sous titre</a:t>
            </a:r>
          </a:p>
        </p:txBody>
      </p:sp>
    </p:spTree>
    <p:extLst>
      <p:ext uri="{BB962C8B-B14F-4D97-AF65-F5344CB8AC3E}">
        <p14:creationId xmlns:p14="http://schemas.microsoft.com/office/powerpoint/2010/main" val="3828655395"/>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Deux contenus">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E584D3DA-06A6-90D1-6DF7-2FEA8FFF468E}"/>
              </a:ext>
            </a:extLst>
          </p:cNvPr>
          <p:cNvGraphicFramePr>
            <a:graphicFrameLocks noChangeAspect="1"/>
          </p:cNvGraphicFramePr>
          <p:nvPr>
            <p:custDataLst>
              <p:tags r:id="rId1"/>
            </p:custDataLst>
            <p:extLst>
              <p:ext uri="{D42A27DB-BD31-4B8C-83A1-F6EECF244321}">
                <p14:modId xmlns:p14="http://schemas.microsoft.com/office/powerpoint/2010/main" val="36087087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7" name="Objet 6" hidden="1">
                        <a:extLst>
                          <a:ext uri="{FF2B5EF4-FFF2-40B4-BE49-F238E27FC236}">
                            <a16:creationId xmlns:a16="http://schemas.microsoft.com/office/drawing/2014/main" id="{E584D3DA-06A6-90D1-6DF7-2FEA8FFF46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D311293C-4E46-DE81-1031-5F6DB6582B31}"/>
              </a:ext>
            </a:extLst>
          </p:cNvPr>
          <p:cNvSpPr>
            <a:spLocks noGrp="1"/>
          </p:cNvSpPr>
          <p:nvPr>
            <p:ph type="title" hasCustomPrompt="1"/>
          </p:nvPr>
        </p:nvSpPr>
        <p:spPr>
          <a:xfrm>
            <a:off x="380997" y="485693"/>
            <a:ext cx="11430003" cy="360000"/>
          </a:xfrm>
        </p:spPr>
        <p:txBody>
          <a:bodyPr vert="horz"/>
          <a:lstStyle/>
          <a:p>
            <a:r>
              <a:rPr lang="fr-FR"/>
              <a:t>Titre</a:t>
            </a:r>
          </a:p>
        </p:txBody>
      </p:sp>
      <p:sp>
        <p:nvSpPr>
          <p:cNvPr id="3" name="Espace réservé du pied de page 2">
            <a:extLst>
              <a:ext uri="{FF2B5EF4-FFF2-40B4-BE49-F238E27FC236}">
                <a16:creationId xmlns:a16="http://schemas.microsoft.com/office/drawing/2014/main" id="{A2871FB5-AB60-3571-CD21-C2CCF30D22D3}"/>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F5BDFD3E-908E-E3D9-AB3A-B8B70C08788C}"/>
              </a:ext>
            </a:extLst>
          </p:cNvPr>
          <p:cNvSpPr>
            <a:spLocks noGrp="1"/>
          </p:cNvSpPr>
          <p:nvPr>
            <p:ph type="sldNum" sz="quarter" idx="11"/>
          </p:nvPr>
        </p:nvSpPr>
        <p:spPr/>
        <p:txBody>
          <a:bodyPr/>
          <a:lstStyle/>
          <a:p>
            <a:fld id="{BE9517EC-C298-4848-B090-11602D956FCE}" type="slidenum">
              <a:rPr lang="fr-FR" smtClean="0"/>
              <a:pPr/>
              <a:t>‹#›</a:t>
            </a:fld>
            <a:endParaRPr lang="fr-FR"/>
          </a:p>
        </p:txBody>
      </p:sp>
      <p:sp>
        <p:nvSpPr>
          <p:cNvPr id="5" name="Espace réservé du texte 11">
            <a:extLst>
              <a:ext uri="{FF2B5EF4-FFF2-40B4-BE49-F238E27FC236}">
                <a16:creationId xmlns:a16="http://schemas.microsoft.com/office/drawing/2014/main" id="{342B26D2-F03E-7490-0963-2AD80C3B6A8B}"/>
              </a:ext>
            </a:extLst>
          </p:cNvPr>
          <p:cNvSpPr>
            <a:spLocks noGrp="1"/>
          </p:cNvSpPr>
          <p:nvPr>
            <p:ph type="body" sz="quarter" idx="14" hasCustomPrompt="1"/>
          </p:nvPr>
        </p:nvSpPr>
        <p:spPr>
          <a:xfrm>
            <a:off x="380997" y="1106551"/>
            <a:ext cx="5580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6" name="Espace réservé du texte 11">
            <a:extLst>
              <a:ext uri="{FF2B5EF4-FFF2-40B4-BE49-F238E27FC236}">
                <a16:creationId xmlns:a16="http://schemas.microsoft.com/office/drawing/2014/main" id="{C09F6E40-0B05-4D05-F386-EB73033D29DB}"/>
              </a:ext>
            </a:extLst>
          </p:cNvPr>
          <p:cNvSpPr>
            <a:spLocks noGrp="1"/>
          </p:cNvSpPr>
          <p:nvPr>
            <p:ph type="body" sz="quarter" idx="15" hasCustomPrompt="1"/>
          </p:nvPr>
        </p:nvSpPr>
        <p:spPr>
          <a:xfrm>
            <a:off x="6231005" y="1106551"/>
            <a:ext cx="5580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2" name="Espace réservé du contenu 11">
            <a:extLst>
              <a:ext uri="{FF2B5EF4-FFF2-40B4-BE49-F238E27FC236}">
                <a16:creationId xmlns:a16="http://schemas.microsoft.com/office/drawing/2014/main" id="{BCE084AA-AC21-A352-45C9-B15AF5C04C30}"/>
              </a:ext>
            </a:extLst>
          </p:cNvPr>
          <p:cNvSpPr>
            <a:spLocks noGrp="1"/>
          </p:cNvSpPr>
          <p:nvPr>
            <p:ph sz="quarter" idx="12"/>
          </p:nvPr>
        </p:nvSpPr>
        <p:spPr>
          <a:xfrm>
            <a:off x="380997" y="1825624"/>
            <a:ext cx="5580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3" name="Espace réservé du contenu 11">
            <a:extLst>
              <a:ext uri="{FF2B5EF4-FFF2-40B4-BE49-F238E27FC236}">
                <a16:creationId xmlns:a16="http://schemas.microsoft.com/office/drawing/2014/main" id="{922C5E9B-333D-AE2C-4982-73E30FAD37C9}"/>
              </a:ext>
            </a:extLst>
          </p:cNvPr>
          <p:cNvSpPr>
            <a:spLocks noGrp="1"/>
          </p:cNvSpPr>
          <p:nvPr>
            <p:ph sz="quarter" idx="16"/>
          </p:nvPr>
        </p:nvSpPr>
        <p:spPr>
          <a:xfrm>
            <a:off x="6231005" y="1825624"/>
            <a:ext cx="5580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65781092"/>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eux contenus 1-2">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E584D3DA-06A6-90D1-6DF7-2FEA8FFF468E}"/>
              </a:ext>
            </a:extLst>
          </p:cNvPr>
          <p:cNvGraphicFramePr>
            <a:graphicFrameLocks noChangeAspect="1"/>
          </p:cNvGraphicFramePr>
          <p:nvPr>
            <p:custDataLst>
              <p:tags r:id="rId1"/>
            </p:custDataLst>
            <p:extLst>
              <p:ext uri="{D42A27DB-BD31-4B8C-83A1-F6EECF244321}">
                <p14:modId xmlns:p14="http://schemas.microsoft.com/office/powerpoint/2010/main" val="7870777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7" name="Objet 6" hidden="1">
                        <a:extLst>
                          <a:ext uri="{FF2B5EF4-FFF2-40B4-BE49-F238E27FC236}">
                            <a16:creationId xmlns:a16="http://schemas.microsoft.com/office/drawing/2014/main" id="{E584D3DA-06A6-90D1-6DF7-2FEA8FFF46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D311293C-4E46-DE81-1031-5F6DB6582B31}"/>
              </a:ext>
            </a:extLst>
          </p:cNvPr>
          <p:cNvSpPr>
            <a:spLocks noGrp="1"/>
          </p:cNvSpPr>
          <p:nvPr>
            <p:ph type="title" hasCustomPrompt="1"/>
          </p:nvPr>
        </p:nvSpPr>
        <p:spPr>
          <a:xfrm>
            <a:off x="380997" y="485693"/>
            <a:ext cx="11430003" cy="360000"/>
          </a:xfrm>
        </p:spPr>
        <p:txBody>
          <a:bodyPr vert="horz"/>
          <a:lstStyle/>
          <a:p>
            <a:r>
              <a:rPr lang="fr-FR"/>
              <a:t>Titre</a:t>
            </a:r>
          </a:p>
        </p:txBody>
      </p:sp>
      <p:sp>
        <p:nvSpPr>
          <p:cNvPr id="3" name="Espace réservé du pied de page 2">
            <a:extLst>
              <a:ext uri="{FF2B5EF4-FFF2-40B4-BE49-F238E27FC236}">
                <a16:creationId xmlns:a16="http://schemas.microsoft.com/office/drawing/2014/main" id="{A2871FB5-AB60-3571-CD21-C2CCF30D22D3}"/>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F5BDFD3E-908E-E3D9-AB3A-B8B70C08788C}"/>
              </a:ext>
            </a:extLst>
          </p:cNvPr>
          <p:cNvSpPr>
            <a:spLocks noGrp="1"/>
          </p:cNvSpPr>
          <p:nvPr>
            <p:ph type="sldNum" sz="quarter" idx="11"/>
          </p:nvPr>
        </p:nvSpPr>
        <p:spPr/>
        <p:txBody>
          <a:bodyPr/>
          <a:lstStyle/>
          <a:p>
            <a:fld id="{BE9517EC-C298-4848-B090-11602D956FCE}" type="slidenum">
              <a:rPr lang="fr-FR" smtClean="0"/>
              <a:pPr/>
              <a:t>‹#›</a:t>
            </a:fld>
            <a:endParaRPr lang="fr-FR"/>
          </a:p>
        </p:txBody>
      </p:sp>
      <p:sp>
        <p:nvSpPr>
          <p:cNvPr id="5" name="Espace réservé du texte 11">
            <a:extLst>
              <a:ext uri="{FF2B5EF4-FFF2-40B4-BE49-F238E27FC236}">
                <a16:creationId xmlns:a16="http://schemas.microsoft.com/office/drawing/2014/main" id="{342B26D2-F03E-7490-0963-2AD80C3B6A8B}"/>
              </a:ext>
            </a:extLst>
          </p:cNvPr>
          <p:cNvSpPr>
            <a:spLocks noGrp="1"/>
          </p:cNvSpPr>
          <p:nvPr>
            <p:ph type="body" sz="quarter" idx="14" hasCustomPrompt="1"/>
          </p:nvPr>
        </p:nvSpPr>
        <p:spPr>
          <a:xfrm>
            <a:off x="380997" y="1106551"/>
            <a:ext cx="3780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2" name="Espace réservé du contenu 11">
            <a:extLst>
              <a:ext uri="{FF2B5EF4-FFF2-40B4-BE49-F238E27FC236}">
                <a16:creationId xmlns:a16="http://schemas.microsoft.com/office/drawing/2014/main" id="{BCE084AA-AC21-A352-45C9-B15AF5C04C30}"/>
              </a:ext>
            </a:extLst>
          </p:cNvPr>
          <p:cNvSpPr>
            <a:spLocks noGrp="1"/>
          </p:cNvSpPr>
          <p:nvPr>
            <p:ph sz="quarter" idx="12"/>
          </p:nvPr>
        </p:nvSpPr>
        <p:spPr>
          <a:xfrm>
            <a:off x="380997" y="1825624"/>
            <a:ext cx="3780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9DBA95B2-8684-CA04-5C78-DBBABC955808}"/>
              </a:ext>
            </a:extLst>
          </p:cNvPr>
          <p:cNvSpPr>
            <a:spLocks noGrp="1"/>
          </p:cNvSpPr>
          <p:nvPr>
            <p:ph type="body" sz="quarter" idx="17" hasCustomPrompt="1"/>
          </p:nvPr>
        </p:nvSpPr>
        <p:spPr>
          <a:xfrm>
            <a:off x="4241999" y="1106551"/>
            <a:ext cx="7569001"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5" name="Espace réservé du contenu 11">
            <a:extLst>
              <a:ext uri="{FF2B5EF4-FFF2-40B4-BE49-F238E27FC236}">
                <a16:creationId xmlns:a16="http://schemas.microsoft.com/office/drawing/2014/main" id="{C27C6CE7-CF8F-073D-79CA-F6870172FD5D}"/>
              </a:ext>
            </a:extLst>
          </p:cNvPr>
          <p:cNvSpPr>
            <a:spLocks noGrp="1"/>
          </p:cNvSpPr>
          <p:nvPr>
            <p:ph sz="quarter" idx="18"/>
          </p:nvPr>
        </p:nvSpPr>
        <p:spPr>
          <a:xfrm>
            <a:off x="4241999" y="1825624"/>
            <a:ext cx="7569001"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503887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eux contenus 2-1">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E584D3DA-06A6-90D1-6DF7-2FEA8FFF468E}"/>
              </a:ext>
            </a:extLst>
          </p:cNvPr>
          <p:cNvGraphicFramePr>
            <a:graphicFrameLocks noChangeAspect="1"/>
          </p:cNvGraphicFramePr>
          <p:nvPr>
            <p:custDataLst>
              <p:tags r:id="rId1"/>
            </p:custDataLst>
            <p:extLst>
              <p:ext uri="{D42A27DB-BD31-4B8C-83A1-F6EECF244321}">
                <p14:modId xmlns:p14="http://schemas.microsoft.com/office/powerpoint/2010/main" val="28399407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7" name="Objet 6" hidden="1">
                        <a:extLst>
                          <a:ext uri="{FF2B5EF4-FFF2-40B4-BE49-F238E27FC236}">
                            <a16:creationId xmlns:a16="http://schemas.microsoft.com/office/drawing/2014/main" id="{E584D3DA-06A6-90D1-6DF7-2FEA8FFF46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D311293C-4E46-DE81-1031-5F6DB6582B31}"/>
              </a:ext>
            </a:extLst>
          </p:cNvPr>
          <p:cNvSpPr>
            <a:spLocks noGrp="1"/>
          </p:cNvSpPr>
          <p:nvPr>
            <p:ph type="title" hasCustomPrompt="1"/>
          </p:nvPr>
        </p:nvSpPr>
        <p:spPr>
          <a:xfrm>
            <a:off x="380997" y="485693"/>
            <a:ext cx="11430003" cy="360000"/>
          </a:xfrm>
        </p:spPr>
        <p:txBody>
          <a:bodyPr vert="horz"/>
          <a:lstStyle/>
          <a:p>
            <a:r>
              <a:rPr lang="fr-FR"/>
              <a:t>Titre</a:t>
            </a:r>
          </a:p>
        </p:txBody>
      </p:sp>
      <p:sp>
        <p:nvSpPr>
          <p:cNvPr id="3" name="Espace réservé du pied de page 2">
            <a:extLst>
              <a:ext uri="{FF2B5EF4-FFF2-40B4-BE49-F238E27FC236}">
                <a16:creationId xmlns:a16="http://schemas.microsoft.com/office/drawing/2014/main" id="{A2871FB5-AB60-3571-CD21-C2CCF30D22D3}"/>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F5BDFD3E-908E-E3D9-AB3A-B8B70C08788C}"/>
              </a:ext>
            </a:extLst>
          </p:cNvPr>
          <p:cNvSpPr>
            <a:spLocks noGrp="1"/>
          </p:cNvSpPr>
          <p:nvPr>
            <p:ph type="sldNum" sz="quarter" idx="11"/>
          </p:nvPr>
        </p:nvSpPr>
        <p:spPr/>
        <p:txBody>
          <a:bodyPr/>
          <a:lstStyle/>
          <a:p>
            <a:fld id="{BE9517EC-C298-4848-B090-11602D956FCE}" type="slidenum">
              <a:rPr lang="fr-FR" smtClean="0"/>
              <a:pPr/>
              <a:t>‹#›</a:t>
            </a:fld>
            <a:endParaRPr lang="fr-FR"/>
          </a:p>
        </p:txBody>
      </p:sp>
      <p:sp>
        <p:nvSpPr>
          <p:cNvPr id="5" name="Espace réservé du texte 11">
            <a:extLst>
              <a:ext uri="{FF2B5EF4-FFF2-40B4-BE49-F238E27FC236}">
                <a16:creationId xmlns:a16="http://schemas.microsoft.com/office/drawing/2014/main" id="{342B26D2-F03E-7490-0963-2AD80C3B6A8B}"/>
              </a:ext>
            </a:extLst>
          </p:cNvPr>
          <p:cNvSpPr>
            <a:spLocks noGrp="1"/>
          </p:cNvSpPr>
          <p:nvPr>
            <p:ph type="body" sz="quarter" idx="14" hasCustomPrompt="1"/>
          </p:nvPr>
        </p:nvSpPr>
        <p:spPr>
          <a:xfrm>
            <a:off x="380997" y="1106551"/>
            <a:ext cx="7641002"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2" name="Espace réservé du contenu 11">
            <a:extLst>
              <a:ext uri="{FF2B5EF4-FFF2-40B4-BE49-F238E27FC236}">
                <a16:creationId xmlns:a16="http://schemas.microsoft.com/office/drawing/2014/main" id="{BCE084AA-AC21-A352-45C9-B15AF5C04C30}"/>
              </a:ext>
            </a:extLst>
          </p:cNvPr>
          <p:cNvSpPr>
            <a:spLocks noGrp="1"/>
          </p:cNvSpPr>
          <p:nvPr>
            <p:ph sz="quarter" idx="12"/>
          </p:nvPr>
        </p:nvSpPr>
        <p:spPr>
          <a:xfrm>
            <a:off x="380996" y="1825624"/>
            <a:ext cx="7641001"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9DBA95B2-8684-CA04-5C78-DBBABC955808}"/>
              </a:ext>
            </a:extLst>
          </p:cNvPr>
          <p:cNvSpPr>
            <a:spLocks noGrp="1"/>
          </p:cNvSpPr>
          <p:nvPr>
            <p:ph type="body" sz="quarter" idx="17" hasCustomPrompt="1"/>
          </p:nvPr>
        </p:nvSpPr>
        <p:spPr>
          <a:xfrm>
            <a:off x="8103000" y="1106551"/>
            <a:ext cx="3708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5" name="Espace réservé du contenu 11">
            <a:extLst>
              <a:ext uri="{FF2B5EF4-FFF2-40B4-BE49-F238E27FC236}">
                <a16:creationId xmlns:a16="http://schemas.microsoft.com/office/drawing/2014/main" id="{C27C6CE7-CF8F-073D-79CA-F6870172FD5D}"/>
              </a:ext>
            </a:extLst>
          </p:cNvPr>
          <p:cNvSpPr>
            <a:spLocks noGrp="1"/>
          </p:cNvSpPr>
          <p:nvPr>
            <p:ph sz="quarter" idx="18"/>
          </p:nvPr>
        </p:nvSpPr>
        <p:spPr>
          <a:xfrm>
            <a:off x="8103000" y="1825624"/>
            <a:ext cx="3708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949580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rois contenus">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E584D3DA-06A6-90D1-6DF7-2FEA8FFF468E}"/>
              </a:ext>
            </a:extLst>
          </p:cNvPr>
          <p:cNvGraphicFramePr>
            <a:graphicFrameLocks noChangeAspect="1"/>
          </p:cNvGraphicFramePr>
          <p:nvPr>
            <p:custDataLst>
              <p:tags r:id="rId1"/>
            </p:custDataLst>
            <p:extLst>
              <p:ext uri="{D42A27DB-BD31-4B8C-83A1-F6EECF244321}">
                <p14:modId xmlns:p14="http://schemas.microsoft.com/office/powerpoint/2010/main" val="40966173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7" name="Objet 6" hidden="1">
                        <a:extLst>
                          <a:ext uri="{FF2B5EF4-FFF2-40B4-BE49-F238E27FC236}">
                            <a16:creationId xmlns:a16="http://schemas.microsoft.com/office/drawing/2014/main" id="{E584D3DA-06A6-90D1-6DF7-2FEA8FFF46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D311293C-4E46-DE81-1031-5F6DB6582B31}"/>
              </a:ext>
            </a:extLst>
          </p:cNvPr>
          <p:cNvSpPr>
            <a:spLocks noGrp="1"/>
          </p:cNvSpPr>
          <p:nvPr>
            <p:ph type="title" hasCustomPrompt="1"/>
          </p:nvPr>
        </p:nvSpPr>
        <p:spPr>
          <a:xfrm>
            <a:off x="380997" y="485693"/>
            <a:ext cx="11430003" cy="360000"/>
          </a:xfrm>
        </p:spPr>
        <p:txBody>
          <a:bodyPr vert="horz"/>
          <a:lstStyle/>
          <a:p>
            <a:r>
              <a:rPr lang="fr-FR"/>
              <a:t>Titre</a:t>
            </a:r>
          </a:p>
        </p:txBody>
      </p:sp>
      <p:sp>
        <p:nvSpPr>
          <p:cNvPr id="3" name="Espace réservé du pied de page 2">
            <a:extLst>
              <a:ext uri="{FF2B5EF4-FFF2-40B4-BE49-F238E27FC236}">
                <a16:creationId xmlns:a16="http://schemas.microsoft.com/office/drawing/2014/main" id="{A2871FB5-AB60-3571-CD21-C2CCF30D22D3}"/>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F5BDFD3E-908E-E3D9-AB3A-B8B70C08788C}"/>
              </a:ext>
            </a:extLst>
          </p:cNvPr>
          <p:cNvSpPr>
            <a:spLocks noGrp="1"/>
          </p:cNvSpPr>
          <p:nvPr>
            <p:ph type="sldNum" sz="quarter" idx="11"/>
          </p:nvPr>
        </p:nvSpPr>
        <p:spPr/>
        <p:txBody>
          <a:bodyPr/>
          <a:lstStyle/>
          <a:p>
            <a:fld id="{BE9517EC-C298-4848-B090-11602D956FCE}" type="slidenum">
              <a:rPr lang="fr-FR" smtClean="0"/>
              <a:pPr/>
              <a:t>‹#›</a:t>
            </a:fld>
            <a:endParaRPr lang="fr-FR"/>
          </a:p>
        </p:txBody>
      </p:sp>
      <p:sp>
        <p:nvSpPr>
          <p:cNvPr id="5" name="Espace réservé du texte 11">
            <a:extLst>
              <a:ext uri="{FF2B5EF4-FFF2-40B4-BE49-F238E27FC236}">
                <a16:creationId xmlns:a16="http://schemas.microsoft.com/office/drawing/2014/main" id="{342B26D2-F03E-7490-0963-2AD80C3B6A8B}"/>
              </a:ext>
            </a:extLst>
          </p:cNvPr>
          <p:cNvSpPr>
            <a:spLocks noGrp="1"/>
          </p:cNvSpPr>
          <p:nvPr>
            <p:ph type="body" sz="quarter" idx="14" hasCustomPrompt="1"/>
          </p:nvPr>
        </p:nvSpPr>
        <p:spPr>
          <a:xfrm>
            <a:off x="380997" y="1106551"/>
            <a:ext cx="3780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2" name="Espace réservé du contenu 11">
            <a:extLst>
              <a:ext uri="{FF2B5EF4-FFF2-40B4-BE49-F238E27FC236}">
                <a16:creationId xmlns:a16="http://schemas.microsoft.com/office/drawing/2014/main" id="{BCE084AA-AC21-A352-45C9-B15AF5C04C30}"/>
              </a:ext>
            </a:extLst>
          </p:cNvPr>
          <p:cNvSpPr>
            <a:spLocks noGrp="1"/>
          </p:cNvSpPr>
          <p:nvPr>
            <p:ph sz="quarter" idx="12"/>
          </p:nvPr>
        </p:nvSpPr>
        <p:spPr>
          <a:xfrm>
            <a:off x="380997" y="1825624"/>
            <a:ext cx="3780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 name="Espace réservé du texte 11">
            <a:extLst>
              <a:ext uri="{FF2B5EF4-FFF2-40B4-BE49-F238E27FC236}">
                <a16:creationId xmlns:a16="http://schemas.microsoft.com/office/drawing/2014/main" id="{061B42E4-1FCD-A654-7B40-D184085DD133}"/>
              </a:ext>
            </a:extLst>
          </p:cNvPr>
          <p:cNvSpPr>
            <a:spLocks noGrp="1"/>
          </p:cNvSpPr>
          <p:nvPr>
            <p:ph type="body" sz="quarter" idx="15" hasCustomPrompt="1"/>
          </p:nvPr>
        </p:nvSpPr>
        <p:spPr>
          <a:xfrm>
            <a:off x="4205998" y="1106551"/>
            <a:ext cx="3780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1" name="Espace réservé du contenu 11">
            <a:extLst>
              <a:ext uri="{FF2B5EF4-FFF2-40B4-BE49-F238E27FC236}">
                <a16:creationId xmlns:a16="http://schemas.microsoft.com/office/drawing/2014/main" id="{5C41A9E7-AEDF-C9A6-A6FC-31C65E7147D2}"/>
              </a:ext>
            </a:extLst>
          </p:cNvPr>
          <p:cNvSpPr>
            <a:spLocks noGrp="1"/>
          </p:cNvSpPr>
          <p:nvPr>
            <p:ph sz="quarter" idx="16"/>
          </p:nvPr>
        </p:nvSpPr>
        <p:spPr>
          <a:xfrm>
            <a:off x="4205998" y="1825624"/>
            <a:ext cx="3780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9DBA95B2-8684-CA04-5C78-DBBABC955808}"/>
              </a:ext>
            </a:extLst>
          </p:cNvPr>
          <p:cNvSpPr>
            <a:spLocks noGrp="1"/>
          </p:cNvSpPr>
          <p:nvPr>
            <p:ph type="body" sz="quarter" idx="17" hasCustomPrompt="1"/>
          </p:nvPr>
        </p:nvSpPr>
        <p:spPr>
          <a:xfrm>
            <a:off x="8031000" y="1106551"/>
            <a:ext cx="3780000" cy="360000"/>
          </a:xfrm>
        </p:spPr>
        <p:txBody>
          <a:bodyPr vert="horz" lIns="91440" tIns="45720" rIns="91440" bIns="45720" rtlCol="0" anchor="t">
            <a:noAutofit/>
          </a:bodyPr>
          <a:lstStyle>
            <a:lvl1pPr marL="0" indent="0" algn="ctr">
              <a:buFont typeface="+mj-lt"/>
              <a:buNone/>
              <a:defRPr lang="fr-FR" sz="1600" kern="1200" dirty="0">
                <a:solidFill>
                  <a:schemeClr val="tx2"/>
                </a:solidFill>
                <a:latin typeface="+mj-lt"/>
                <a:ea typeface="+mn-ea"/>
                <a:cs typeface="+mn-cs"/>
              </a:defRPr>
            </a:lvl1pPr>
          </a:lstStyle>
          <a:p>
            <a:pPr marL="228600" lvl="0" indent="-228600" algn="l" defTabSz="914400" rtl="0" eaLnBrk="1" latinLnBrk="0" hangingPunct="1">
              <a:lnSpc>
                <a:spcPct val="90000"/>
              </a:lnSpc>
              <a:spcBef>
                <a:spcPts val="1000"/>
              </a:spcBef>
              <a:buClr>
                <a:schemeClr val="tx2"/>
              </a:buClr>
            </a:pPr>
            <a:r>
              <a:rPr lang="fr-FR"/>
              <a:t>Sous titre</a:t>
            </a:r>
          </a:p>
        </p:txBody>
      </p:sp>
      <p:sp>
        <p:nvSpPr>
          <p:cNvPr id="15" name="Espace réservé du contenu 11">
            <a:extLst>
              <a:ext uri="{FF2B5EF4-FFF2-40B4-BE49-F238E27FC236}">
                <a16:creationId xmlns:a16="http://schemas.microsoft.com/office/drawing/2014/main" id="{C27C6CE7-CF8F-073D-79CA-F6870172FD5D}"/>
              </a:ext>
            </a:extLst>
          </p:cNvPr>
          <p:cNvSpPr>
            <a:spLocks noGrp="1"/>
          </p:cNvSpPr>
          <p:nvPr>
            <p:ph sz="quarter" idx="18"/>
          </p:nvPr>
        </p:nvSpPr>
        <p:spPr>
          <a:xfrm>
            <a:off x="8031000" y="1825624"/>
            <a:ext cx="3780000" cy="43513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3339582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re &amp; sous titre">
    <p:spTree>
      <p:nvGrpSpPr>
        <p:cNvPr id="1" name=""/>
        <p:cNvGrpSpPr/>
        <p:nvPr/>
      </p:nvGrpSpPr>
      <p:grpSpPr>
        <a:xfrm>
          <a:off x="0" y="0"/>
          <a:ext cx="0" cy="0"/>
          <a:chOff x="0" y="0"/>
          <a:chExt cx="0" cy="0"/>
        </a:xfrm>
      </p:grpSpPr>
      <p:graphicFrame>
        <p:nvGraphicFramePr>
          <p:cNvPr id="6" name="Objet 5" hidden="1">
            <a:extLst>
              <a:ext uri="{FF2B5EF4-FFF2-40B4-BE49-F238E27FC236}">
                <a16:creationId xmlns:a16="http://schemas.microsoft.com/office/drawing/2014/main" id="{96B5FBC2-58AC-2FAF-7D78-BF6E106ED017}"/>
              </a:ext>
            </a:extLst>
          </p:cNvPr>
          <p:cNvGraphicFramePr>
            <a:graphicFrameLocks noChangeAspect="1"/>
          </p:cNvGraphicFramePr>
          <p:nvPr>
            <p:custDataLst>
              <p:tags r:id="rId1"/>
            </p:custDataLst>
            <p:extLst>
              <p:ext uri="{D42A27DB-BD31-4B8C-83A1-F6EECF244321}">
                <p14:modId xmlns:p14="http://schemas.microsoft.com/office/powerpoint/2010/main" val="23228780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6" name="Objet 5" hidden="1">
                        <a:extLst>
                          <a:ext uri="{FF2B5EF4-FFF2-40B4-BE49-F238E27FC236}">
                            <a16:creationId xmlns:a16="http://schemas.microsoft.com/office/drawing/2014/main" id="{96B5FBC2-58AC-2FAF-7D78-BF6E106ED0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0934E31E-55AD-3016-4711-D984139036C6}"/>
              </a:ext>
            </a:extLst>
          </p:cNvPr>
          <p:cNvSpPr>
            <a:spLocks noGrp="1"/>
          </p:cNvSpPr>
          <p:nvPr>
            <p:ph type="title" hasCustomPrompt="1"/>
          </p:nvPr>
        </p:nvSpPr>
        <p:spPr/>
        <p:txBody>
          <a:bodyPr vert="horz"/>
          <a:lstStyle/>
          <a:p>
            <a:r>
              <a:rPr lang="fr-FR"/>
              <a:t>Titre</a:t>
            </a:r>
          </a:p>
        </p:txBody>
      </p:sp>
      <p:sp>
        <p:nvSpPr>
          <p:cNvPr id="3" name="Espace réservé du pied de page 2">
            <a:extLst>
              <a:ext uri="{FF2B5EF4-FFF2-40B4-BE49-F238E27FC236}">
                <a16:creationId xmlns:a16="http://schemas.microsoft.com/office/drawing/2014/main" id="{48959EE3-0C1B-69B4-97CA-86F4273E5DE0}"/>
              </a:ext>
            </a:extLst>
          </p:cNvPr>
          <p:cNvSpPr>
            <a:spLocks noGrp="1"/>
          </p:cNvSpPr>
          <p:nvPr>
            <p:ph type="ftr" sz="quarter" idx="10"/>
          </p:nvPr>
        </p:nvSpPr>
        <p:spPr/>
        <p:txBody>
          <a:bodyPr/>
          <a:lstStyle/>
          <a:p>
            <a:endParaRPr lang="fr-FR"/>
          </a:p>
        </p:txBody>
      </p:sp>
      <p:sp>
        <p:nvSpPr>
          <p:cNvPr id="4" name="Espace réservé du numéro de diapositive 3">
            <a:extLst>
              <a:ext uri="{FF2B5EF4-FFF2-40B4-BE49-F238E27FC236}">
                <a16:creationId xmlns:a16="http://schemas.microsoft.com/office/drawing/2014/main" id="{72DF3A06-8A18-CB78-2E4B-836454BCF124}"/>
              </a:ext>
            </a:extLst>
          </p:cNvPr>
          <p:cNvSpPr>
            <a:spLocks noGrp="1"/>
          </p:cNvSpPr>
          <p:nvPr>
            <p:ph type="sldNum" sz="quarter" idx="11"/>
          </p:nvPr>
        </p:nvSpPr>
        <p:spPr/>
        <p:txBody>
          <a:bodyPr/>
          <a:lstStyle/>
          <a:p>
            <a:fld id="{BE9517EC-C298-4848-B090-11602D956FCE}" type="slidenum">
              <a:rPr lang="fr-FR" smtClean="0"/>
              <a:pPr/>
              <a:t>‹#›</a:t>
            </a:fld>
            <a:endParaRPr lang="fr-FR"/>
          </a:p>
        </p:txBody>
      </p:sp>
      <p:sp>
        <p:nvSpPr>
          <p:cNvPr id="5" name="Espace réservé du texte 13">
            <a:extLst>
              <a:ext uri="{FF2B5EF4-FFF2-40B4-BE49-F238E27FC236}">
                <a16:creationId xmlns:a16="http://schemas.microsoft.com/office/drawing/2014/main" id="{317CE532-FD4B-B975-10B5-801C19408195}"/>
              </a:ext>
            </a:extLst>
          </p:cNvPr>
          <p:cNvSpPr>
            <a:spLocks noGrp="1"/>
          </p:cNvSpPr>
          <p:nvPr>
            <p:ph type="body" sz="quarter" idx="13" hasCustomPrompt="1"/>
          </p:nvPr>
        </p:nvSpPr>
        <p:spPr>
          <a:xfrm>
            <a:off x="380995" y="1106551"/>
            <a:ext cx="11430003" cy="360000"/>
          </a:xfrm>
        </p:spPr>
        <p:txBody>
          <a:bodyPr anchor="t">
            <a:noAutofit/>
          </a:bodyPr>
          <a:lstStyle>
            <a:lvl1pPr marL="0" indent="0">
              <a:buNone/>
              <a:defRPr sz="1600">
                <a:solidFill>
                  <a:schemeClr val="tx2"/>
                </a:solidFill>
                <a:latin typeface="+mj-lt"/>
              </a:defRPr>
            </a:lvl1pPr>
          </a:lstStyle>
          <a:p>
            <a:pPr lvl="0"/>
            <a:r>
              <a:rPr lang="fr-FR"/>
              <a:t>Sous titre</a:t>
            </a:r>
          </a:p>
        </p:txBody>
      </p:sp>
    </p:spTree>
    <p:extLst>
      <p:ext uri="{BB962C8B-B14F-4D97-AF65-F5344CB8AC3E}">
        <p14:creationId xmlns:p14="http://schemas.microsoft.com/office/powerpoint/2010/main" val="2350604689"/>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4e de couverture - 1">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FB72EC17-0D72-371F-B7F7-6B24EF2DDF18}"/>
              </a:ext>
            </a:extLst>
          </p:cNvPr>
          <p:cNvSpPr/>
          <p:nvPr/>
        </p:nvSpPr>
        <p:spPr>
          <a:xfrm>
            <a:off x="5059649" y="152400"/>
            <a:ext cx="6977863" cy="65532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fr-FR">
                <a:latin typeface="Raleway" panose="020B0003030101060003" pitchFamily="34" charset="0"/>
                <a:cs typeface="Arial" panose="020B0604020202020204" pitchFamily="34" charset="0"/>
              </a:rPr>
              <a:t> </a:t>
            </a:r>
          </a:p>
        </p:txBody>
      </p:sp>
      <p:graphicFrame>
        <p:nvGraphicFramePr>
          <p:cNvPr id="17" name="Objet 16" hidden="1">
            <a:extLst>
              <a:ext uri="{FF2B5EF4-FFF2-40B4-BE49-F238E27FC236}">
                <a16:creationId xmlns:a16="http://schemas.microsoft.com/office/drawing/2014/main" id="{FBD27079-48C6-CB02-A232-308426EDF3AA}"/>
              </a:ext>
            </a:extLst>
          </p:cNvPr>
          <p:cNvGraphicFramePr>
            <a:graphicFrameLocks noChangeAspect="1"/>
          </p:cNvGraphicFramePr>
          <p:nvPr>
            <p:custDataLst>
              <p:tags r:id="rId1"/>
            </p:custDataLst>
            <p:extLst>
              <p:ext uri="{D42A27DB-BD31-4B8C-83A1-F6EECF244321}">
                <p14:modId xmlns:p14="http://schemas.microsoft.com/office/powerpoint/2010/main" val="25108855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9" imgH="360" progId="TCLayout.ActiveDocument.1">
                  <p:embed/>
                </p:oleObj>
              </mc:Choice>
              <mc:Fallback>
                <p:oleObj name="think-cell Slide" r:id="rId4" imgW="359" imgH="360" progId="TCLayout.ActiveDocument.1">
                  <p:embed/>
                  <p:pic>
                    <p:nvPicPr>
                      <p:cNvPr id="17" name="Objet 16" hidden="1">
                        <a:extLst>
                          <a:ext uri="{FF2B5EF4-FFF2-40B4-BE49-F238E27FC236}">
                            <a16:creationId xmlns:a16="http://schemas.microsoft.com/office/drawing/2014/main" id="{FBD27079-48C6-CB02-A232-308426EDF3A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5" name="Graphic 26">
            <a:extLst>
              <a:ext uri="{FF2B5EF4-FFF2-40B4-BE49-F238E27FC236}">
                <a16:creationId xmlns:a16="http://schemas.microsoft.com/office/drawing/2014/main" id="{8CD01FE5-5158-1105-33C2-61FDFB0EE9D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07957" y="2385080"/>
            <a:ext cx="4357228" cy="1481181"/>
          </a:xfrm>
          <a:prstGeom prst="rect">
            <a:avLst/>
          </a:prstGeom>
        </p:spPr>
      </p:pic>
      <p:sp>
        <p:nvSpPr>
          <p:cNvPr id="26" name="Rectangle 25">
            <a:extLst>
              <a:ext uri="{FF2B5EF4-FFF2-40B4-BE49-F238E27FC236}">
                <a16:creationId xmlns:a16="http://schemas.microsoft.com/office/drawing/2014/main" id="{AFC47A47-5D02-D40D-50B8-8F8AADFF00F7}"/>
              </a:ext>
            </a:extLst>
          </p:cNvPr>
          <p:cNvSpPr/>
          <p:nvPr/>
        </p:nvSpPr>
        <p:spPr>
          <a:xfrm>
            <a:off x="380999" y="6356350"/>
            <a:ext cx="1838325" cy="365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Text Placeholder 14">
            <a:extLst>
              <a:ext uri="{FF2B5EF4-FFF2-40B4-BE49-F238E27FC236}">
                <a16:creationId xmlns:a16="http://schemas.microsoft.com/office/drawing/2014/main" id="{E65BC1D1-122B-5554-DB34-A1E8B0CD3AC0}"/>
              </a:ext>
            </a:extLst>
          </p:cNvPr>
          <p:cNvSpPr>
            <a:spLocks noGrp="1"/>
          </p:cNvSpPr>
          <p:nvPr>
            <p:ph type="body" sz="quarter" idx="30" hasCustomPrompt="1"/>
          </p:nvPr>
        </p:nvSpPr>
        <p:spPr>
          <a:xfrm>
            <a:off x="6816424" y="3001630"/>
            <a:ext cx="3464313" cy="619119"/>
          </a:xfrm>
        </p:spPr>
        <p:txBody>
          <a:bodyPr>
            <a:noAutofit/>
          </a:bodyPr>
          <a:lstStyle>
            <a:lvl1pPr marL="0" indent="0">
              <a:buNone/>
              <a:defRPr sz="2000" b="1" i="0">
                <a:solidFill>
                  <a:schemeClr val="bg1"/>
                </a:solidFill>
                <a:latin typeface="+mj-lt"/>
              </a:defRPr>
            </a:lvl1pPr>
          </a:lstStyle>
          <a:p>
            <a:pPr lvl="0"/>
            <a:r>
              <a:rPr lang="en-GB"/>
              <a:t>Click to edit Master title style</a:t>
            </a:r>
            <a:endParaRPr lang="fr-FR"/>
          </a:p>
        </p:txBody>
      </p:sp>
      <p:sp>
        <p:nvSpPr>
          <p:cNvPr id="28" name="Text Placeholder 18">
            <a:extLst>
              <a:ext uri="{FF2B5EF4-FFF2-40B4-BE49-F238E27FC236}">
                <a16:creationId xmlns:a16="http://schemas.microsoft.com/office/drawing/2014/main" id="{2E183326-D245-1406-CA99-58E2C3567CE0}"/>
              </a:ext>
            </a:extLst>
          </p:cNvPr>
          <p:cNvSpPr>
            <a:spLocks noGrp="1"/>
          </p:cNvSpPr>
          <p:nvPr>
            <p:ph type="body" sz="quarter" idx="31" hasCustomPrompt="1"/>
          </p:nvPr>
        </p:nvSpPr>
        <p:spPr>
          <a:xfrm>
            <a:off x="6816424" y="3684766"/>
            <a:ext cx="3464313" cy="242038"/>
          </a:xfrm>
        </p:spPr>
        <p:txBody>
          <a:bodyPr>
            <a:noAutofit/>
          </a:bodyPr>
          <a:lstStyle>
            <a:lvl1pPr marL="0" indent="0">
              <a:lnSpc>
                <a:spcPct val="100000"/>
              </a:lnSpc>
              <a:spcBef>
                <a:spcPts val="0"/>
              </a:spcBef>
              <a:buNone/>
              <a:defRPr sz="900" b="0" i="0">
                <a:solidFill>
                  <a:schemeClr val="bg1"/>
                </a:solidFill>
                <a:latin typeface="+mj-lt"/>
              </a:defRPr>
            </a:lvl1pPr>
          </a:lstStyle>
          <a:p>
            <a:r>
              <a:rPr lang="en-GB"/>
              <a:t>Click to edit Master title style</a:t>
            </a:r>
            <a:endParaRPr lang="fr-FR"/>
          </a:p>
        </p:txBody>
      </p:sp>
      <p:sp>
        <p:nvSpPr>
          <p:cNvPr id="12" name="Picture Placeholder 3">
            <a:extLst>
              <a:ext uri="{FF2B5EF4-FFF2-40B4-BE49-F238E27FC236}">
                <a16:creationId xmlns:a16="http://schemas.microsoft.com/office/drawing/2014/main" id="{DD8B5DCD-0FE5-F4AD-0455-D5B227CF482A}"/>
              </a:ext>
            </a:extLst>
          </p:cNvPr>
          <p:cNvSpPr>
            <a:spLocks noGrp="1"/>
          </p:cNvSpPr>
          <p:nvPr>
            <p:ph type="pic" sz="quarter" idx="33" hasCustomPrompt="1"/>
          </p:nvPr>
        </p:nvSpPr>
        <p:spPr>
          <a:xfrm>
            <a:off x="7385875" y="261954"/>
            <a:ext cx="2325411" cy="2433621"/>
          </a:xfrm>
        </p:spPr>
        <p:txBody>
          <a:bodyPr/>
          <a:lstStyle>
            <a:lvl1pPr marL="0" indent="0">
              <a:buNone/>
              <a:defRPr/>
            </a:lvl1pPr>
          </a:lstStyle>
          <a:p>
            <a:r>
              <a:rPr lang="fr-FR"/>
              <a:t> </a:t>
            </a:r>
          </a:p>
        </p:txBody>
      </p:sp>
      <p:sp>
        <p:nvSpPr>
          <p:cNvPr id="13" name="Text Placeholder 16">
            <a:extLst>
              <a:ext uri="{FF2B5EF4-FFF2-40B4-BE49-F238E27FC236}">
                <a16:creationId xmlns:a16="http://schemas.microsoft.com/office/drawing/2014/main" id="{504AF62D-622A-D8B8-3FE8-9BE1D7C55707}"/>
              </a:ext>
            </a:extLst>
          </p:cNvPr>
          <p:cNvSpPr txBox="1">
            <a:spLocks/>
          </p:cNvSpPr>
          <p:nvPr>
            <p:custDataLst>
              <p:tags r:id="rId2"/>
            </p:custDataLst>
          </p:nvPr>
        </p:nvSpPr>
        <p:spPr>
          <a:xfrm>
            <a:off x="747576" y="4296725"/>
            <a:ext cx="2511000" cy="282210"/>
          </a:xfrm>
          <a:prstGeom prst="rect">
            <a:avLst/>
          </a:prstGeom>
          <a:ln>
            <a:noFill/>
          </a:ln>
        </p:spPr>
        <p:txBody>
          <a:bodyPr lIns="0" tIns="81000" bIns="54000" anchor="ctr"/>
          <a:lstStyle>
            <a:defPPr>
              <a:defRPr lang="fr-FR"/>
            </a:defPPr>
            <a:lvl1pPr algn="ctr">
              <a:lnSpc>
                <a:spcPct val="90000"/>
              </a:lnSpc>
              <a:spcBef>
                <a:spcPts val="1000"/>
              </a:spcBef>
              <a:buClr>
                <a:schemeClr val="accent1"/>
              </a:buClr>
              <a:defRPr sz="1400" b="1">
                <a:solidFill>
                  <a:schemeClr val="tx2"/>
                </a:solidFill>
              </a:defRPr>
            </a:lvl1pPr>
          </a:lstStyle>
          <a:p>
            <a:pPr algn="l" fontAlgn="base">
              <a:spcBef>
                <a:spcPct val="0"/>
              </a:spcBef>
              <a:spcAft>
                <a:spcPct val="0"/>
              </a:spcAft>
            </a:pPr>
            <a:r>
              <a:rPr lang="fr-FR" sz="1200">
                <a:solidFill>
                  <a:schemeClr val="accent4"/>
                </a:solidFill>
                <a:latin typeface="+mn-lt"/>
              </a:rPr>
              <a:t>www.acipartners.fr</a:t>
            </a:r>
          </a:p>
        </p:txBody>
      </p:sp>
      <p:sp>
        <p:nvSpPr>
          <p:cNvPr id="14" name="Text Placeholder 16">
            <a:extLst>
              <a:ext uri="{FF2B5EF4-FFF2-40B4-BE49-F238E27FC236}">
                <a16:creationId xmlns:a16="http://schemas.microsoft.com/office/drawing/2014/main" id="{7D877059-911D-4C8C-1E64-B46C382ACAEF}"/>
              </a:ext>
            </a:extLst>
          </p:cNvPr>
          <p:cNvSpPr txBox="1">
            <a:spLocks/>
          </p:cNvSpPr>
          <p:nvPr/>
        </p:nvSpPr>
        <p:spPr>
          <a:xfrm>
            <a:off x="747575" y="3801517"/>
            <a:ext cx="3615769" cy="555626"/>
          </a:xfrm>
          <a:prstGeom prst="rect">
            <a:avLst/>
          </a:prstGeom>
          <a:ln>
            <a:noFill/>
          </a:ln>
        </p:spPr>
        <p:txBody>
          <a:bodyPr lIns="0" tIns="81000" bIns="540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r>
              <a:rPr lang="fr-FR" sz="1050">
                <a:solidFill>
                  <a:schemeClr val="accent4"/>
                </a:solidFill>
                <a:latin typeface="+mn-lt"/>
              </a:rPr>
              <a:t>153 Bd Haussmann 75008 Paris</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fr-FR" sz="900" b="0" i="0" u="none" strike="noStrike" kern="1200" cap="none" spc="0" normalizeH="0" baseline="0" noProof="0">
                <a:ln>
                  <a:noFill/>
                </a:ln>
                <a:solidFill>
                  <a:srgbClr val="8397B0"/>
                </a:solidFill>
                <a:effectLst/>
                <a:uLnTx/>
                <a:uFillTx/>
                <a:latin typeface="+mn-lt"/>
                <a:ea typeface="+mn-ea"/>
                <a:cs typeface="+mn-cs"/>
              </a:rPr>
              <a:t>RCS Paris 844 224 881 </a:t>
            </a:r>
            <a:r>
              <a:rPr kumimoji="0" lang="fr-FR" sz="900" b="0" i="0" u="none" strike="noStrike" kern="1200" cap="none" spc="0" normalizeH="0" baseline="0" noProof="0">
                <a:ln>
                  <a:noFill/>
                </a:ln>
                <a:solidFill>
                  <a:srgbClr val="8397B0">
                    <a:lumMod val="40000"/>
                    <a:lumOff val="60000"/>
                  </a:srgbClr>
                </a:solidFill>
                <a:effectLst/>
                <a:uLnTx/>
                <a:uFillTx/>
                <a:latin typeface="+mn-lt"/>
                <a:ea typeface="+mn-ea"/>
                <a:cs typeface="+mn-cs"/>
              </a:rPr>
              <a:t>| </a:t>
            </a:r>
            <a:r>
              <a:rPr kumimoji="0" lang="fr-FR" sz="900" b="0" i="0" u="none" strike="noStrike" kern="1200" cap="none" spc="0" normalizeH="0" baseline="0" noProof="0">
                <a:ln>
                  <a:noFill/>
                </a:ln>
                <a:solidFill>
                  <a:srgbClr val="8397B0"/>
                </a:solidFill>
                <a:effectLst/>
                <a:uLnTx/>
                <a:uFillTx/>
                <a:latin typeface="+mn-lt"/>
                <a:ea typeface="+mn-ea"/>
                <a:cs typeface="+mn-cs"/>
              </a:rPr>
              <a:t>APE 7022 Z</a:t>
            </a:r>
            <a:r>
              <a:rPr kumimoji="0" lang="fr-FR" sz="900" b="0" i="0" u="none" strike="noStrike" kern="1200" cap="none" spc="0" normalizeH="0" baseline="0" noProof="0">
                <a:ln>
                  <a:noFill/>
                </a:ln>
                <a:solidFill>
                  <a:srgbClr val="8397B0">
                    <a:lumMod val="40000"/>
                    <a:lumOff val="60000"/>
                  </a:srgbClr>
                </a:solidFill>
                <a:effectLst/>
                <a:uLnTx/>
                <a:uFillTx/>
                <a:latin typeface="+mn-lt"/>
                <a:ea typeface="+mn-ea"/>
                <a:cs typeface="+mn-cs"/>
              </a:rPr>
              <a:t> | </a:t>
            </a:r>
            <a:r>
              <a:rPr kumimoji="0" lang="fr-FR" sz="900" b="0" i="0" u="none" strike="noStrike" kern="1200" cap="none" spc="0" normalizeH="0" baseline="0" noProof="0">
                <a:ln>
                  <a:noFill/>
                </a:ln>
                <a:solidFill>
                  <a:srgbClr val="8397B0"/>
                </a:solidFill>
                <a:effectLst/>
                <a:uLnTx/>
                <a:uFillTx/>
                <a:latin typeface="+mn-lt"/>
                <a:ea typeface="+mn-ea"/>
                <a:cs typeface="+mn-cs"/>
              </a:rPr>
              <a:t>SAS au capital de 100 000 €</a:t>
            </a:r>
          </a:p>
        </p:txBody>
      </p:sp>
    </p:spTree>
    <p:extLst>
      <p:ext uri="{BB962C8B-B14F-4D97-AF65-F5344CB8AC3E}">
        <p14:creationId xmlns:p14="http://schemas.microsoft.com/office/powerpoint/2010/main" val="296366107"/>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4e de couverture - 2">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414CA6A9-229C-B726-0D5C-A6028A87561D}"/>
              </a:ext>
            </a:extLst>
          </p:cNvPr>
          <p:cNvSpPr/>
          <p:nvPr/>
        </p:nvSpPr>
        <p:spPr>
          <a:xfrm>
            <a:off x="8547708" y="152400"/>
            <a:ext cx="3488401" cy="65532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latin typeface="Raleway" panose="020B0003030101060003" pitchFamily="34" charset="0"/>
                <a:cs typeface="Arial" panose="020B0604020202020204" pitchFamily="34" charset="0"/>
              </a:rPr>
              <a:t> </a:t>
            </a:r>
          </a:p>
        </p:txBody>
      </p:sp>
      <p:graphicFrame>
        <p:nvGraphicFramePr>
          <p:cNvPr id="17" name="Objet 16" hidden="1">
            <a:extLst>
              <a:ext uri="{FF2B5EF4-FFF2-40B4-BE49-F238E27FC236}">
                <a16:creationId xmlns:a16="http://schemas.microsoft.com/office/drawing/2014/main" id="{FBD27079-48C6-CB02-A232-308426EDF3AA}"/>
              </a:ext>
            </a:extLst>
          </p:cNvPr>
          <p:cNvGraphicFramePr>
            <a:graphicFrameLocks noChangeAspect="1"/>
          </p:cNvGraphicFramePr>
          <p:nvPr>
            <p:custDataLst>
              <p:tags r:id="rId1"/>
            </p:custDataLst>
            <p:extLst>
              <p:ext uri="{D42A27DB-BD31-4B8C-83A1-F6EECF244321}">
                <p14:modId xmlns:p14="http://schemas.microsoft.com/office/powerpoint/2010/main" val="25108855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9" imgH="360" progId="TCLayout.ActiveDocument.1">
                  <p:embed/>
                </p:oleObj>
              </mc:Choice>
              <mc:Fallback>
                <p:oleObj name="think-cell Slide" r:id="rId4" imgW="359" imgH="360" progId="TCLayout.ActiveDocument.1">
                  <p:embed/>
                  <p:pic>
                    <p:nvPicPr>
                      <p:cNvPr id="17" name="Objet 16" hidden="1">
                        <a:extLst>
                          <a:ext uri="{FF2B5EF4-FFF2-40B4-BE49-F238E27FC236}">
                            <a16:creationId xmlns:a16="http://schemas.microsoft.com/office/drawing/2014/main" id="{FBD27079-48C6-CB02-A232-308426EDF3A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5" name="Graphic 26">
            <a:extLst>
              <a:ext uri="{FF2B5EF4-FFF2-40B4-BE49-F238E27FC236}">
                <a16:creationId xmlns:a16="http://schemas.microsoft.com/office/drawing/2014/main" id="{8CD01FE5-5158-1105-33C2-61FDFB0EE9D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07957" y="2385080"/>
            <a:ext cx="4357228" cy="1481181"/>
          </a:xfrm>
          <a:prstGeom prst="rect">
            <a:avLst/>
          </a:prstGeom>
        </p:spPr>
      </p:pic>
      <p:sp>
        <p:nvSpPr>
          <p:cNvPr id="25" name="Rectangle 24">
            <a:extLst>
              <a:ext uri="{FF2B5EF4-FFF2-40B4-BE49-F238E27FC236}">
                <a16:creationId xmlns:a16="http://schemas.microsoft.com/office/drawing/2014/main" id="{FB72EC17-0D72-371F-B7F7-6B24EF2DDF18}"/>
              </a:ext>
            </a:extLst>
          </p:cNvPr>
          <p:cNvSpPr/>
          <p:nvPr/>
        </p:nvSpPr>
        <p:spPr>
          <a:xfrm>
            <a:off x="5059650" y="152400"/>
            <a:ext cx="3488060" cy="65532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fr-FR">
                <a:latin typeface="Raleway" panose="020B0003030101060003" pitchFamily="34" charset="0"/>
                <a:cs typeface="Arial" panose="020B0604020202020204" pitchFamily="34" charset="0"/>
              </a:rPr>
              <a:t> </a:t>
            </a:r>
          </a:p>
        </p:txBody>
      </p:sp>
      <p:sp>
        <p:nvSpPr>
          <p:cNvPr id="26" name="Rectangle 25">
            <a:extLst>
              <a:ext uri="{FF2B5EF4-FFF2-40B4-BE49-F238E27FC236}">
                <a16:creationId xmlns:a16="http://schemas.microsoft.com/office/drawing/2014/main" id="{AFC47A47-5D02-D40D-50B8-8F8AADFF00F7}"/>
              </a:ext>
            </a:extLst>
          </p:cNvPr>
          <p:cNvSpPr/>
          <p:nvPr/>
        </p:nvSpPr>
        <p:spPr>
          <a:xfrm>
            <a:off x="380999" y="6356350"/>
            <a:ext cx="1838325" cy="365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Text Placeholder 14">
            <a:extLst>
              <a:ext uri="{FF2B5EF4-FFF2-40B4-BE49-F238E27FC236}">
                <a16:creationId xmlns:a16="http://schemas.microsoft.com/office/drawing/2014/main" id="{E65BC1D1-122B-5554-DB34-A1E8B0CD3AC0}"/>
              </a:ext>
            </a:extLst>
          </p:cNvPr>
          <p:cNvSpPr>
            <a:spLocks noGrp="1"/>
          </p:cNvSpPr>
          <p:nvPr>
            <p:ph type="body" sz="quarter" idx="30" hasCustomPrompt="1"/>
          </p:nvPr>
        </p:nvSpPr>
        <p:spPr>
          <a:xfrm>
            <a:off x="5164430" y="3001630"/>
            <a:ext cx="3273825" cy="619119"/>
          </a:xfrm>
        </p:spPr>
        <p:txBody>
          <a:bodyPr>
            <a:noAutofit/>
          </a:bodyPr>
          <a:lstStyle>
            <a:lvl1pPr marL="0" indent="0">
              <a:buNone/>
              <a:defRPr sz="2000" b="1" i="0">
                <a:solidFill>
                  <a:schemeClr val="bg1"/>
                </a:solidFill>
                <a:latin typeface="+mj-lt"/>
              </a:defRPr>
            </a:lvl1pPr>
          </a:lstStyle>
          <a:p>
            <a:pPr lvl="0"/>
            <a:r>
              <a:rPr lang="en-GB"/>
              <a:t>Click to edit Master title style</a:t>
            </a:r>
            <a:endParaRPr lang="fr-FR"/>
          </a:p>
        </p:txBody>
      </p:sp>
      <p:sp>
        <p:nvSpPr>
          <p:cNvPr id="28" name="Text Placeholder 18">
            <a:extLst>
              <a:ext uri="{FF2B5EF4-FFF2-40B4-BE49-F238E27FC236}">
                <a16:creationId xmlns:a16="http://schemas.microsoft.com/office/drawing/2014/main" id="{2E183326-D245-1406-CA99-58E2C3567CE0}"/>
              </a:ext>
            </a:extLst>
          </p:cNvPr>
          <p:cNvSpPr>
            <a:spLocks noGrp="1"/>
          </p:cNvSpPr>
          <p:nvPr>
            <p:ph type="body" sz="quarter" idx="31" hasCustomPrompt="1"/>
          </p:nvPr>
        </p:nvSpPr>
        <p:spPr>
          <a:xfrm>
            <a:off x="5164622" y="3684766"/>
            <a:ext cx="3273633" cy="242037"/>
          </a:xfrm>
        </p:spPr>
        <p:txBody>
          <a:bodyPr>
            <a:noAutofit/>
          </a:bodyPr>
          <a:lstStyle>
            <a:lvl1pPr marL="0" indent="0">
              <a:lnSpc>
                <a:spcPct val="100000"/>
              </a:lnSpc>
              <a:spcBef>
                <a:spcPts val="0"/>
              </a:spcBef>
              <a:buNone/>
              <a:defRPr sz="900" b="0" i="0">
                <a:solidFill>
                  <a:schemeClr val="bg1"/>
                </a:solidFill>
                <a:latin typeface="+mj-lt"/>
              </a:defRPr>
            </a:lvl1pPr>
          </a:lstStyle>
          <a:p>
            <a:r>
              <a:rPr lang="en-GB"/>
              <a:t>Click to edit Master title style</a:t>
            </a:r>
            <a:endParaRPr lang="fr-FR"/>
          </a:p>
        </p:txBody>
      </p:sp>
      <p:sp>
        <p:nvSpPr>
          <p:cNvPr id="16" name="Picture Placeholder 3">
            <a:extLst>
              <a:ext uri="{FF2B5EF4-FFF2-40B4-BE49-F238E27FC236}">
                <a16:creationId xmlns:a16="http://schemas.microsoft.com/office/drawing/2014/main" id="{1E1B4779-6E96-2CA5-5365-456599D8CBFF}"/>
              </a:ext>
            </a:extLst>
          </p:cNvPr>
          <p:cNvSpPr>
            <a:spLocks noGrp="1"/>
          </p:cNvSpPr>
          <p:nvPr>
            <p:ph type="pic" sz="quarter" idx="32" hasCustomPrompt="1"/>
          </p:nvPr>
        </p:nvSpPr>
        <p:spPr>
          <a:xfrm>
            <a:off x="5652535" y="261954"/>
            <a:ext cx="2325411" cy="2433621"/>
          </a:xfrm>
        </p:spPr>
        <p:txBody>
          <a:bodyPr/>
          <a:lstStyle>
            <a:lvl1pPr marL="0" indent="0">
              <a:buNone/>
              <a:defRPr/>
            </a:lvl1pPr>
          </a:lstStyle>
          <a:p>
            <a:r>
              <a:rPr lang="fr-FR"/>
              <a:t> </a:t>
            </a:r>
          </a:p>
        </p:txBody>
      </p:sp>
      <p:sp>
        <p:nvSpPr>
          <p:cNvPr id="18" name="Picture Placeholder 3">
            <a:extLst>
              <a:ext uri="{FF2B5EF4-FFF2-40B4-BE49-F238E27FC236}">
                <a16:creationId xmlns:a16="http://schemas.microsoft.com/office/drawing/2014/main" id="{C7704363-0CA5-9867-A073-FE0383F81B1E}"/>
              </a:ext>
            </a:extLst>
          </p:cNvPr>
          <p:cNvSpPr>
            <a:spLocks noGrp="1"/>
          </p:cNvSpPr>
          <p:nvPr>
            <p:ph type="pic" sz="quarter" idx="33" hasCustomPrompt="1"/>
          </p:nvPr>
        </p:nvSpPr>
        <p:spPr>
          <a:xfrm>
            <a:off x="9129203" y="261954"/>
            <a:ext cx="2325411" cy="2433621"/>
          </a:xfrm>
        </p:spPr>
        <p:txBody>
          <a:bodyPr/>
          <a:lstStyle>
            <a:lvl1pPr marL="0" indent="0">
              <a:buNone/>
              <a:defRPr/>
            </a:lvl1pPr>
          </a:lstStyle>
          <a:p>
            <a:r>
              <a:rPr lang="fr-FR"/>
              <a:t> </a:t>
            </a:r>
          </a:p>
        </p:txBody>
      </p:sp>
      <p:sp>
        <p:nvSpPr>
          <p:cNvPr id="19" name="Text Placeholder 16">
            <a:extLst>
              <a:ext uri="{FF2B5EF4-FFF2-40B4-BE49-F238E27FC236}">
                <a16:creationId xmlns:a16="http://schemas.microsoft.com/office/drawing/2014/main" id="{D83F5E8D-DC34-CB01-5C9C-813B260B8915}"/>
              </a:ext>
            </a:extLst>
          </p:cNvPr>
          <p:cNvSpPr txBox="1">
            <a:spLocks/>
          </p:cNvSpPr>
          <p:nvPr>
            <p:custDataLst>
              <p:tags r:id="rId2"/>
            </p:custDataLst>
          </p:nvPr>
        </p:nvSpPr>
        <p:spPr>
          <a:xfrm>
            <a:off x="747576" y="4296725"/>
            <a:ext cx="2511000" cy="282210"/>
          </a:xfrm>
          <a:prstGeom prst="rect">
            <a:avLst/>
          </a:prstGeom>
          <a:ln>
            <a:noFill/>
          </a:ln>
        </p:spPr>
        <p:txBody>
          <a:bodyPr lIns="0" tIns="81000" bIns="54000" anchor="ctr"/>
          <a:lstStyle>
            <a:defPPr>
              <a:defRPr lang="fr-FR"/>
            </a:defPPr>
            <a:lvl1pPr algn="ctr">
              <a:lnSpc>
                <a:spcPct val="90000"/>
              </a:lnSpc>
              <a:spcBef>
                <a:spcPts val="1000"/>
              </a:spcBef>
              <a:buClr>
                <a:schemeClr val="accent1"/>
              </a:buClr>
              <a:defRPr sz="1400" b="1">
                <a:solidFill>
                  <a:schemeClr val="tx2"/>
                </a:solidFill>
              </a:defRPr>
            </a:lvl1pPr>
          </a:lstStyle>
          <a:p>
            <a:pPr algn="l" fontAlgn="base">
              <a:spcBef>
                <a:spcPct val="0"/>
              </a:spcBef>
              <a:spcAft>
                <a:spcPct val="0"/>
              </a:spcAft>
            </a:pPr>
            <a:r>
              <a:rPr lang="fr-FR" sz="1200">
                <a:solidFill>
                  <a:schemeClr val="accent4"/>
                </a:solidFill>
                <a:latin typeface="+mn-lt"/>
              </a:rPr>
              <a:t>www.acipartners.fr</a:t>
            </a:r>
          </a:p>
        </p:txBody>
      </p:sp>
      <p:sp>
        <p:nvSpPr>
          <p:cNvPr id="20" name="Text Placeholder 16">
            <a:extLst>
              <a:ext uri="{FF2B5EF4-FFF2-40B4-BE49-F238E27FC236}">
                <a16:creationId xmlns:a16="http://schemas.microsoft.com/office/drawing/2014/main" id="{5C0554B0-77F5-A099-E6B3-4C58136521C5}"/>
              </a:ext>
            </a:extLst>
          </p:cNvPr>
          <p:cNvSpPr txBox="1">
            <a:spLocks/>
          </p:cNvSpPr>
          <p:nvPr/>
        </p:nvSpPr>
        <p:spPr>
          <a:xfrm>
            <a:off x="747575" y="3801517"/>
            <a:ext cx="3615769" cy="555626"/>
          </a:xfrm>
          <a:prstGeom prst="rect">
            <a:avLst/>
          </a:prstGeom>
          <a:ln>
            <a:noFill/>
          </a:ln>
        </p:spPr>
        <p:txBody>
          <a:bodyPr lIns="0" tIns="81000" bIns="540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r>
              <a:rPr lang="fr-FR" sz="1050">
                <a:solidFill>
                  <a:schemeClr val="accent4"/>
                </a:solidFill>
                <a:latin typeface="+mn-lt"/>
              </a:rPr>
              <a:t>153 Bd Haussmann 75008 Paris</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fr-FR" sz="900" b="0" i="0" u="none" strike="noStrike" kern="1200" cap="none" spc="0" normalizeH="0" baseline="0" noProof="0">
                <a:ln>
                  <a:noFill/>
                </a:ln>
                <a:solidFill>
                  <a:srgbClr val="8397B0"/>
                </a:solidFill>
                <a:effectLst/>
                <a:uLnTx/>
                <a:uFillTx/>
                <a:latin typeface="+mn-lt"/>
                <a:ea typeface="+mn-ea"/>
                <a:cs typeface="+mn-cs"/>
              </a:rPr>
              <a:t>RCS Paris 844 224 881 </a:t>
            </a:r>
            <a:r>
              <a:rPr kumimoji="0" lang="fr-FR" sz="900" b="0" i="0" u="none" strike="noStrike" kern="1200" cap="none" spc="0" normalizeH="0" baseline="0" noProof="0">
                <a:ln>
                  <a:noFill/>
                </a:ln>
                <a:solidFill>
                  <a:srgbClr val="8397B0">
                    <a:lumMod val="40000"/>
                    <a:lumOff val="60000"/>
                  </a:srgbClr>
                </a:solidFill>
                <a:effectLst/>
                <a:uLnTx/>
                <a:uFillTx/>
                <a:latin typeface="+mn-lt"/>
                <a:ea typeface="+mn-ea"/>
                <a:cs typeface="+mn-cs"/>
              </a:rPr>
              <a:t>| </a:t>
            </a:r>
            <a:r>
              <a:rPr kumimoji="0" lang="fr-FR" sz="900" b="0" i="0" u="none" strike="noStrike" kern="1200" cap="none" spc="0" normalizeH="0" baseline="0" noProof="0">
                <a:ln>
                  <a:noFill/>
                </a:ln>
                <a:solidFill>
                  <a:srgbClr val="8397B0"/>
                </a:solidFill>
                <a:effectLst/>
                <a:uLnTx/>
                <a:uFillTx/>
                <a:latin typeface="+mn-lt"/>
                <a:ea typeface="+mn-ea"/>
                <a:cs typeface="+mn-cs"/>
              </a:rPr>
              <a:t>APE 7022 Z</a:t>
            </a:r>
            <a:r>
              <a:rPr kumimoji="0" lang="fr-FR" sz="900" b="0" i="0" u="none" strike="noStrike" kern="1200" cap="none" spc="0" normalizeH="0" baseline="0" noProof="0">
                <a:ln>
                  <a:noFill/>
                </a:ln>
                <a:solidFill>
                  <a:srgbClr val="8397B0">
                    <a:lumMod val="40000"/>
                    <a:lumOff val="60000"/>
                  </a:srgbClr>
                </a:solidFill>
                <a:effectLst/>
                <a:uLnTx/>
                <a:uFillTx/>
                <a:latin typeface="+mn-lt"/>
                <a:ea typeface="+mn-ea"/>
                <a:cs typeface="+mn-cs"/>
              </a:rPr>
              <a:t> | </a:t>
            </a:r>
            <a:r>
              <a:rPr kumimoji="0" lang="fr-FR" sz="900" b="0" i="0" u="none" strike="noStrike" kern="1200" cap="none" spc="0" normalizeH="0" baseline="0" noProof="0">
                <a:ln>
                  <a:noFill/>
                </a:ln>
                <a:solidFill>
                  <a:srgbClr val="8397B0"/>
                </a:solidFill>
                <a:effectLst/>
                <a:uLnTx/>
                <a:uFillTx/>
                <a:latin typeface="+mn-lt"/>
                <a:ea typeface="+mn-ea"/>
                <a:cs typeface="+mn-cs"/>
              </a:rPr>
              <a:t>SAS au capital de 100 000 €</a:t>
            </a:r>
          </a:p>
        </p:txBody>
      </p:sp>
      <p:sp>
        <p:nvSpPr>
          <p:cNvPr id="29" name="Text Placeholder 14">
            <a:extLst>
              <a:ext uri="{FF2B5EF4-FFF2-40B4-BE49-F238E27FC236}">
                <a16:creationId xmlns:a16="http://schemas.microsoft.com/office/drawing/2014/main" id="{9E3DB172-92D7-C172-A50E-E0AD69B3B44B}"/>
              </a:ext>
            </a:extLst>
          </p:cNvPr>
          <p:cNvSpPr>
            <a:spLocks noGrp="1"/>
          </p:cNvSpPr>
          <p:nvPr>
            <p:ph type="body" sz="quarter" idx="34" hasCustomPrompt="1"/>
          </p:nvPr>
        </p:nvSpPr>
        <p:spPr>
          <a:xfrm>
            <a:off x="8652488" y="3001630"/>
            <a:ext cx="3273825" cy="619119"/>
          </a:xfrm>
        </p:spPr>
        <p:txBody>
          <a:bodyPr>
            <a:noAutofit/>
          </a:bodyPr>
          <a:lstStyle>
            <a:lvl1pPr marL="0" indent="0">
              <a:buNone/>
              <a:defRPr sz="2000" b="1" i="0">
                <a:solidFill>
                  <a:schemeClr val="bg1"/>
                </a:solidFill>
                <a:latin typeface="+mj-lt"/>
              </a:defRPr>
            </a:lvl1pPr>
          </a:lstStyle>
          <a:p>
            <a:pPr lvl="0"/>
            <a:r>
              <a:rPr lang="en-GB"/>
              <a:t>Click to edit Master title style</a:t>
            </a:r>
            <a:endParaRPr lang="fr-FR"/>
          </a:p>
        </p:txBody>
      </p:sp>
      <p:sp>
        <p:nvSpPr>
          <p:cNvPr id="32" name="Text Placeholder 18">
            <a:extLst>
              <a:ext uri="{FF2B5EF4-FFF2-40B4-BE49-F238E27FC236}">
                <a16:creationId xmlns:a16="http://schemas.microsoft.com/office/drawing/2014/main" id="{F88450C6-721F-B2DE-95DE-354A7DBC9906}"/>
              </a:ext>
            </a:extLst>
          </p:cNvPr>
          <p:cNvSpPr>
            <a:spLocks noGrp="1"/>
          </p:cNvSpPr>
          <p:nvPr>
            <p:ph type="body" sz="quarter" idx="35" hasCustomPrompt="1"/>
          </p:nvPr>
        </p:nvSpPr>
        <p:spPr>
          <a:xfrm>
            <a:off x="8652680" y="3684766"/>
            <a:ext cx="3273633" cy="242037"/>
          </a:xfrm>
        </p:spPr>
        <p:txBody>
          <a:bodyPr>
            <a:noAutofit/>
          </a:bodyPr>
          <a:lstStyle>
            <a:lvl1pPr marL="0" indent="0">
              <a:lnSpc>
                <a:spcPct val="100000"/>
              </a:lnSpc>
              <a:spcBef>
                <a:spcPts val="0"/>
              </a:spcBef>
              <a:buNone/>
              <a:defRPr sz="900" b="0" i="0">
                <a:solidFill>
                  <a:schemeClr val="bg1"/>
                </a:solidFill>
                <a:latin typeface="+mj-lt"/>
              </a:defRPr>
            </a:lvl1pPr>
          </a:lstStyle>
          <a:p>
            <a:r>
              <a:rPr lang="en-GB"/>
              <a:t>Click to edit Master title style</a:t>
            </a:r>
            <a:endParaRPr lang="fr-FR"/>
          </a:p>
        </p:txBody>
      </p:sp>
    </p:spTree>
    <p:extLst>
      <p:ext uri="{BB962C8B-B14F-4D97-AF65-F5344CB8AC3E}">
        <p14:creationId xmlns:p14="http://schemas.microsoft.com/office/powerpoint/2010/main" val="1980586184"/>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4e de couverture - 3">
    <p:spTree>
      <p:nvGrpSpPr>
        <p:cNvPr id="1" name=""/>
        <p:cNvGrpSpPr/>
        <p:nvPr/>
      </p:nvGrpSpPr>
      <p:grpSpPr>
        <a:xfrm>
          <a:off x="0" y="0"/>
          <a:ext cx="0" cy="0"/>
          <a:chOff x="0" y="0"/>
          <a:chExt cx="0" cy="0"/>
        </a:xfrm>
      </p:grpSpPr>
      <p:graphicFrame>
        <p:nvGraphicFramePr>
          <p:cNvPr id="17" name="Objet 16" hidden="1">
            <a:extLst>
              <a:ext uri="{FF2B5EF4-FFF2-40B4-BE49-F238E27FC236}">
                <a16:creationId xmlns:a16="http://schemas.microsoft.com/office/drawing/2014/main" id="{FBD27079-48C6-CB02-A232-308426EDF3AA}"/>
              </a:ext>
            </a:extLst>
          </p:cNvPr>
          <p:cNvGraphicFramePr>
            <a:graphicFrameLocks noChangeAspect="1"/>
          </p:cNvGraphicFramePr>
          <p:nvPr>
            <p:custDataLst>
              <p:tags r:id="rId1"/>
            </p:custDataLst>
            <p:extLst>
              <p:ext uri="{D42A27DB-BD31-4B8C-83A1-F6EECF244321}">
                <p14:modId xmlns:p14="http://schemas.microsoft.com/office/powerpoint/2010/main" val="25108855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9" imgH="360" progId="TCLayout.ActiveDocument.1">
                  <p:embed/>
                </p:oleObj>
              </mc:Choice>
              <mc:Fallback>
                <p:oleObj name="think-cell Slide" r:id="rId4" imgW="359" imgH="360" progId="TCLayout.ActiveDocument.1">
                  <p:embed/>
                  <p:pic>
                    <p:nvPicPr>
                      <p:cNvPr id="17" name="Objet 16" hidden="1">
                        <a:extLst>
                          <a:ext uri="{FF2B5EF4-FFF2-40B4-BE49-F238E27FC236}">
                            <a16:creationId xmlns:a16="http://schemas.microsoft.com/office/drawing/2014/main" id="{FBD27079-48C6-CB02-A232-308426EDF3A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Text Placeholder 16">
            <a:extLst>
              <a:ext uri="{FF2B5EF4-FFF2-40B4-BE49-F238E27FC236}">
                <a16:creationId xmlns:a16="http://schemas.microsoft.com/office/drawing/2014/main" id="{FAA9235A-9DEE-240D-62CA-3BB48AA0E804}"/>
              </a:ext>
            </a:extLst>
          </p:cNvPr>
          <p:cNvSpPr txBox="1">
            <a:spLocks/>
          </p:cNvSpPr>
          <p:nvPr>
            <p:custDataLst>
              <p:tags r:id="rId2"/>
            </p:custDataLst>
          </p:nvPr>
        </p:nvSpPr>
        <p:spPr>
          <a:xfrm>
            <a:off x="747576" y="4296725"/>
            <a:ext cx="2511000" cy="282210"/>
          </a:xfrm>
          <a:prstGeom prst="rect">
            <a:avLst/>
          </a:prstGeom>
          <a:ln>
            <a:noFill/>
          </a:ln>
        </p:spPr>
        <p:txBody>
          <a:bodyPr lIns="0" tIns="81000" bIns="54000" anchor="ctr"/>
          <a:lstStyle>
            <a:defPPr>
              <a:defRPr lang="fr-FR"/>
            </a:defPPr>
            <a:lvl1pPr algn="ctr">
              <a:lnSpc>
                <a:spcPct val="90000"/>
              </a:lnSpc>
              <a:spcBef>
                <a:spcPts val="1000"/>
              </a:spcBef>
              <a:buClr>
                <a:schemeClr val="accent1"/>
              </a:buClr>
              <a:defRPr sz="1400" b="1">
                <a:solidFill>
                  <a:schemeClr val="tx2"/>
                </a:solidFill>
              </a:defRPr>
            </a:lvl1pPr>
          </a:lstStyle>
          <a:p>
            <a:pPr algn="l" fontAlgn="base">
              <a:spcBef>
                <a:spcPct val="0"/>
              </a:spcBef>
              <a:spcAft>
                <a:spcPct val="0"/>
              </a:spcAft>
            </a:pPr>
            <a:r>
              <a:rPr lang="fr-FR" sz="1200">
                <a:solidFill>
                  <a:schemeClr val="accent4"/>
                </a:solidFill>
                <a:latin typeface="+mn-lt"/>
              </a:rPr>
              <a:t>www.acipartners.fr</a:t>
            </a:r>
          </a:p>
        </p:txBody>
      </p:sp>
      <p:sp>
        <p:nvSpPr>
          <p:cNvPr id="8" name="Text Placeholder 16">
            <a:extLst>
              <a:ext uri="{FF2B5EF4-FFF2-40B4-BE49-F238E27FC236}">
                <a16:creationId xmlns:a16="http://schemas.microsoft.com/office/drawing/2014/main" id="{9FF93BCF-02C7-5B52-B82D-E8ED9FA8B91E}"/>
              </a:ext>
            </a:extLst>
          </p:cNvPr>
          <p:cNvSpPr txBox="1">
            <a:spLocks/>
          </p:cNvSpPr>
          <p:nvPr/>
        </p:nvSpPr>
        <p:spPr>
          <a:xfrm>
            <a:off x="747575" y="3801517"/>
            <a:ext cx="3615769" cy="555626"/>
          </a:xfrm>
          <a:prstGeom prst="rect">
            <a:avLst/>
          </a:prstGeom>
          <a:ln>
            <a:noFill/>
          </a:ln>
        </p:spPr>
        <p:txBody>
          <a:bodyPr lIns="0" tIns="81000" bIns="540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r>
              <a:rPr lang="fr-FR" sz="1050">
                <a:solidFill>
                  <a:schemeClr val="accent4"/>
                </a:solidFill>
                <a:latin typeface="+mn-lt"/>
              </a:rPr>
              <a:t>153 Bd Haussmann 75008 Paris</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fr-FR" sz="900" b="0" i="0" u="none" strike="noStrike" kern="1200" cap="none" spc="0" normalizeH="0" baseline="0" noProof="0">
                <a:ln>
                  <a:noFill/>
                </a:ln>
                <a:solidFill>
                  <a:srgbClr val="8397B0"/>
                </a:solidFill>
                <a:effectLst/>
                <a:uLnTx/>
                <a:uFillTx/>
                <a:latin typeface="+mn-lt"/>
                <a:ea typeface="+mn-ea"/>
                <a:cs typeface="+mn-cs"/>
              </a:rPr>
              <a:t>RCS Paris 844 224 881 </a:t>
            </a:r>
            <a:r>
              <a:rPr kumimoji="0" lang="fr-FR" sz="900" b="0" i="0" u="none" strike="noStrike" kern="1200" cap="none" spc="0" normalizeH="0" baseline="0" noProof="0">
                <a:ln>
                  <a:noFill/>
                </a:ln>
                <a:solidFill>
                  <a:srgbClr val="8397B0">
                    <a:lumMod val="40000"/>
                    <a:lumOff val="60000"/>
                  </a:srgbClr>
                </a:solidFill>
                <a:effectLst/>
                <a:uLnTx/>
                <a:uFillTx/>
                <a:latin typeface="+mn-lt"/>
                <a:ea typeface="+mn-ea"/>
                <a:cs typeface="+mn-cs"/>
              </a:rPr>
              <a:t>| </a:t>
            </a:r>
            <a:r>
              <a:rPr kumimoji="0" lang="fr-FR" sz="900" b="0" i="0" u="none" strike="noStrike" kern="1200" cap="none" spc="0" normalizeH="0" baseline="0" noProof="0">
                <a:ln>
                  <a:noFill/>
                </a:ln>
                <a:solidFill>
                  <a:srgbClr val="8397B0"/>
                </a:solidFill>
                <a:effectLst/>
                <a:uLnTx/>
                <a:uFillTx/>
                <a:latin typeface="+mn-lt"/>
                <a:ea typeface="+mn-ea"/>
                <a:cs typeface="+mn-cs"/>
              </a:rPr>
              <a:t>APE 7022 Z</a:t>
            </a:r>
            <a:r>
              <a:rPr kumimoji="0" lang="fr-FR" sz="900" b="0" i="0" u="none" strike="noStrike" kern="1200" cap="none" spc="0" normalizeH="0" baseline="0" noProof="0">
                <a:ln>
                  <a:noFill/>
                </a:ln>
                <a:solidFill>
                  <a:srgbClr val="8397B0">
                    <a:lumMod val="40000"/>
                    <a:lumOff val="60000"/>
                  </a:srgbClr>
                </a:solidFill>
                <a:effectLst/>
                <a:uLnTx/>
                <a:uFillTx/>
                <a:latin typeface="+mn-lt"/>
                <a:ea typeface="+mn-ea"/>
                <a:cs typeface="+mn-cs"/>
              </a:rPr>
              <a:t> | </a:t>
            </a:r>
            <a:r>
              <a:rPr kumimoji="0" lang="fr-FR" sz="900" b="0" i="0" u="none" strike="noStrike" kern="1200" cap="none" spc="0" normalizeH="0" baseline="0" noProof="0">
                <a:ln>
                  <a:noFill/>
                </a:ln>
                <a:solidFill>
                  <a:srgbClr val="8397B0"/>
                </a:solidFill>
                <a:effectLst/>
                <a:uLnTx/>
                <a:uFillTx/>
                <a:latin typeface="+mn-lt"/>
                <a:ea typeface="+mn-ea"/>
                <a:cs typeface="+mn-cs"/>
              </a:rPr>
              <a:t>SAS au capital de 100 000 €</a:t>
            </a:r>
          </a:p>
        </p:txBody>
      </p:sp>
      <p:sp>
        <p:nvSpPr>
          <p:cNvPr id="23" name="Rectangle 22">
            <a:extLst>
              <a:ext uri="{FF2B5EF4-FFF2-40B4-BE49-F238E27FC236}">
                <a16:creationId xmlns:a16="http://schemas.microsoft.com/office/drawing/2014/main" id="{47BD2340-73DA-9C03-F51E-998F2842EFEC}"/>
              </a:ext>
            </a:extLst>
          </p:cNvPr>
          <p:cNvSpPr/>
          <p:nvPr/>
        </p:nvSpPr>
        <p:spPr>
          <a:xfrm>
            <a:off x="9711014" y="152399"/>
            <a:ext cx="2325411" cy="6553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latin typeface="+mj-lt"/>
                <a:cs typeface="Arial" panose="020B0604020202020204" pitchFamily="34" charset="0"/>
              </a:rPr>
              <a:t> </a:t>
            </a:r>
          </a:p>
        </p:txBody>
      </p:sp>
      <p:sp>
        <p:nvSpPr>
          <p:cNvPr id="24" name="Rectangle 23">
            <a:extLst>
              <a:ext uri="{FF2B5EF4-FFF2-40B4-BE49-F238E27FC236}">
                <a16:creationId xmlns:a16="http://schemas.microsoft.com/office/drawing/2014/main" id="{414CA6A9-229C-B726-0D5C-A6028A87561D}"/>
              </a:ext>
            </a:extLst>
          </p:cNvPr>
          <p:cNvSpPr/>
          <p:nvPr/>
        </p:nvSpPr>
        <p:spPr>
          <a:xfrm>
            <a:off x="7385603" y="152400"/>
            <a:ext cx="2325411" cy="65532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a:latin typeface="+mj-lt"/>
                <a:cs typeface="Arial" panose="020B0604020202020204" pitchFamily="34" charset="0"/>
              </a:rPr>
              <a:t> </a:t>
            </a:r>
          </a:p>
        </p:txBody>
      </p:sp>
      <p:sp>
        <p:nvSpPr>
          <p:cNvPr id="25" name="Rectangle 24">
            <a:extLst>
              <a:ext uri="{FF2B5EF4-FFF2-40B4-BE49-F238E27FC236}">
                <a16:creationId xmlns:a16="http://schemas.microsoft.com/office/drawing/2014/main" id="{FB72EC17-0D72-371F-B7F7-6B24EF2DDF18}"/>
              </a:ext>
            </a:extLst>
          </p:cNvPr>
          <p:cNvSpPr/>
          <p:nvPr/>
        </p:nvSpPr>
        <p:spPr>
          <a:xfrm>
            <a:off x="5060192" y="152400"/>
            <a:ext cx="2325411" cy="65532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fr-FR">
                <a:latin typeface="+mj-lt"/>
                <a:cs typeface="Arial" panose="020B0604020202020204" pitchFamily="34" charset="0"/>
              </a:rPr>
              <a:t> </a:t>
            </a:r>
          </a:p>
        </p:txBody>
      </p:sp>
      <p:sp>
        <p:nvSpPr>
          <p:cNvPr id="9" name="Text Placeholder 14">
            <a:extLst>
              <a:ext uri="{FF2B5EF4-FFF2-40B4-BE49-F238E27FC236}">
                <a16:creationId xmlns:a16="http://schemas.microsoft.com/office/drawing/2014/main" id="{9919C13D-903B-D43A-1004-108D8D4CAE7E}"/>
              </a:ext>
            </a:extLst>
          </p:cNvPr>
          <p:cNvSpPr>
            <a:spLocks noGrp="1"/>
          </p:cNvSpPr>
          <p:nvPr>
            <p:ph type="body" sz="quarter" idx="23" hasCustomPrompt="1"/>
          </p:nvPr>
        </p:nvSpPr>
        <p:spPr>
          <a:xfrm>
            <a:off x="5160829" y="3001630"/>
            <a:ext cx="2124136" cy="619119"/>
          </a:xfrm>
        </p:spPr>
        <p:txBody>
          <a:bodyPr>
            <a:noAutofit/>
          </a:bodyPr>
          <a:lstStyle>
            <a:lvl1pPr marL="0" indent="0">
              <a:buNone/>
              <a:defRPr sz="2000" b="1" i="0">
                <a:solidFill>
                  <a:schemeClr val="bg1"/>
                </a:solidFill>
                <a:latin typeface="+mj-lt"/>
              </a:defRPr>
            </a:lvl1pPr>
          </a:lstStyle>
          <a:p>
            <a:pPr lvl="0"/>
            <a:r>
              <a:rPr lang="en-GB"/>
              <a:t>Click to edit Master title style</a:t>
            </a:r>
            <a:endParaRPr lang="fr-FR"/>
          </a:p>
        </p:txBody>
      </p:sp>
      <p:sp>
        <p:nvSpPr>
          <p:cNvPr id="10" name="Text Placeholder 18">
            <a:extLst>
              <a:ext uri="{FF2B5EF4-FFF2-40B4-BE49-F238E27FC236}">
                <a16:creationId xmlns:a16="http://schemas.microsoft.com/office/drawing/2014/main" id="{C2AC75B3-5077-A8E7-F76B-E38A6BAA97DB}"/>
              </a:ext>
            </a:extLst>
          </p:cNvPr>
          <p:cNvSpPr>
            <a:spLocks noGrp="1"/>
          </p:cNvSpPr>
          <p:nvPr>
            <p:ph type="body" sz="quarter" idx="24" hasCustomPrompt="1"/>
          </p:nvPr>
        </p:nvSpPr>
        <p:spPr>
          <a:xfrm>
            <a:off x="5161013" y="3684767"/>
            <a:ext cx="2123768" cy="237600"/>
          </a:xfrm>
        </p:spPr>
        <p:txBody>
          <a:bodyPr>
            <a:noAutofit/>
          </a:bodyPr>
          <a:lstStyle>
            <a:lvl1pPr marL="0" indent="0">
              <a:lnSpc>
                <a:spcPct val="100000"/>
              </a:lnSpc>
              <a:spcBef>
                <a:spcPts val="0"/>
              </a:spcBef>
              <a:buNone/>
              <a:defRPr sz="900" b="0" i="0">
                <a:solidFill>
                  <a:schemeClr val="bg1"/>
                </a:solidFill>
                <a:latin typeface="+mj-lt"/>
              </a:defRPr>
            </a:lvl1pPr>
          </a:lstStyle>
          <a:p>
            <a:r>
              <a:rPr lang="en-GB"/>
              <a:t>Click to edit Master title style</a:t>
            </a:r>
            <a:endParaRPr lang="fr-FR"/>
          </a:p>
        </p:txBody>
      </p:sp>
      <p:sp>
        <p:nvSpPr>
          <p:cNvPr id="11" name="Text Placeholder 14">
            <a:extLst>
              <a:ext uri="{FF2B5EF4-FFF2-40B4-BE49-F238E27FC236}">
                <a16:creationId xmlns:a16="http://schemas.microsoft.com/office/drawing/2014/main" id="{307A97C8-3D95-3EBF-02A0-2FC800E6D247}"/>
              </a:ext>
            </a:extLst>
          </p:cNvPr>
          <p:cNvSpPr>
            <a:spLocks noGrp="1"/>
          </p:cNvSpPr>
          <p:nvPr>
            <p:ph type="body" sz="quarter" idx="19" hasCustomPrompt="1"/>
          </p:nvPr>
        </p:nvSpPr>
        <p:spPr>
          <a:xfrm>
            <a:off x="7486240" y="3001630"/>
            <a:ext cx="2124136" cy="619119"/>
          </a:xfrm>
        </p:spPr>
        <p:txBody>
          <a:bodyPr>
            <a:noAutofit/>
          </a:bodyPr>
          <a:lstStyle>
            <a:lvl1pPr marL="0" indent="0">
              <a:buNone/>
              <a:defRPr sz="2000" b="1" i="0">
                <a:solidFill>
                  <a:schemeClr val="bg1"/>
                </a:solidFill>
                <a:latin typeface="+mj-lt"/>
              </a:defRPr>
            </a:lvl1pPr>
          </a:lstStyle>
          <a:p>
            <a:pPr lvl="0"/>
            <a:r>
              <a:rPr lang="en-GB"/>
              <a:t>Click to edit Master title style</a:t>
            </a:r>
            <a:endParaRPr lang="fr-FR"/>
          </a:p>
        </p:txBody>
      </p:sp>
      <p:sp>
        <p:nvSpPr>
          <p:cNvPr id="12" name="Text Placeholder 18">
            <a:extLst>
              <a:ext uri="{FF2B5EF4-FFF2-40B4-BE49-F238E27FC236}">
                <a16:creationId xmlns:a16="http://schemas.microsoft.com/office/drawing/2014/main" id="{70FBE1A0-53D3-A6FE-FC6D-A8478AAC1B65}"/>
              </a:ext>
            </a:extLst>
          </p:cNvPr>
          <p:cNvSpPr>
            <a:spLocks noGrp="1"/>
          </p:cNvSpPr>
          <p:nvPr>
            <p:ph type="body" sz="quarter" idx="20" hasCustomPrompt="1"/>
          </p:nvPr>
        </p:nvSpPr>
        <p:spPr>
          <a:xfrm>
            <a:off x="7486424" y="3684767"/>
            <a:ext cx="2123768" cy="237600"/>
          </a:xfrm>
        </p:spPr>
        <p:txBody>
          <a:bodyPr>
            <a:noAutofit/>
          </a:bodyPr>
          <a:lstStyle>
            <a:lvl1pPr marL="0" indent="0">
              <a:lnSpc>
                <a:spcPct val="100000"/>
              </a:lnSpc>
              <a:spcBef>
                <a:spcPts val="0"/>
              </a:spcBef>
              <a:buNone/>
              <a:defRPr sz="900" b="0" i="0">
                <a:solidFill>
                  <a:schemeClr val="bg1"/>
                </a:solidFill>
                <a:latin typeface="+mj-lt"/>
              </a:defRPr>
            </a:lvl1pPr>
          </a:lstStyle>
          <a:p>
            <a:r>
              <a:rPr lang="en-GB"/>
              <a:t>Click to edit Master title style</a:t>
            </a:r>
            <a:endParaRPr lang="fr-FR"/>
          </a:p>
        </p:txBody>
      </p:sp>
      <p:sp>
        <p:nvSpPr>
          <p:cNvPr id="13" name="Text Placeholder 14">
            <a:extLst>
              <a:ext uri="{FF2B5EF4-FFF2-40B4-BE49-F238E27FC236}">
                <a16:creationId xmlns:a16="http://schemas.microsoft.com/office/drawing/2014/main" id="{BEC0B694-A32E-D8D4-5AEB-39330B9DBB2B}"/>
              </a:ext>
            </a:extLst>
          </p:cNvPr>
          <p:cNvSpPr>
            <a:spLocks noGrp="1"/>
          </p:cNvSpPr>
          <p:nvPr>
            <p:ph type="body" sz="quarter" idx="21" hasCustomPrompt="1"/>
          </p:nvPr>
        </p:nvSpPr>
        <p:spPr>
          <a:xfrm>
            <a:off x="9811651" y="3001630"/>
            <a:ext cx="2124136" cy="619119"/>
          </a:xfrm>
        </p:spPr>
        <p:txBody>
          <a:bodyPr>
            <a:noAutofit/>
          </a:bodyPr>
          <a:lstStyle>
            <a:lvl1pPr marL="0" indent="0">
              <a:buNone/>
              <a:defRPr sz="2000" b="1" i="0">
                <a:solidFill>
                  <a:schemeClr val="bg1"/>
                </a:solidFill>
                <a:latin typeface="+mj-lt"/>
              </a:defRPr>
            </a:lvl1pPr>
          </a:lstStyle>
          <a:p>
            <a:pPr lvl="0"/>
            <a:r>
              <a:rPr lang="en-GB"/>
              <a:t>Click to edit Master title style</a:t>
            </a:r>
            <a:endParaRPr lang="fr-FR"/>
          </a:p>
        </p:txBody>
      </p:sp>
      <p:sp>
        <p:nvSpPr>
          <p:cNvPr id="14" name="Text Placeholder 18">
            <a:extLst>
              <a:ext uri="{FF2B5EF4-FFF2-40B4-BE49-F238E27FC236}">
                <a16:creationId xmlns:a16="http://schemas.microsoft.com/office/drawing/2014/main" id="{2A1B7DB9-8E34-E736-7AD2-27C2B584495A}"/>
              </a:ext>
            </a:extLst>
          </p:cNvPr>
          <p:cNvSpPr>
            <a:spLocks noGrp="1"/>
          </p:cNvSpPr>
          <p:nvPr>
            <p:ph type="body" sz="quarter" idx="22" hasCustomPrompt="1"/>
          </p:nvPr>
        </p:nvSpPr>
        <p:spPr>
          <a:xfrm>
            <a:off x="9811835" y="3684767"/>
            <a:ext cx="2123768" cy="237600"/>
          </a:xfrm>
        </p:spPr>
        <p:txBody>
          <a:bodyPr>
            <a:noAutofit/>
          </a:bodyPr>
          <a:lstStyle>
            <a:lvl1pPr marL="0" indent="0">
              <a:lnSpc>
                <a:spcPct val="100000"/>
              </a:lnSpc>
              <a:spcBef>
                <a:spcPts val="0"/>
              </a:spcBef>
              <a:buNone/>
              <a:defRPr sz="900" b="0" i="0">
                <a:solidFill>
                  <a:schemeClr val="bg1"/>
                </a:solidFill>
                <a:latin typeface="+mj-lt"/>
              </a:defRPr>
            </a:lvl1pPr>
          </a:lstStyle>
          <a:p>
            <a:r>
              <a:rPr lang="en-GB"/>
              <a:t>Click to edit Master title style</a:t>
            </a:r>
            <a:endParaRPr lang="fr-FR"/>
          </a:p>
        </p:txBody>
      </p:sp>
      <p:sp>
        <p:nvSpPr>
          <p:cNvPr id="26" name="Rectangle 25">
            <a:extLst>
              <a:ext uri="{FF2B5EF4-FFF2-40B4-BE49-F238E27FC236}">
                <a16:creationId xmlns:a16="http://schemas.microsoft.com/office/drawing/2014/main" id="{AFC47A47-5D02-D40D-50B8-8F8AADFF00F7}"/>
              </a:ext>
            </a:extLst>
          </p:cNvPr>
          <p:cNvSpPr/>
          <p:nvPr/>
        </p:nvSpPr>
        <p:spPr>
          <a:xfrm>
            <a:off x="380999" y="6356350"/>
            <a:ext cx="1838325" cy="365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Picture Placeholder 3">
            <a:extLst>
              <a:ext uri="{FF2B5EF4-FFF2-40B4-BE49-F238E27FC236}">
                <a16:creationId xmlns:a16="http://schemas.microsoft.com/office/drawing/2014/main" id="{33707480-81A3-6CB5-CA74-7672CEA94145}"/>
              </a:ext>
            </a:extLst>
          </p:cNvPr>
          <p:cNvSpPr>
            <a:spLocks noGrp="1"/>
          </p:cNvSpPr>
          <p:nvPr>
            <p:ph type="pic" sz="quarter" idx="27" hasCustomPrompt="1"/>
          </p:nvPr>
        </p:nvSpPr>
        <p:spPr>
          <a:xfrm>
            <a:off x="9710471" y="261954"/>
            <a:ext cx="2325411" cy="2433621"/>
          </a:xfrm>
        </p:spPr>
        <p:txBody>
          <a:bodyPr/>
          <a:lstStyle>
            <a:lvl1pPr marL="0" indent="0">
              <a:buNone/>
              <a:defRPr/>
            </a:lvl1pPr>
          </a:lstStyle>
          <a:p>
            <a:r>
              <a:rPr lang="fr-FR"/>
              <a:t> </a:t>
            </a:r>
          </a:p>
        </p:txBody>
      </p:sp>
      <p:sp>
        <p:nvSpPr>
          <p:cNvPr id="30" name="Picture Placeholder 3">
            <a:extLst>
              <a:ext uri="{FF2B5EF4-FFF2-40B4-BE49-F238E27FC236}">
                <a16:creationId xmlns:a16="http://schemas.microsoft.com/office/drawing/2014/main" id="{A1A5CE3D-0051-E316-AF39-06D78C0D6351}"/>
              </a:ext>
            </a:extLst>
          </p:cNvPr>
          <p:cNvSpPr>
            <a:spLocks noGrp="1"/>
          </p:cNvSpPr>
          <p:nvPr>
            <p:ph type="pic" sz="quarter" idx="28" hasCustomPrompt="1"/>
          </p:nvPr>
        </p:nvSpPr>
        <p:spPr>
          <a:xfrm>
            <a:off x="7385060" y="261954"/>
            <a:ext cx="2325411" cy="2433621"/>
          </a:xfrm>
        </p:spPr>
        <p:txBody>
          <a:bodyPr/>
          <a:lstStyle>
            <a:lvl1pPr marL="0" indent="0">
              <a:buNone/>
              <a:defRPr/>
            </a:lvl1pPr>
          </a:lstStyle>
          <a:p>
            <a:r>
              <a:rPr lang="fr-FR"/>
              <a:t> </a:t>
            </a:r>
          </a:p>
        </p:txBody>
      </p:sp>
      <p:sp>
        <p:nvSpPr>
          <p:cNvPr id="31" name="Picture Placeholder 3">
            <a:extLst>
              <a:ext uri="{FF2B5EF4-FFF2-40B4-BE49-F238E27FC236}">
                <a16:creationId xmlns:a16="http://schemas.microsoft.com/office/drawing/2014/main" id="{0F88CFB0-191C-5F38-84E6-E8F622972A33}"/>
              </a:ext>
            </a:extLst>
          </p:cNvPr>
          <p:cNvSpPr>
            <a:spLocks noGrp="1"/>
          </p:cNvSpPr>
          <p:nvPr>
            <p:ph type="pic" sz="quarter" idx="29" hasCustomPrompt="1"/>
          </p:nvPr>
        </p:nvSpPr>
        <p:spPr>
          <a:xfrm>
            <a:off x="5059649" y="261954"/>
            <a:ext cx="2325411" cy="2433621"/>
          </a:xfrm>
        </p:spPr>
        <p:txBody>
          <a:bodyPr/>
          <a:lstStyle>
            <a:lvl1pPr marL="0" indent="0">
              <a:buNone/>
              <a:defRPr/>
            </a:lvl1pPr>
          </a:lstStyle>
          <a:p>
            <a:r>
              <a:rPr lang="fr-FR"/>
              <a:t> </a:t>
            </a:r>
          </a:p>
        </p:txBody>
      </p:sp>
      <p:pic>
        <p:nvPicPr>
          <p:cNvPr id="20" name="Graphic 26">
            <a:extLst>
              <a:ext uri="{FF2B5EF4-FFF2-40B4-BE49-F238E27FC236}">
                <a16:creationId xmlns:a16="http://schemas.microsoft.com/office/drawing/2014/main" id="{05496D6C-CD74-616D-FDD2-01CD0DD4364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07957" y="2385080"/>
            <a:ext cx="4357228" cy="1481181"/>
          </a:xfrm>
          <a:prstGeom prst="rect">
            <a:avLst/>
          </a:prstGeom>
        </p:spPr>
      </p:pic>
    </p:spTree>
    <p:extLst>
      <p:ext uri="{BB962C8B-B14F-4D97-AF65-F5344CB8AC3E}">
        <p14:creationId xmlns:p14="http://schemas.microsoft.com/office/powerpoint/2010/main" val="843438274"/>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tags" Target="../tags/tag2.xml"/><Relationship Id="rId20" Type="http://schemas.openxmlformats.org/officeDocument/2006/relationships/image" Target="../media/image3.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B068B94B-670C-F133-CB86-3E259DD20AD6}"/>
              </a:ext>
            </a:extLst>
          </p:cNvPr>
          <p:cNvGraphicFramePr>
            <a:graphicFrameLocks noChangeAspect="1"/>
          </p:cNvGraphicFramePr>
          <p:nvPr>
            <p:custDataLst>
              <p:tags r:id="rId16"/>
            </p:custDataLst>
            <p:extLst>
              <p:ext uri="{D42A27DB-BD31-4B8C-83A1-F6EECF244321}">
                <p14:modId xmlns:p14="http://schemas.microsoft.com/office/powerpoint/2010/main" val="387353477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7" imgW="359" imgH="360" progId="TCLayout.ActiveDocument.1">
                  <p:embed/>
                </p:oleObj>
              </mc:Choice>
              <mc:Fallback>
                <p:oleObj name="think-cell Slide" r:id="rId17" imgW="359" imgH="360" progId="TCLayout.ActiveDocument.1">
                  <p:embed/>
                  <p:pic>
                    <p:nvPicPr>
                      <p:cNvPr id="9" name="Objet 8" hidden="1">
                        <a:extLst>
                          <a:ext uri="{FF2B5EF4-FFF2-40B4-BE49-F238E27FC236}">
                            <a16:creationId xmlns:a16="http://schemas.microsoft.com/office/drawing/2014/main" id="{B068B94B-670C-F133-CB86-3E259DD20AD6}"/>
                          </a:ext>
                        </a:extLst>
                      </p:cNvPr>
                      <p:cNvPicPr/>
                      <p:nvPr/>
                    </p:nvPicPr>
                    <p:blipFill>
                      <a:blip r:embed="rId18"/>
                      <a:stretch>
                        <a:fillRect/>
                      </a:stretch>
                    </p:blipFill>
                    <p:spPr>
                      <a:xfrm>
                        <a:off x="1588" y="1588"/>
                        <a:ext cx="1588" cy="1588"/>
                      </a:xfrm>
                      <a:prstGeom prst="rect">
                        <a:avLst/>
                      </a:prstGeom>
                    </p:spPr>
                  </p:pic>
                </p:oleObj>
              </mc:Fallback>
            </mc:AlternateContent>
          </a:graphicData>
        </a:graphic>
      </p:graphicFrame>
      <p:sp>
        <p:nvSpPr>
          <p:cNvPr id="2" name="Espace réservé du titre 1">
            <a:extLst>
              <a:ext uri="{FF2B5EF4-FFF2-40B4-BE49-F238E27FC236}">
                <a16:creationId xmlns:a16="http://schemas.microsoft.com/office/drawing/2014/main" id="{D2AD48E1-B2D6-0FB1-1BBC-D92CA4BA4FD6}"/>
              </a:ext>
            </a:extLst>
          </p:cNvPr>
          <p:cNvSpPr>
            <a:spLocks noGrp="1"/>
          </p:cNvSpPr>
          <p:nvPr>
            <p:ph type="title"/>
          </p:nvPr>
        </p:nvSpPr>
        <p:spPr>
          <a:xfrm>
            <a:off x="380997" y="485693"/>
            <a:ext cx="11430003" cy="360000"/>
          </a:xfrm>
          <a:prstGeom prst="rect">
            <a:avLst/>
          </a:prstGeom>
        </p:spPr>
        <p:txBody>
          <a:bodyPr vert="horz" lIns="91440" tIns="45720" rIns="91440" bIns="45720" rtlCol="0" anchor="t">
            <a:noAutofit/>
          </a:bodyPr>
          <a:lstStyle/>
          <a:p>
            <a:r>
              <a:rPr lang="fr-FR"/>
              <a:t>Titre</a:t>
            </a:r>
          </a:p>
        </p:txBody>
      </p:sp>
      <p:sp>
        <p:nvSpPr>
          <p:cNvPr id="3" name="Espace réservé du texte 2">
            <a:extLst>
              <a:ext uri="{FF2B5EF4-FFF2-40B4-BE49-F238E27FC236}">
                <a16:creationId xmlns:a16="http://schemas.microsoft.com/office/drawing/2014/main" id="{80ECA95B-165B-9DA2-D8F5-BC9BCA12C9BB}"/>
              </a:ext>
            </a:extLst>
          </p:cNvPr>
          <p:cNvSpPr>
            <a:spLocks noGrp="1"/>
          </p:cNvSpPr>
          <p:nvPr>
            <p:ph type="body" idx="1"/>
          </p:nvPr>
        </p:nvSpPr>
        <p:spPr>
          <a:xfrm>
            <a:off x="380997" y="1825625"/>
            <a:ext cx="11430003" cy="4351338"/>
          </a:xfrm>
          <a:prstGeom prst="rect">
            <a:avLst/>
          </a:prstGeom>
        </p:spPr>
        <p:txBody>
          <a:bodyPr vert="horz" lIns="91440" tIns="45720" rIns="91440" bIns="45720" rtlCol="0">
            <a:no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pied de page 4">
            <a:extLst>
              <a:ext uri="{FF2B5EF4-FFF2-40B4-BE49-F238E27FC236}">
                <a16:creationId xmlns:a16="http://schemas.microsoft.com/office/drawing/2014/main" id="{FDA6FC88-E0F2-E7D8-A6EE-622B5540EFF6}"/>
              </a:ext>
            </a:extLst>
          </p:cNvPr>
          <p:cNvSpPr>
            <a:spLocks noGrp="1"/>
          </p:cNvSpPr>
          <p:nvPr>
            <p:ph type="ftr" sz="quarter" idx="3"/>
          </p:nvPr>
        </p:nvSpPr>
        <p:spPr>
          <a:xfrm>
            <a:off x="2104549" y="6340475"/>
            <a:ext cx="7318401" cy="365125"/>
          </a:xfrm>
          <a:prstGeom prst="rect">
            <a:avLst/>
          </a:prstGeom>
        </p:spPr>
        <p:txBody>
          <a:bodyPr vert="horz" lIns="91440" tIns="45720" rIns="91440" bIns="45720" rtlCol="0" anchor="ctr"/>
          <a:lstStyle>
            <a:lvl1pPr marL="0" algn="ctr" defTabSz="914400" rtl="0" eaLnBrk="1" latinLnBrk="0" hangingPunct="1">
              <a:defRPr kumimoji="0" lang="fr-FR" sz="900" b="0" i="0" u="none" strike="noStrike" kern="1200" cap="none" spc="0" normalizeH="0" baseline="0" dirty="0" smtClean="0">
                <a:ln>
                  <a:noFill/>
                </a:ln>
                <a:solidFill>
                  <a:schemeClr val="tx2"/>
                </a:solidFill>
                <a:effectLst/>
                <a:uLnTx/>
                <a:uFillTx/>
                <a:latin typeface="+mj-lt"/>
                <a:ea typeface="+mn-ea"/>
                <a:cs typeface="+mn-cs"/>
              </a:defRPr>
            </a:lvl1pPr>
          </a:lstStyle>
          <a:p>
            <a:endParaRPr lang="fr-FR"/>
          </a:p>
        </p:txBody>
      </p:sp>
      <p:sp>
        <p:nvSpPr>
          <p:cNvPr id="6" name="Espace réservé du numéro de diapositive 5">
            <a:extLst>
              <a:ext uri="{FF2B5EF4-FFF2-40B4-BE49-F238E27FC236}">
                <a16:creationId xmlns:a16="http://schemas.microsoft.com/office/drawing/2014/main" id="{8165DD3F-8A0A-C37D-6F0C-0CD7DA21FABB}"/>
              </a:ext>
            </a:extLst>
          </p:cNvPr>
          <p:cNvSpPr>
            <a:spLocks noGrp="1"/>
          </p:cNvSpPr>
          <p:nvPr>
            <p:ph type="sldNum" sz="quarter" idx="4"/>
          </p:nvPr>
        </p:nvSpPr>
        <p:spPr>
          <a:xfrm>
            <a:off x="11219530" y="6340475"/>
            <a:ext cx="591470" cy="365125"/>
          </a:xfrm>
          <a:prstGeom prst="rect">
            <a:avLst/>
          </a:prstGeom>
        </p:spPr>
        <p:txBody>
          <a:bodyPr vert="horz" lIns="91440" tIns="45720" rIns="91440" bIns="45720" rtlCol="0" anchor="ctr"/>
          <a:lstStyle>
            <a:lvl1pPr marL="0" algn="r" defTabSz="914400" rtl="0" eaLnBrk="1" latinLnBrk="0" hangingPunct="1">
              <a:defRPr kumimoji="0" lang="fr-FR" sz="900" b="0" i="0" u="none" strike="noStrike" kern="1200" cap="none" spc="0" normalizeH="0" baseline="0" smtClean="0">
                <a:ln>
                  <a:noFill/>
                </a:ln>
                <a:solidFill>
                  <a:schemeClr val="tx2"/>
                </a:solidFill>
                <a:effectLst/>
                <a:uLnTx/>
                <a:uFillTx/>
                <a:latin typeface="+mj-lt"/>
                <a:ea typeface="+mn-ea"/>
                <a:cs typeface="+mn-cs"/>
              </a:defRPr>
            </a:lvl1pPr>
          </a:lstStyle>
          <a:p>
            <a:fld id="{BE9517EC-C298-4848-B090-11602D956FCE}" type="slidenum">
              <a:rPr lang="fr-FR" smtClean="0"/>
              <a:pPr/>
              <a:t>‹#›</a:t>
            </a:fld>
            <a:endParaRPr lang="fr-FR"/>
          </a:p>
        </p:txBody>
      </p:sp>
      <p:pic>
        <p:nvPicPr>
          <p:cNvPr id="17" name="Graphic 12">
            <a:extLst>
              <a:ext uri="{FF2B5EF4-FFF2-40B4-BE49-F238E27FC236}">
                <a16:creationId xmlns:a16="http://schemas.microsoft.com/office/drawing/2014/main" id="{EAE1AD28-E865-978A-DD49-D21AF449B74E}"/>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9422950" y="6232787"/>
            <a:ext cx="1796580" cy="610723"/>
          </a:xfrm>
          <a:prstGeom prst="rect">
            <a:avLst/>
          </a:prstGeom>
        </p:spPr>
      </p:pic>
      <p:sp>
        <p:nvSpPr>
          <p:cNvPr id="18" name="TextBox 8">
            <a:extLst>
              <a:ext uri="{FF2B5EF4-FFF2-40B4-BE49-F238E27FC236}">
                <a16:creationId xmlns:a16="http://schemas.microsoft.com/office/drawing/2014/main" id="{565B99EF-19E1-E906-69E0-E7404B75E831}"/>
              </a:ext>
            </a:extLst>
          </p:cNvPr>
          <p:cNvSpPr txBox="1"/>
          <p:nvPr/>
        </p:nvSpPr>
        <p:spPr>
          <a:xfrm>
            <a:off x="380997" y="6407621"/>
            <a:ext cx="1723549" cy="230832"/>
          </a:xfrm>
          <a:prstGeom prst="rect">
            <a:avLst/>
          </a:prstGeom>
          <a:no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a:ln>
                  <a:noFill/>
                </a:ln>
                <a:solidFill>
                  <a:schemeClr val="tx2"/>
                </a:solidFill>
                <a:effectLst/>
                <a:uLnTx/>
                <a:uFillTx/>
                <a:latin typeface="+mj-lt"/>
                <a:ea typeface="+mn-ea"/>
                <a:cs typeface="+mn-cs"/>
              </a:rPr>
              <a:t>© ACI partners | Confidentiel </a:t>
            </a:r>
          </a:p>
        </p:txBody>
      </p:sp>
    </p:spTree>
    <p:extLst>
      <p:ext uri="{BB962C8B-B14F-4D97-AF65-F5344CB8AC3E}">
        <p14:creationId xmlns:p14="http://schemas.microsoft.com/office/powerpoint/2010/main" val="3041499383"/>
      </p:ext>
    </p:extLst>
  </p:cSld>
  <p:clrMap bg1="lt1" tx1="dk1" bg2="lt2" tx2="dk2" accent1="accent1" accent2="accent2" accent3="accent3" accent4="accent4" accent5="accent5" accent6="accent6" hlink="hlink" folHlink="folHlink"/>
  <p:sldLayoutIdLst>
    <p:sldLayoutId id="2147483666" r:id="rId1"/>
    <p:sldLayoutId id="2147483652" r:id="rId2"/>
    <p:sldLayoutId id="2147483659" r:id="rId3"/>
    <p:sldLayoutId id="2147483653" r:id="rId4"/>
    <p:sldLayoutId id="2147483655" r:id="rId5"/>
    <p:sldLayoutId id="2147483649" r:id="rId6"/>
    <p:sldLayoutId id="2147483650" r:id="rId7"/>
    <p:sldLayoutId id="2147483663" r:id="rId8"/>
    <p:sldLayoutId id="2147483662" r:id="rId9"/>
    <p:sldLayoutId id="2147483657" r:id="rId10"/>
    <p:sldLayoutId id="2147483651" r:id="rId11"/>
    <p:sldLayoutId id="2147483661" r:id="rId12"/>
    <p:sldLayoutId id="2147483660" r:id="rId13"/>
    <p:sldLayoutId id="2147483656" r:id="rId14"/>
  </p:sldLayoutIdLst>
  <p:hf hdr="0" ftr="0" dt="0"/>
  <p:txStyles>
    <p:titleStyle>
      <a:lvl1pPr algn="l" defTabSz="914400" rtl="0" eaLnBrk="1" latinLnBrk="0" hangingPunct="1">
        <a:lnSpc>
          <a:spcPct val="90000"/>
        </a:lnSpc>
        <a:spcBef>
          <a:spcPct val="0"/>
        </a:spcBef>
        <a:buNone/>
        <a:defRPr lang="fr-FR" sz="2000" kern="1200" dirty="0" smtClean="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tx2"/>
        </a:buClr>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tx2"/>
        </a:buClr>
        <a:buFont typeface="Arial" panose="020B0604020202020204" pitchFamily="34" charset="0"/>
        <a:buChar char="•"/>
        <a:defRPr sz="12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tx2"/>
        </a:buClr>
        <a:buFont typeface="Arial" panose="020B0604020202020204" pitchFamily="34" charset="0"/>
        <a:buChar char="•"/>
        <a:defRPr sz="11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tx2"/>
        </a:buClr>
        <a:buFont typeface="Arial" panose="020B0604020202020204" pitchFamily="34" charset="0"/>
        <a:buChar char="•"/>
        <a:defRPr sz="105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tx2"/>
        </a:buClr>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98">
          <p15:clr>
            <a:srgbClr val="F26B43"/>
          </p15:clr>
        </p15:guide>
        <p15:guide id="2" pos="7582">
          <p15:clr>
            <a:srgbClr val="F26B43"/>
          </p15:clr>
        </p15:guide>
        <p15:guide id="3" orient="horz" pos="96">
          <p15:clr>
            <a:srgbClr val="F26B43"/>
          </p15:clr>
        </p15:guide>
        <p15:guide id="4" orient="horz" pos="4224">
          <p15:clr>
            <a:srgbClr val="F26B43"/>
          </p15:clr>
        </p15:guide>
        <p15:guide id="5" pos="234">
          <p15:clr>
            <a:srgbClr val="F26B43"/>
          </p15:clr>
        </p15:guide>
        <p15:guide id="6" pos="744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11.xml"/><Relationship Id="rId1" Type="http://schemas.openxmlformats.org/officeDocument/2006/relationships/tags" Target="../tags/tag20.xml"/><Relationship Id="rId5" Type="http://schemas.openxmlformats.org/officeDocument/2006/relationships/image" Target="../media/image11.jpeg"/><Relationship Id="rId4" Type="http://schemas.openxmlformats.org/officeDocument/2006/relationships/image" Target="../media/image10.emf"/></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11.xml"/><Relationship Id="rId1" Type="http://schemas.openxmlformats.org/officeDocument/2006/relationships/tags" Target="../tags/tag21.xml"/><Relationship Id="rId6" Type="http://schemas.openxmlformats.org/officeDocument/2006/relationships/image" Target="../media/image13.jpeg"/><Relationship Id="rId5" Type="http://schemas.openxmlformats.org/officeDocument/2006/relationships/image" Target="../media/image12.png"/><Relationship Id="rId4" Type="http://schemas.openxmlformats.org/officeDocument/2006/relationships/image" Target="../media/image10.e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11.xml"/><Relationship Id="rId1" Type="http://schemas.openxmlformats.org/officeDocument/2006/relationships/tags" Target="../tags/tag22.xml"/><Relationship Id="rId5" Type="http://schemas.openxmlformats.org/officeDocument/2006/relationships/image" Target="../media/image14.png"/><Relationship Id="rId4" Type="http://schemas.openxmlformats.org/officeDocument/2006/relationships/image" Target="../media/image10.emf"/></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16.png"/><Relationship Id="rId2" Type="http://schemas.openxmlformats.org/officeDocument/2006/relationships/slideLayout" Target="../slideLayouts/slideLayout11.xml"/><Relationship Id="rId1" Type="http://schemas.openxmlformats.org/officeDocument/2006/relationships/tags" Target="../tags/tag23.xml"/><Relationship Id="rId6" Type="http://schemas.openxmlformats.org/officeDocument/2006/relationships/image" Target="../media/image15.png"/><Relationship Id="rId5" Type="http://schemas.openxmlformats.org/officeDocument/2006/relationships/image" Target="../media/image10.emf"/><Relationship Id="rId4" Type="http://schemas.openxmlformats.org/officeDocument/2006/relationships/oleObject" Target="../embeddings/oleObject19.bin"/></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11.xml"/><Relationship Id="rId1" Type="http://schemas.openxmlformats.org/officeDocument/2006/relationships/tags" Target="../tags/tag24.xml"/><Relationship Id="rId5" Type="http://schemas.openxmlformats.org/officeDocument/2006/relationships/image" Target="../media/image17.jpeg"/><Relationship Id="rId4" Type="http://schemas.openxmlformats.org/officeDocument/2006/relationships/image" Target="../media/image10.e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11.xml"/><Relationship Id="rId1" Type="http://schemas.openxmlformats.org/officeDocument/2006/relationships/tags" Target="../tags/tag25.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0.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11.xml"/><Relationship Id="rId1" Type="http://schemas.openxmlformats.org/officeDocument/2006/relationships/tags" Target="../tags/tag26.xml"/><Relationship Id="rId5" Type="http://schemas.openxmlformats.org/officeDocument/2006/relationships/image" Target="../media/image11.jpeg"/><Relationship Id="rId4" Type="http://schemas.openxmlformats.org/officeDocument/2006/relationships/image" Target="../media/image10.e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11.xml"/><Relationship Id="rId1" Type="http://schemas.openxmlformats.org/officeDocument/2006/relationships/tags" Target="../tags/tag27.xml"/><Relationship Id="rId6" Type="http://schemas.openxmlformats.org/officeDocument/2006/relationships/image" Target="../media/image21.tiff"/><Relationship Id="rId5" Type="http://schemas.openxmlformats.org/officeDocument/2006/relationships/image" Target="../media/image20.png"/><Relationship Id="rId4" Type="http://schemas.openxmlformats.org/officeDocument/2006/relationships/image" Target="../media/image10.e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11.xml"/><Relationship Id="rId1" Type="http://schemas.openxmlformats.org/officeDocument/2006/relationships/tags" Target="../tags/tag28.xml"/><Relationship Id="rId6" Type="http://schemas.openxmlformats.org/officeDocument/2006/relationships/image" Target="../media/image21.tiff"/><Relationship Id="rId5" Type="http://schemas.openxmlformats.org/officeDocument/2006/relationships/image" Target="../media/image22.png"/><Relationship Id="rId4" Type="http://schemas.openxmlformats.org/officeDocument/2006/relationships/image" Target="../media/image10.e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11.xml"/><Relationship Id="rId1" Type="http://schemas.openxmlformats.org/officeDocument/2006/relationships/tags" Target="../tags/tag29.xml"/><Relationship Id="rId5" Type="http://schemas.openxmlformats.org/officeDocument/2006/relationships/image" Target="../media/image23.jpeg"/><Relationship Id="rId4" Type="http://schemas.openxmlformats.org/officeDocument/2006/relationships/image" Target="../media/image10.e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11.xml"/><Relationship Id="rId1" Type="http://schemas.openxmlformats.org/officeDocument/2006/relationships/tags" Target="../tags/tag30.xml"/><Relationship Id="rId5" Type="http://schemas.openxmlformats.org/officeDocument/2006/relationships/image" Target="../media/image24.png"/><Relationship Id="rId4" Type="http://schemas.openxmlformats.org/officeDocument/2006/relationships/image" Target="../media/image4.emf"/></Relationships>
</file>

<file path=ppt/slides/_rels/slide12.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oleObject" Target="../embeddings/oleObject27.bin"/><Relationship Id="rId7" Type="http://schemas.openxmlformats.org/officeDocument/2006/relationships/image" Target="../media/image26.png"/><Relationship Id="rId2" Type="http://schemas.openxmlformats.org/officeDocument/2006/relationships/slideLayout" Target="../slideLayouts/slideLayout11.xml"/><Relationship Id="rId1" Type="http://schemas.openxmlformats.org/officeDocument/2006/relationships/tags" Target="../tags/tag3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4.e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11.xml"/><Relationship Id="rId1" Type="http://schemas.openxmlformats.org/officeDocument/2006/relationships/tags" Target="../tags/tag32.xml"/><Relationship Id="rId6" Type="http://schemas.openxmlformats.org/officeDocument/2006/relationships/image" Target="../media/image25.png"/><Relationship Id="rId5" Type="http://schemas.openxmlformats.org/officeDocument/2006/relationships/image" Target="../media/image28.gif"/><Relationship Id="rId4" Type="http://schemas.openxmlformats.org/officeDocument/2006/relationships/image" Target="../media/image4.e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11.xml"/><Relationship Id="rId1" Type="http://schemas.openxmlformats.org/officeDocument/2006/relationships/tags" Target="../tags/tag33.xml"/><Relationship Id="rId5" Type="http://schemas.openxmlformats.org/officeDocument/2006/relationships/image" Target="../media/image29.jpeg"/><Relationship Id="rId4" Type="http://schemas.openxmlformats.org/officeDocument/2006/relationships/image" Target="../media/image4.e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11.xml"/><Relationship Id="rId1" Type="http://schemas.openxmlformats.org/officeDocument/2006/relationships/tags" Target="../tags/tag34.xml"/><Relationship Id="rId5" Type="http://schemas.openxmlformats.org/officeDocument/2006/relationships/image" Target="../media/image30.jpeg"/><Relationship Id="rId4" Type="http://schemas.openxmlformats.org/officeDocument/2006/relationships/image" Target="../media/image4.e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11.xml"/><Relationship Id="rId1" Type="http://schemas.openxmlformats.org/officeDocument/2006/relationships/tags" Target="../tags/tag35.xml"/><Relationship Id="rId5" Type="http://schemas.openxmlformats.org/officeDocument/2006/relationships/image" Target="../media/image30.jpeg"/><Relationship Id="rId4" Type="http://schemas.openxmlformats.org/officeDocument/2006/relationships/image" Target="../media/image4.e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11.xml"/><Relationship Id="rId1" Type="http://schemas.openxmlformats.org/officeDocument/2006/relationships/tags" Target="../tags/tag36.xml"/><Relationship Id="rId5" Type="http://schemas.openxmlformats.org/officeDocument/2006/relationships/image" Target="../media/image31.png"/><Relationship Id="rId4" Type="http://schemas.openxmlformats.org/officeDocument/2006/relationships/image" Target="../media/image4.e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11.xml"/><Relationship Id="rId1" Type="http://schemas.openxmlformats.org/officeDocument/2006/relationships/tags" Target="../tags/tag37.xml"/><Relationship Id="rId5" Type="http://schemas.openxmlformats.org/officeDocument/2006/relationships/image" Target="../media/image32.png"/><Relationship Id="rId4" Type="http://schemas.openxmlformats.org/officeDocument/2006/relationships/image" Target="../media/image4.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extLst>
              <p:ext uri="{D42A27DB-BD31-4B8C-83A1-F6EECF244321}">
                <p14:modId xmlns:p14="http://schemas.microsoft.com/office/powerpoint/2010/main" val="37265567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 </a:t>
            </a:r>
            <a:r>
              <a:rPr lang="fr-FR" b="1">
                <a:solidFill>
                  <a:srgbClr val="FF0000"/>
                </a:solidFill>
              </a:rPr>
              <a:t>1</a:t>
            </a:r>
            <a:endParaRPr lang="fr-F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1</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1844887351"/>
              </p:ext>
            </p:extLst>
          </p:nvPr>
        </p:nvGraphicFramePr>
        <p:xfrm>
          <a:off x="361541" y="1808163"/>
          <a:ext cx="11430002" cy="2983443"/>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r>
                        <a:rPr lang="fr-FR" sz="1400" b="1" noProof="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81241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ctr">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endParaRPr lang="fr-FR" sz="1100" dirty="0">
                        <a:solidFill>
                          <a:schemeClr val="tx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indent="-176213" algn="l" defTabSz="914400" rtl="0" eaLnBrk="1" latinLnBrk="0" hangingPunct="1">
                        <a:spcAft>
                          <a:spcPts val="100"/>
                        </a:spcAft>
                        <a:buClr>
                          <a:schemeClr val="accent1"/>
                        </a:buClr>
                        <a:buSzPct val="100000"/>
                        <a:buFont typeface="Arial"/>
                        <a:buChar char="•"/>
                      </a:pPr>
                      <a:endParaRPr lang="fr-FR" sz="1100" kern="120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Logo client ici</a:t>
                      </a:r>
                    </a:p>
                  </a:txBody>
                  <a:tcPr anchor="ctr">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r>
                        <a:rPr lang="fr-FR" sz="1100" dirty="0">
                          <a:solidFill>
                            <a:schemeClr val="tx1"/>
                          </a:solidFill>
                        </a:rPr>
                        <a:t>Suite à un projet d’externalisation du SI, poursuite de la transformation de son SI en mettant l’accent sur la performance et le niveau de service : définition de la trajectoire de mise à niveau des applicatifs métiers et prise en compte des aspects d’optimisation et de rationalisation de l’infrastructure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dirty="0">
                          <a:solidFill>
                            <a:schemeClr val="dk1"/>
                          </a:solidFill>
                          <a:latin typeface="+mn-lt"/>
                          <a:ea typeface="+mn-ea"/>
                          <a:cs typeface="Arial"/>
                        </a:rPr>
                        <a:t>Analyse du Plan Informatique, de la cartographie applicative et analyse des éléments d’infrastructure applicative (contraintes techniques, obsolescence des applications, ...)</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dirty="0">
                          <a:solidFill>
                            <a:schemeClr val="dk1"/>
                          </a:solidFill>
                          <a:latin typeface="+mn-lt"/>
                          <a:ea typeface="+mn-ea"/>
                          <a:cs typeface="Arial"/>
                        </a:rPr>
                        <a:t>Entretiens avec les métiers pour recueillir leurs enjeux et attentes ; étude de l’adéquation avec les outils SI</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dirty="0">
                          <a:solidFill>
                            <a:schemeClr val="dk1"/>
                          </a:solidFill>
                          <a:latin typeface="+mn-lt"/>
                          <a:ea typeface="+mn-ea"/>
                          <a:cs typeface="Arial"/>
                        </a:rPr>
                        <a:t>Rencontre avec les éditeurs de logiciels pour identifier les possibilités d’évolution des applications et l’intégration dans le SI</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dirty="0">
                          <a:solidFill>
                            <a:schemeClr val="dk1"/>
                          </a:solidFill>
                          <a:latin typeface="+mn-lt"/>
                          <a:ea typeface="+mn-ea"/>
                          <a:cs typeface="Arial"/>
                        </a:rPr>
                        <a:t>Ordonnancement des besoins, attentes et contraintes du point de vue des métiers, du pôle Informatique, des éditeurs</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dirty="0">
                          <a:solidFill>
                            <a:schemeClr val="dk1"/>
                          </a:solidFill>
                          <a:latin typeface="+mn-lt"/>
                          <a:ea typeface="+mn-ea"/>
                          <a:cs typeface="Arial"/>
                        </a:rPr>
                        <a:t>Identification des adhérences entre applications</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dirty="0">
                          <a:solidFill>
                            <a:schemeClr val="dk1"/>
                          </a:solidFill>
                          <a:latin typeface="+mn-lt"/>
                          <a:ea typeface="+mn-ea"/>
                          <a:cs typeface="Arial"/>
                        </a:rPr>
                        <a:t>Élaboration d’une proposition de trajectoire SI 2019 – 2021</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bl>
          </a:graphicData>
        </a:graphic>
      </p:graphicFrame>
      <p:pic>
        <p:nvPicPr>
          <p:cNvPr id="3" name="Espace réservé pour une image  2">
            <a:extLst>
              <a:ext uri="{FF2B5EF4-FFF2-40B4-BE49-F238E27FC236}">
                <a16:creationId xmlns:a16="http://schemas.microsoft.com/office/drawing/2014/main" id="{4EB66420-1FEF-2277-4563-AB4F99EBEEC2}"/>
              </a:ext>
            </a:extLst>
          </p:cNvPr>
          <p:cNvPicPr>
            <a:picLocks/>
          </p:cNvPicPr>
          <p:nvPr/>
        </p:nvPicPr>
        <p:blipFill>
          <a:blip r:embed="rId5">
            <a:extLst>
              <a:ext uri="{28A0092B-C50C-407E-A947-70E740481C1C}">
                <a14:useLocalDpi xmlns:a14="http://schemas.microsoft.com/office/drawing/2010/main" val="0"/>
              </a:ext>
            </a:extLst>
          </a:blip>
          <a:srcRect t="16269" b="16269"/>
          <a:stretch>
            <a:fillRect/>
          </a:stretch>
        </p:blipFill>
        <p:spPr>
          <a:xfrm>
            <a:off x="811144" y="3544006"/>
            <a:ext cx="762000" cy="514060"/>
          </a:xfrm>
          <a:prstGeom prst="rect">
            <a:avLst/>
          </a:prstGeom>
        </p:spPr>
      </p:pic>
    </p:spTree>
    <p:extLst>
      <p:ext uri="{BB962C8B-B14F-4D97-AF65-F5344CB8AC3E}">
        <p14:creationId xmlns:p14="http://schemas.microsoft.com/office/powerpoint/2010/main" val="4981320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2</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4147696973"/>
              </p:ext>
            </p:extLst>
          </p:nvPr>
        </p:nvGraphicFramePr>
        <p:xfrm>
          <a:off x="361541" y="1808163"/>
          <a:ext cx="11430002" cy="3568765"/>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r>
                        <a:rPr lang="fr-FR" sz="1400" b="1" noProof="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81241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Covéa Vie</a:t>
                      </a: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indent="0" algn="l" defTabSz="914400" rtl="0" eaLnBrk="1" latinLnBrk="0" hangingPunct="1">
                        <a:lnSpc>
                          <a:spcPct val="90000"/>
                        </a:lnSpc>
                        <a:spcBef>
                          <a:spcPts val="610"/>
                        </a:spcBef>
                        <a:buClr>
                          <a:schemeClr val="accent1"/>
                        </a:buClr>
                        <a:buFont typeface="Arial" panose="020B0604020202020204" pitchFamily="34" charset="0"/>
                        <a:buNone/>
                      </a:pPr>
                      <a:r>
                        <a:rPr lang="fr-FR" sz="1100" kern="1200" noProof="0" dirty="0">
                          <a:solidFill>
                            <a:schemeClr val="tx1"/>
                          </a:solidFill>
                          <a:latin typeface="+mn-lt"/>
                          <a:ea typeface="+mn-ea"/>
                          <a:cs typeface="+mn-cs"/>
                        </a:rPr>
                        <a:t>Dans le cadre de la Directive européenne sur la Distribution d’Assurances, rédaction de la politique de gouvernance DDA pour Covéa Vie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Etat des lieux</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Rencontre CODIR et échanges sur besoins en matière de gouvernance</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Rencontre métiers et experts ainsi que conformité</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Suivi de l’avancement pour COPIL projet global</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Identification marchés cibles par réseau (prise en compte spécificités Covéa)</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Rédaction de la politique de Gouvernance DDA</a:t>
                      </a: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Groupama CA</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indent="0" algn="l" defTabSz="914400" rtl="0" eaLnBrk="1" latinLnBrk="0" hangingPunct="1">
                        <a:lnSpc>
                          <a:spcPct val="90000"/>
                        </a:lnSpc>
                        <a:spcBef>
                          <a:spcPts val="610"/>
                        </a:spcBef>
                        <a:buClr>
                          <a:schemeClr val="accent1"/>
                        </a:buClr>
                        <a:buFont typeface="Arial" panose="020B0604020202020204" pitchFamily="34" charset="0"/>
                        <a:buNone/>
                      </a:pPr>
                      <a:r>
                        <a:rPr lang="fr-FR" sz="1100" kern="1200" noProof="0" dirty="0">
                          <a:solidFill>
                            <a:schemeClr val="tx1"/>
                          </a:solidFill>
                          <a:latin typeface="+mn-lt"/>
                          <a:ea typeface="+mn-ea"/>
                          <a:cs typeface="+mn-cs"/>
                        </a:rPr>
                        <a:t>Déploiement du processus outillé de Surveillance des risques Entreprises et Collectivités </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Identification des points d’amélioration et des dysfonctionnements majeurs du processus actuel de surveillance</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Qualification, priorisation des attentes métiers et construction d’une cartographie de la cible du processus outillé</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Cadrage et pilotage en Méthode Agile de la fabrication des outils et de la mise en place du processus outillé</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indent="0" algn="l" defTabSz="914400" rtl="0" eaLnBrk="1" latinLnBrk="0" hangingPunct="1">
                        <a:lnSpc>
                          <a:spcPct val="90000"/>
                        </a:lnSpc>
                        <a:spcBef>
                          <a:spcPts val="610"/>
                        </a:spcBef>
                        <a:buClr>
                          <a:schemeClr val="accent1"/>
                        </a:buClr>
                        <a:buFont typeface="Arial" panose="020B0604020202020204" pitchFamily="34" charset="0"/>
                        <a:buNone/>
                      </a:pPr>
                      <a:endParaRPr lang="fr-FR" sz="1100" kern="1200" noProof="0" dirty="0">
                        <a:solidFill>
                          <a:schemeClr val="tx1"/>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endParaRPr lang="fr-FR" sz="1100" kern="1200" noProof="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2553091106"/>
                  </a:ext>
                </a:extLst>
              </a:tr>
            </a:tbl>
          </a:graphicData>
        </a:graphic>
      </p:graphicFrame>
      <p:pic>
        <p:nvPicPr>
          <p:cNvPr id="2" name="Image 1">
            <a:extLst>
              <a:ext uri="{FF2B5EF4-FFF2-40B4-BE49-F238E27FC236}">
                <a16:creationId xmlns:a16="http://schemas.microsoft.com/office/drawing/2014/main" id="{6CA228BD-4B8B-CBB3-DAA5-E0BFC0B49BA9}"/>
              </a:ext>
            </a:extLst>
          </p:cNvPr>
          <p:cNvPicPr>
            <a:picLocks/>
          </p:cNvPicPr>
          <p:nvPr/>
        </p:nvPicPr>
        <p:blipFill>
          <a:blip r:embed="rId5">
            <a:extLst>
              <a:ext uri="{28A0092B-C50C-407E-A947-70E740481C1C}">
                <a14:useLocalDpi xmlns:a14="http://schemas.microsoft.com/office/drawing/2010/main" val="0"/>
              </a:ext>
            </a:extLst>
          </a:blip>
          <a:srcRect/>
          <a:stretch/>
        </p:blipFill>
        <p:spPr>
          <a:xfrm>
            <a:off x="813140" y="3436475"/>
            <a:ext cx="819048" cy="819048"/>
          </a:xfrm>
          <a:prstGeom prst="rect">
            <a:avLst/>
          </a:prstGeom>
        </p:spPr>
      </p:pic>
      <p:pic>
        <p:nvPicPr>
          <p:cNvPr id="11" name="Picture 3" descr="Covéa — Wikipédia">
            <a:extLst>
              <a:ext uri="{FF2B5EF4-FFF2-40B4-BE49-F238E27FC236}">
                <a16:creationId xmlns:a16="http://schemas.microsoft.com/office/drawing/2014/main" id="{EA581180-E320-C550-B454-B18BFBC2CD16}"/>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9476" y="2429021"/>
            <a:ext cx="726377" cy="5829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4794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3</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3027883007"/>
              </p:ext>
            </p:extLst>
          </p:nvPr>
        </p:nvGraphicFramePr>
        <p:xfrm>
          <a:off x="361541" y="1808163"/>
          <a:ext cx="11430002" cy="2772221"/>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r>
                        <a:rPr lang="fr-FR" sz="1400" b="1" noProof="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81241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Groupama</a:t>
                      </a: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90000"/>
                        </a:lnSpc>
                        <a:spcBef>
                          <a:spcPts val="610"/>
                        </a:spcBef>
                        <a:spcAft>
                          <a:spcPts val="0"/>
                        </a:spcAft>
                        <a:buClr>
                          <a:schemeClr val="accent1"/>
                        </a:buClr>
                        <a:buSzTx/>
                        <a:buFont typeface="Arial" panose="020B0604020202020204" pitchFamily="34" charset="0"/>
                        <a:buNone/>
                        <a:tabLst/>
                        <a:defRPr/>
                      </a:pPr>
                      <a:r>
                        <a:rPr lang="fr-FR" sz="1100" kern="1200" dirty="0">
                          <a:solidFill>
                            <a:schemeClr val="tx1"/>
                          </a:solidFill>
                          <a:latin typeface="+mn-lt"/>
                          <a:ea typeface="+mn-ea"/>
                          <a:cs typeface="+mn-cs"/>
                        </a:rPr>
                        <a:t>Diagnostic, optimisation du processus majeur de l’assureur et harmonisation entre caisse régionale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dirty="0">
                          <a:solidFill>
                            <a:schemeClr val="dk1"/>
                          </a:solidFill>
                          <a:latin typeface="+mn-lt"/>
                          <a:ea typeface="+mn-ea"/>
                          <a:cs typeface="Arial"/>
                        </a:rPr>
                        <a:t>Analyse et décomposition du processus principal en sous processus.</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dirty="0">
                          <a:solidFill>
                            <a:schemeClr val="dk1"/>
                          </a:solidFill>
                          <a:latin typeface="+mn-lt"/>
                          <a:ea typeface="+mn-ea"/>
                          <a:cs typeface="Arial"/>
                        </a:rPr>
                        <a:t>Analyse, via entretiens, des risques et des contrôles existants</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dirty="0">
                          <a:solidFill>
                            <a:schemeClr val="dk1"/>
                          </a:solidFill>
                          <a:latin typeface="+mn-lt"/>
                          <a:ea typeface="+mn-ea"/>
                          <a:cs typeface="Arial"/>
                        </a:rPr>
                        <a:t>Recherche optimisation des process et ajustement des contrôles</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dirty="0">
                          <a:solidFill>
                            <a:schemeClr val="dk1"/>
                          </a:solidFill>
                          <a:latin typeface="+mn-lt"/>
                          <a:ea typeface="+mn-ea"/>
                          <a:cs typeface="Arial"/>
                        </a:rPr>
                        <a:t>Ecriture des processus opérationnels et positionnement des points de risques et contrôle éventuels positionné. Matérialisation des manques</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dirty="0">
                          <a:solidFill>
                            <a:schemeClr val="dk1"/>
                          </a:solidFill>
                          <a:latin typeface="+mn-lt"/>
                          <a:ea typeface="+mn-ea"/>
                          <a:cs typeface="Arial"/>
                        </a:rPr>
                        <a:t>Vision sur les outils (sous exploitation)</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dirty="0">
                          <a:solidFill>
                            <a:schemeClr val="dk1"/>
                          </a:solidFill>
                          <a:latin typeface="+mn-lt"/>
                          <a:ea typeface="+mn-ea"/>
                          <a:cs typeface="Arial"/>
                        </a:rPr>
                        <a:t>Préconisation d’évolution selon les thèmes et par priorisation (Quick </a:t>
                      </a:r>
                      <a:r>
                        <a:rPr lang="fr-FR" sz="1100" kern="1200" dirty="0" err="1">
                          <a:solidFill>
                            <a:schemeClr val="dk1"/>
                          </a:solidFill>
                          <a:latin typeface="+mn-lt"/>
                          <a:ea typeface="+mn-ea"/>
                          <a:cs typeface="Arial"/>
                        </a:rPr>
                        <a:t>wins</a:t>
                      </a:r>
                      <a:r>
                        <a:rPr lang="fr-FR" sz="1100" kern="1200" dirty="0">
                          <a:solidFill>
                            <a:schemeClr val="dk1"/>
                          </a:solidFill>
                          <a:latin typeface="+mn-lt"/>
                          <a:ea typeface="+mn-ea"/>
                          <a:cs typeface="Arial"/>
                        </a:rPr>
                        <a:t>/ tâches MT/ tâches LT)</a:t>
                      </a: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indent="0" algn="l" defTabSz="914400" rtl="0" eaLnBrk="1" latinLnBrk="0" hangingPunct="1">
                        <a:lnSpc>
                          <a:spcPct val="90000"/>
                        </a:lnSpc>
                        <a:spcBef>
                          <a:spcPts val="610"/>
                        </a:spcBef>
                        <a:buClr>
                          <a:schemeClr val="accent1"/>
                        </a:buClr>
                        <a:buFont typeface="Arial" panose="020B0604020202020204" pitchFamily="34" charset="0"/>
                        <a:buNone/>
                      </a:pPr>
                      <a:endParaRPr lang="fr-FR" sz="1100" kern="1200" noProof="0" dirty="0">
                        <a:solidFill>
                          <a:schemeClr val="tx1"/>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defRPr/>
                      </a:pPr>
                      <a:endParaRPr lang="fr-FR" sz="1100" kern="1200" noProof="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bl>
          </a:graphicData>
        </a:graphic>
      </p:graphicFrame>
      <p:pic>
        <p:nvPicPr>
          <p:cNvPr id="2" name="Image 1">
            <a:extLst>
              <a:ext uri="{FF2B5EF4-FFF2-40B4-BE49-F238E27FC236}">
                <a16:creationId xmlns:a16="http://schemas.microsoft.com/office/drawing/2014/main" id="{90B16613-CC38-6F8B-5D45-DFB6EED7F1E3}"/>
              </a:ext>
            </a:extLst>
          </p:cNvPr>
          <p:cNvPicPr>
            <a:picLocks noChangeAspect="1"/>
          </p:cNvPicPr>
          <p:nvPr/>
        </p:nvPicPr>
        <p:blipFill>
          <a:blip r:embed="rId5"/>
          <a:stretch>
            <a:fillRect/>
          </a:stretch>
        </p:blipFill>
        <p:spPr>
          <a:xfrm>
            <a:off x="695478" y="2697374"/>
            <a:ext cx="1037405" cy="369714"/>
          </a:xfrm>
          <a:prstGeom prst="rect">
            <a:avLst/>
          </a:prstGeom>
        </p:spPr>
      </p:pic>
    </p:spTree>
    <p:extLst>
      <p:ext uri="{BB962C8B-B14F-4D97-AF65-F5344CB8AC3E}">
        <p14:creationId xmlns:p14="http://schemas.microsoft.com/office/powerpoint/2010/main" val="481115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4</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930506291"/>
              </p:ext>
            </p:extLst>
          </p:nvPr>
        </p:nvGraphicFramePr>
        <p:xfrm>
          <a:off x="361541" y="1808163"/>
          <a:ext cx="11430002" cy="4230302"/>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r>
                        <a:rPr lang="fr-FR" sz="1400" b="1" noProof="0" dirty="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81241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90000"/>
                        </a:lnSpc>
                        <a:spcBef>
                          <a:spcPts val="610"/>
                        </a:spcBef>
                        <a:spcAft>
                          <a:spcPts val="0"/>
                        </a:spcAft>
                        <a:buClr>
                          <a:schemeClr val="accent1"/>
                        </a:buClr>
                        <a:buSzTx/>
                        <a:buFont typeface="Arial" panose="020B0604020202020204" pitchFamily="34" charset="0"/>
                        <a:buNone/>
                        <a:tabLst/>
                        <a:defRPr/>
                      </a:pPr>
                      <a:endParaRPr lang="fr-FR" sz="1100" kern="1200" dirty="0">
                        <a:solidFill>
                          <a:schemeClr val="tx1"/>
                        </a:solid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endParaRPr lang="fr-FR" sz="1100" kern="120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Orange Bank</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90000"/>
                        </a:lnSpc>
                        <a:spcBef>
                          <a:spcPts val="610"/>
                        </a:spcBef>
                        <a:spcAft>
                          <a:spcPts val="0"/>
                        </a:spcAft>
                        <a:buClr>
                          <a:schemeClr val="accent1"/>
                        </a:buClr>
                        <a:buSzTx/>
                        <a:buFont typeface="Arial" panose="020B0604020202020204" pitchFamily="34" charset="0"/>
                        <a:buNone/>
                        <a:tabLst/>
                        <a:defRPr/>
                      </a:pPr>
                      <a:r>
                        <a:rPr lang="fr-FR" sz="1100" kern="1200" dirty="0">
                          <a:solidFill>
                            <a:schemeClr val="tx1"/>
                          </a:solidFill>
                          <a:latin typeface="+mn-lt"/>
                          <a:ea typeface="+mn-ea"/>
                          <a:cs typeface="+mn-cs"/>
                        </a:rPr>
                        <a:t>Evaluation de l’adéquation des outils aux enjeux métiers et aux missions de la Direction Risques Contrôle et Conformité au sein du Head Quarter et de proposition de scénarii d’évolution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dirty="0">
                          <a:solidFill>
                            <a:schemeClr val="dk1"/>
                          </a:solidFill>
                          <a:latin typeface="+mn-lt"/>
                          <a:ea typeface="+mn-ea"/>
                          <a:cs typeface="Arial"/>
                        </a:rPr>
                        <a:t>Construction d’une cartographie applicative pour la Direction Risques Contrôle et Conformité, mise en exergue des fonctionnalités à implémenter et priorisation</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dirty="0">
                          <a:solidFill>
                            <a:schemeClr val="dk1"/>
                          </a:solidFill>
                          <a:latin typeface="+mn-lt"/>
                          <a:ea typeface="+mn-ea"/>
                          <a:cs typeface="Arial"/>
                        </a:rPr>
                        <a:t>Elaboration d’un cahier des charges pour un outil de gestion documentaire </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dirty="0">
                          <a:solidFill>
                            <a:schemeClr val="dk1"/>
                          </a:solidFill>
                          <a:latin typeface="+mn-lt"/>
                          <a:ea typeface="+mn-ea"/>
                          <a:cs typeface="Arial"/>
                        </a:rPr>
                        <a:t>Proposition de solutions de veille règlementaire avec un benchmark des solutions marché</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dirty="0">
                          <a:solidFill>
                            <a:schemeClr val="dk1"/>
                          </a:solidFill>
                          <a:latin typeface="+mn-lt"/>
                          <a:ea typeface="+mn-ea"/>
                          <a:cs typeface="Arial"/>
                        </a:rPr>
                        <a:t>Identification des Points Pour Attention (PPA) du plan d'action métier / SI et des travaux postérieurs à instruire</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Orange Bank</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90000"/>
                        </a:lnSpc>
                        <a:spcBef>
                          <a:spcPts val="610"/>
                        </a:spcBef>
                        <a:spcAft>
                          <a:spcPts val="0"/>
                        </a:spcAft>
                        <a:buClr>
                          <a:schemeClr val="accent1"/>
                        </a:buClr>
                        <a:buSzTx/>
                        <a:buFont typeface="Arial" panose="020B0604020202020204" pitchFamily="34" charset="0"/>
                        <a:buNone/>
                        <a:tabLst/>
                        <a:defRPr/>
                      </a:pPr>
                      <a:r>
                        <a:rPr lang="fr-FR" sz="1100" kern="1200" noProof="0" dirty="0">
                          <a:solidFill>
                            <a:schemeClr val="tx1"/>
                          </a:solidFill>
                          <a:latin typeface="+mn-lt"/>
                          <a:ea typeface="+mn-ea"/>
                          <a:cs typeface="+mn-cs"/>
                        </a:rPr>
                        <a:t>Mise en place d’une filière Risque et Conformité pour l’ensemble des activités bancaires et de paiements mobiles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Intervention en qualité d’expert risques, conformité et gouvernance</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Réalisation des </a:t>
                      </a:r>
                      <a:r>
                        <a:rPr lang="fr-FR" sz="1100" kern="1200" noProof="0" dirty="0" err="1">
                          <a:solidFill>
                            <a:schemeClr val="dk1"/>
                          </a:solidFill>
                          <a:latin typeface="+mn-lt"/>
                          <a:ea typeface="+mn-ea"/>
                          <a:cs typeface="Arial"/>
                        </a:rPr>
                        <a:t>policies</a:t>
                      </a:r>
                      <a:r>
                        <a:rPr lang="fr-FR" sz="1100" kern="1200" noProof="0" dirty="0">
                          <a:solidFill>
                            <a:schemeClr val="dk1"/>
                          </a:solidFill>
                          <a:latin typeface="+mn-lt"/>
                          <a:ea typeface="+mn-ea"/>
                          <a:cs typeface="Arial"/>
                        </a:rPr>
                        <a:t> et guidelines pour l’activité EMEA</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Définition des RACI et mise en place opérationnelle de la filière</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Formalisation des KPI, KRI et mise en place des </a:t>
                      </a:r>
                      <a:r>
                        <a:rPr lang="fr-FR" sz="1100" kern="1200" noProof="0" dirty="0" err="1">
                          <a:solidFill>
                            <a:schemeClr val="dk1"/>
                          </a:solidFill>
                          <a:latin typeface="+mn-lt"/>
                          <a:ea typeface="+mn-ea"/>
                          <a:cs typeface="Arial"/>
                        </a:rPr>
                        <a:t>reportings</a:t>
                      </a:r>
                      <a:endParaRPr lang="fr-FR" sz="1100" kern="1200" noProof="0" dirty="0">
                        <a:solidFill>
                          <a:schemeClr val="dk1"/>
                        </a:solidFill>
                        <a:latin typeface="+mn-lt"/>
                        <a:ea typeface="+mn-ea"/>
                        <a:cs typeface="Arial"/>
                      </a:endParaRP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Définition des principes de refacturation interne</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2553091106"/>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SMBC</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90000"/>
                        </a:lnSpc>
                        <a:spcBef>
                          <a:spcPts val="610"/>
                        </a:spcBef>
                        <a:spcAft>
                          <a:spcPts val="0"/>
                        </a:spcAft>
                        <a:buClr>
                          <a:schemeClr val="accent1"/>
                        </a:buClr>
                        <a:buSzTx/>
                        <a:buFont typeface="Arial" panose="020B0604020202020204" pitchFamily="34" charset="0"/>
                        <a:buNone/>
                        <a:tabLst/>
                        <a:defRPr/>
                      </a:pPr>
                      <a:r>
                        <a:rPr lang="fr-FR" sz="1100" kern="1200" noProof="0" dirty="0">
                          <a:solidFill>
                            <a:schemeClr val="tx1"/>
                          </a:solidFill>
                          <a:latin typeface="+mn-lt"/>
                          <a:ea typeface="+mn-ea"/>
                          <a:cs typeface="+mn-cs"/>
                        </a:rPr>
                        <a:t>Refonte des méthodes de gestion de projet : analyse des pratiques existantes et construction d’un plan amélioration continue sur mesure : </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Cadrage de la démarche et animation d’interviews</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Analyse des retours et formalisation de recommandations</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Préparation et animation d’un séminaire de restitution</a:t>
                      </a:r>
                    </a:p>
                    <a:p>
                      <a:pPr marL="176213" indent="-176213" algn="l" defTabSz="914400" rtl="0" eaLnBrk="1" latinLnBrk="0" hangingPunct="1">
                        <a:lnSpc>
                          <a:spcPct val="90000"/>
                        </a:lnSpc>
                        <a:spcBef>
                          <a:spcPts val="300"/>
                        </a:spcBef>
                        <a:spcAft>
                          <a:spcPts val="100"/>
                        </a:spcAft>
                        <a:buClr>
                          <a:schemeClr val="accent1"/>
                        </a:buClr>
                        <a:buSzPct val="100000"/>
                        <a:buFont typeface="Arial"/>
                        <a:buChar char="•"/>
                      </a:pPr>
                      <a:r>
                        <a:rPr lang="fr-FR" sz="1100" kern="1200" noProof="0" dirty="0">
                          <a:solidFill>
                            <a:schemeClr val="dk1"/>
                          </a:solidFill>
                          <a:latin typeface="+mn-lt"/>
                          <a:ea typeface="+mn-ea"/>
                          <a:cs typeface="Arial"/>
                        </a:rPr>
                        <a:t>Construction collaborative d’un plan d’action priorisé</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276906517"/>
                  </a:ext>
                </a:extLst>
              </a:tr>
            </a:tbl>
          </a:graphicData>
        </a:graphic>
      </p:graphicFrame>
      <p:pic>
        <p:nvPicPr>
          <p:cNvPr id="5" name="Espace réservé pour une image  10">
            <a:extLst>
              <a:ext uri="{FF2B5EF4-FFF2-40B4-BE49-F238E27FC236}">
                <a16:creationId xmlns:a16="http://schemas.microsoft.com/office/drawing/2014/main" id="{4CBB27A0-6FD0-A23C-A2C4-254B0CAC8253}"/>
              </a:ext>
            </a:extLst>
          </p:cNvPr>
          <p:cNvPicPr>
            <a:picLocks noChangeAspect="1"/>
          </p:cNvPicPr>
          <p:nvPr/>
        </p:nvPicPr>
        <p:blipFill rotWithShape="1">
          <a:blip r:embed="rId6">
            <a:extLst>
              <a:ext uri="{28A0092B-C50C-407E-A947-70E740481C1C}">
                <a14:useLocalDpi xmlns:a14="http://schemas.microsoft.com/office/drawing/2010/main" val="0"/>
              </a:ext>
            </a:extLst>
          </a:blip>
          <a:srcRect l="-18414" r="-18414"/>
          <a:stretch/>
        </p:blipFill>
        <p:spPr>
          <a:xfrm>
            <a:off x="788981" y="4406625"/>
            <a:ext cx="714876" cy="522459"/>
          </a:xfrm>
          <a:prstGeom prst="rect">
            <a:avLst/>
          </a:prstGeom>
        </p:spPr>
      </p:pic>
      <p:pic>
        <p:nvPicPr>
          <p:cNvPr id="7" name="Image 6">
            <a:extLst>
              <a:ext uri="{FF2B5EF4-FFF2-40B4-BE49-F238E27FC236}">
                <a16:creationId xmlns:a16="http://schemas.microsoft.com/office/drawing/2014/main" id="{51A633BC-0704-CF55-0829-A020D722247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00865" y="5339224"/>
            <a:ext cx="891108" cy="533961"/>
          </a:xfrm>
          <a:prstGeom prst="rect">
            <a:avLst/>
          </a:prstGeom>
        </p:spPr>
      </p:pic>
      <p:pic>
        <p:nvPicPr>
          <p:cNvPr id="14" name="Espace réservé pour une image  10">
            <a:extLst>
              <a:ext uri="{FF2B5EF4-FFF2-40B4-BE49-F238E27FC236}">
                <a16:creationId xmlns:a16="http://schemas.microsoft.com/office/drawing/2014/main" id="{E2892E2B-6C42-8284-12DF-D2B4432B0890}"/>
              </a:ext>
            </a:extLst>
          </p:cNvPr>
          <p:cNvPicPr>
            <a:picLocks noChangeAspect="1"/>
          </p:cNvPicPr>
          <p:nvPr/>
        </p:nvPicPr>
        <p:blipFill rotWithShape="1">
          <a:blip r:embed="rId6">
            <a:extLst>
              <a:ext uri="{28A0092B-C50C-407E-A947-70E740481C1C}">
                <a14:useLocalDpi xmlns:a14="http://schemas.microsoft.com/office/drawing/2010/main" val="0"/>
              </a:ext>
            </a:extLst>
          </a:blip>
          <a:srcRect l="-18414" r="-18414"/>
          <a:stretch/>
        </p:blipFill>
        <p:spPr>
          <a:xfrm>
            <a:off x="731207" y="3246065"/>
            <a:ext cx="830425" cy="606907"/>
          </a:xfrm>
          <a:prstGeom prst="rect">
            <a:avLst/>
          </a:prstGeom>
        </p:spPr>
      </p:pic>
    </p:spTree>
    <p:extLst>
      <p:ext uri="{BB962C8B-B14F-4D97-AF65-F5344CB8AC3E}">
        <p14:creationId xmlns:p14="http://schemas.microsoft.com/office/powerpoint/2010/main" val="21826269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5</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dirty="0"/>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4278090660"/>
              </p:ext>
            </p:extLst>
          </p:nvPr>
        </p:nvGraphicFramePr>
        <p:xfrm>
          <a:off x="361541" y="1808163"/>
          <a:ext cx="11430002" cy="3301482"/>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r>
                        <a:rPr lang="fr-FR" sz="1400" b="1" noProof="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967342">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CNP Assurances</a:t>
                      </a: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noProof="0" dirty="0">
                          <a:solidFill>
                            <a:schemeClr val="tx1"/>
                          </a:solidFill>
                          <a:latin typeface="Arial" panose="020B0604020202020204" pitchFamily="34" charset="0"/>
                          <a:ea typeface="+mn-ea"/>
                          <a:cs typeface="Arial" panose="020B0604020202020204" pitchFamily="34" charset="0"/>
                        </a:rPr>
                        <a:t>Assistance Revue du process </a:t>
                      </a:r>
                      <a:r>
                        <a:rPr lang="fr-FR" sz="1100" kern="1200" noProof="0" dirty="0" err="1">
                          <a:solidFill>
                            <a:schemeClr val="tx1"/>
                          </a:solidFill>
                          <a:latin typeface="Arial" panose="020B0604020202020204" pitchFamily="34" charset="0"/>
                          <a:ea typeface="+mn-ea"/>
                          <a:cs typeface="Arial" panose="020B0604020202020204" pitchFamily="34" charset="0"/>
                        </a:rPr>
                        <a:t>Private</a:t>
                      </a:r>
                      <a:r>
                        <a:rPr lang="fr-FR" sz="1100" kern="1200" noProof="0" dirty="0">
                          <a:solidFill>
                            <a:schemeClr val="tx1"/>
                          </a:solidFill>
                          <a:latin typeface="Arial" panose="020B0604020202020204" pitchFamily="34" charset="0"/>
                          <a:ea typeface="+mn-ea"/>
                          <a:cs typeface="Arial" panose="020B0604020202020204" pitchFamily="34" charset="0"/>
                        </a:rPr>
                        <a:t> </a:t>
                      </a:r>
                      <a:r>
                        <a:rPr lang="fr-FR" sz="1100" kern="1200" noProof="0" dirty="0" err="1">
                          <a:solidFill>
                            <a:schemeClr val="tx1"/>
                          </a:solidFill>
                          <a:latin typeface="Arial" panose="020B0604020202020204" pitchFamily="34" charset="0"/>
                          <a:ea typeface="+mn-ea"/>
                          <a:cs typeface="Arial" panose="020B0604020202020204" pitchFamily="34" charset="0"/>
                        </a:rPr>
                        <a:t>Equity</a:t>
                      </a:r>
                      <a:r>
                        <a:rPr lang="fr-FR" sz="1100" kern="1200" noProof="0" dirty="0">
                          <a:solidFill>
                            <a:schemeClr val="tx1"/>
                          </a:solidFill>
                          <a:latin typeface="Arial" panose="020B0604020202020204" pitchFamily="34" charset="0"/>
                          <a:ea typeface="+mn-ea"/>
                          <a:cs typeface="Arial" panose="020B0604020202020204" pitchFamily="34" charset="0"/>
                        </a:rPr>
                        <a:t> et Revue annuelle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Analyse du process d’investissement et de revu en </a:t>
                      </a:r>
                      <a:r>
                        <a:rPr lang="fr-FR" sz="1100" kern="1200" noProof="0" dirty="0" err="1">
                          <a:solidFill>
                            <a:schemeClr val="dk1"/>
                          </a:solidFill>
                          <a:latin typeface="+mn-lt"/>
                          <a:ea typeface="+mn-ea"/>
                          <a:cs typeface="Arial"/>
                        </a:rPr>
                        <a:t>Private</a:t>
                      </a:r>
                      <a:r>
                        <a:rPr lang="fr-FR" sz="1100" kern="1200" noProof="0" dirty="0">
                          <a:solidFill>
                            <a:schemeClr val="dk1"/>
                          </a:solidFill>
                          <a:latin typeface="+mn-lt"/>
                          <a:ea typeface="+mn-ea"/>
                          <a:cs typeface="Arial"/>
                        </a:rPr>
                        <a:t> </a:t>
                      </a:r>
                      <a:r>
                        <a:rPr lang="fr-FR" sz="1100" kern="1200" noProof="0" dirty="0" err="1">
                          <a:solidFill>
                            <a:schemeClr val="dk1"/>
                          </a:solidFill>
                          <a:latin typeface="+mn-lt"/>
                          <a:ea typeface="+mn-ea"/>
                          <a:cs typeface="Arial"/>
                        </a:rPr>
                        <a:t>Equity</a:t>
                      </a:r>
                      <a:endParaRPr lang="fr-FR" sz="1100" kern="1200" noProof="0" dirty="0">
                        <a:solidFill>
                          <a:schemeClr val="dk1"/>
                        </a:solidFill>
                        <a:latin typeface="+mn-lt"/>
                        <a:ea typeface="+mn-ea"/>
                        <a:cs typeface="Arial"/>
                      </a:endParaRP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Proposition d’amélioration</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Partage et co-construction du nouveau process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Participation au process opérationnel de revue annuelle</a:t>
                      </a: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90000"/>
                        </a:lnSpc>
                        <a:spcBef>
                          <a:spcPts val="610"/>
                        </a:spcBef>
                        <a:spcAft>
                          <a:spcPts val="0"/>
                        </a:spcAft>
                        <a:buClr>
                          <a:schemeClr val="accent1"/>
                        </a:buClr>
                        <a:buSzTx/>
                        <a:buFont typeface="Arial" panose="020B0604020202020204" pitchFamily="34" charset="0"/>
                        <a:buNone/>
                        <a:tabLst/>
                        <a:defRPr/>
                      </a:pPr>
                      <a:endParaRPr lang="fr-FR" sz="1100" dirty="0">
                        <a:solidFill>
                          <a:schemeClr val="tx1"/>
                        </a:solidFill>
                        <a:latin typeface="Arial" panose="020B0604020202020204" pitchFamily="34" charset="0"/>
                        <a:ea typeface="+mn-lt"/>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endParaRPr lang="fr-FR" sz="1100" kern="120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r h="1114367">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90000"/>
                        </a:lnSpc>
                        <a:spcBef>
                          <a:spcPts val="610"/>
                        </a:spcBef>
                        <a:spcAft>
                          <a:spcPts val="600"/>
                        </a:spcAft>
                        <a:buClr>
                          <a:schemeClr val="accent1"/>
                        </a:buClr>
                        <a:buSzTx/>
                        <a:buFont typeface="Arial" panose="020B0604020202020204" pitchFamily="34" charset="0"/>
                        <a:buNone/>
                        <a:tabLst/>
                        <a:defRPr/>
                      </a:pPr>
                      <a:endParaRPr lang="fr-FR" sz="1100" kern="120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endParaRPr lang="fr-FR" sz="1100" kern="1200" noProof="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2553091106"/>
                  </a:ext>
                </a:extLst>
              </a:tr>
            </a:tbl>
          </a:graphicData>
        </a:graphic>
      </p:graphicFrame>
      <p:pic>
        <p:nvPicPr>
          <p:cNvPr id="3" name="Picture 4" descr="Insurtech : CNP Assurances achète Azimut et iSalud - News Assurances Pro">
            <a:extLst>
              <a:ext uri="{FF2B5EF4-FFF2-40B4-BE49-F238E27FC236}">
                <a16:creationId xmlns:a16="http://schemas.microsoft.com/office/drawing/2014/main" id="{C4407E16-2862-9402-F926-AFF0665C9233}"/>
              </a:ext>
            </a:extLst>
          </p:cNvPr>
          <p:cNvPicPr>
            <a:picLocks noChangeArrowheads="1"/>
          </p:cNvPicPr>
          <p:nvPr/>
        </p:nvPicPr>
        <p:blipFill rotWithShape="1">
          <a:blip r:embed="rId5">
            <a:extLst>
              <a:ext uri="{28A0092B-C50C-407E-A947-70E740481C1C}">
                <a14:useLocalDpi xmlns:a14="http://schemas.microsoft.com/office/drawing/2010/main" val="0"/>
              </a:ext>
            </a:extLst>
          </a:blip>
          <a:srcRect l="22243" t="13468" r="22243" b="13468"/>
          <a:stretch/>
        </p:blipFill>
        <p:spPr bwMode="auto">
          <a:xfrm>
            <a:off x="714893" y="2190681"/>
            <a:ext cx="950716" cy="6855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71334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6</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2886594839"/>
              </p:ext>
            </p:extLst>
          </p:nvPr>
        </p:nvGraphicFramePr>
        <p:xfrm>
          <a:off x="361541" y="1808163"/>
          <a:ext cx="11430002" cy="3970593"/>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r>
                        <a:rPr lang="fr-FR" sz="1400" b="1" noProof="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967342">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Crédit Agricole </a:t>
                      </a:r>
                      <a:br>
                        <a:rPr lang="fr-FR" sz="900" b="1" i="1" kern="1200" noProof="0">
                          <a:solidFill>
                            <a:schemeClr val="tx1"/>
                          </a:solidFill>
                          <a:latin typeface="+mn-lt"/>
                          <a:ea typeface="+mn-ea"/>
                          <a:cs typeface="+mn-cs"/>
                        </a:rPr>
                      </a:br>
                      <a:r>
                        <a:rPr lang="fr-FR" sz="900" b="1" i="1" kern="1200" noProof="0">
                          <a:solidFill>
                            <a:schemeClr val="tx1"/>
                          </a:solidFill>
                          <a:latin typeface="+mn-lt"/>
                          <a:ea typeface="+mn-ea"/>
                          <a:cs typeface="+mn-cs"/>
                        </a:rPr>
                        <a:t>Leasing &amp; Factoring</a:t>
                      </a: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noProof="0" dirty="0">
                          <a:solidFill>
                            <a:schemeClr val="tx1"/>
                          </a:solidFill>
                          <a:latin typeface="Arial" panose="020B0604020202020204" pitchFamily="34" charset="0"/>
                          <a:ea typeface="+mn-ea"/>
                          <a:cs typeface="Arial" panose="020B0604020202020204" pitchFamily="34" charset="0"/>
                        </a:rPr>
                        <a:t>Projet de déploiement d’un outil de </a:t>
                      </a:r>
                      <a:r>
                        <a:rPr lang="fr-FR" sz="1100" kern="1200" noProof="0" dirty="0" err="1">
                          <a:solidFill>
                            <a:schemeClr val="tx1"/>
                          </a:solidFill>
                          <a:latin typeface="Arial" panose="020B0604020202020204" pitchFamily="34" charset="0"/>
                          <a:ea typeface="+mn-ea"/>
                          <a:cs typeface="Arial" panose="020B0604020202020204" pitchFamily="34" charset="0"/>
                        </a:rPr>
                        <a:t>scoring</a:t>
                      </a:r>
                      <a:r>
                        <a:rPr lang="fr-FR" sz="1100" kern="1200" noProof="0" dirty="0">
                          <a:solidFill>
                            <a:schemeClr val="tx1"/>
                          </a:solidFill>
                          <a:latin typeface="Arial" panose="020B0604020202020204" pitchFamily="34" charset="0"/>
                          <a:ea typeface="+mn-ea"/>
                          <a:cs typeface="Arial" panose="020B0604020202020204" pitchFamily="34" charset="0"/>
                        </a:rPr>
                        <a:t> à l’octroi (Solution Experian) sur deux périmètres géographiques, l’Espagne et l’Allemagne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Structuration du suivi projet, de l’espace documentaire associé et mise à jour</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Suivi des </a:t>
                      </a:r>
                      <a:r>
                        <a:rPr lang="fr-FR" sz="1100" kern="1200" noProof="0" dirty="0" err="1">
                          <a:solidFill>
                            <a:schemeClr val="dk1"/>
                          </a:solidFill>
                          <a:latin typeface="+mn-lt"/>
                          <a:ea typeface="+mn-ea"/>
                          <a:cs typeface="Arial"/>
                        </a:rPr>
                        <a:t>reportings</a:t>
                      </a:r>
                      <a:r>
                        <a:rPr lang="fr-FR" sz="1100" kern="1200" noProof="0" dirty="0">
                          <a:solidFill>
                            <a:schemeClr val="dk1"/>
                          </a:solidFill>
                          <a:latin typeface="+mn-lt"/>
                          <a:ea typeface="+mn-ea"/>
                          <a:cs typeface="Arial"/>
                        </a:rPr>
                        <a:t>, KPI du projet en vision tableau de bord</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Préparation des Comités de suivi : COSUI, COPIL projet, et autres instances liées à la Gouvernance du projet</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Coordination et consolidation des informations projet avec les parties prenantes et responsables de projets et de chantiers</a:t>
                      </a: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endParaRPr lang="fr-FR" sz="1100" kern="120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endParaRPr lang="fr-FR" sz="1100" kern="1200" noProof="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r h="1114367">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SMI Mutuelle</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dirty="0">
                          <a:solidFill>
                            <a:schemeClr val="tx1"/>
                          </a:solidFill>
                          <a:latin typeface="Arial" panose="020B0604020202020204" pitchFamily="34" charset="0"/>
                          <a:ea typeface="+mn-ea"/>
                          <a:cs typeface="Arial" panose="020B0604020202020204" pitchFamily="34" charset="0"/>
                        </a:rPr>
                        <a:t>Des changements structurants (organisationnel, économique, </a:t>
                      </a:r>
                      <a:r>
                        <a:rPr lang="fr-FR" sz="1100" kern="1200" dirty="0" err="1">
                          <a:solidFill>
                            <a:schemeClr val="tx1"/>
                          </a:solidFill>
                          <a:latin typeface="Arial" panose="020B0604020202020204" pitchFamily="34" charset="0"/>
                          <a:ea typeface="+mn-ea"/>
                          <a:cs typeface="Arial" panose="020B0604020202020204" pitchFamily="34" charset="0"/>
                        </a:rPr>
                        <a:t>etc</a:t>
                      </a:r>
                      <a:r>
                        <a:rPr lang="fr-FR" sz="1100" kern="1200" dirty="0">
                          <a:solidFill>
                            <a:schemeClr val="tx1"/>
                          </a:solidFill>
                          <a:latin typeface="Arial" panose="020B0604020202020204" pitchFamily="34" charset="0"/>
                          <a:ea typeface="+mn-ea"/>
                          <a:cs typeface="Arial" panose="020B0604020202020204" pitchFamily="34" charset="0"/>
                        </a:rPr>
                        <a:t>) ont provoqué une « perte de sens » chez une majorité des collaborateurs.</a:t>
                      </a:r>
                    </a:p>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dirty="0">
                          <a:solidFill>
                            <a:schemeClr val="tx1"/>
                          </a:solidFill>
                          <a:latin typeface="Arial" panose="020B0604020202020204" pitchFamily="34" charset="0"/>
                          <a:ea typeface="+mn-ea"/>
                          <a:cs typeface="Arial" panose="020B0604020202020204" pitchFamily="34" charset="0"/>
                        </a:rPr>
                        <a:t>Au regard des constats identifiés par les membres de la Direction Générale sur le climat social de la Mutuelle, il a été décidé de faire accompagner le Comité de direction pour : consolider et approfondir les constats, définir les leviers d’actions et construire un plan d’action.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Entretiens exploratoires des membres du CODIR pour mieux comprendre les grands enjeux/orientations de la Mutuelle et de se faire expliciter les constats généraux de l’appel d’offre.</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Synchroniser sur la vision des membres CODIR, sur la raison d’être de la Mutuelle et donc l’ambition souhaitée au travers d’un questionnement</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Co-construction des leviers d’analyse et des hypothèses de travail  correspondantes nécessaires à la préparation du plan d’action.</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Déclinaison des premières pistes d’action et définition d’un plan de route des actions précises priorisées et </a:t>
                      </a:r>
                      <a:r>
                        <a:rPr lang="fr-FR" sz="1100" kern="1200" dirty="0" err="1">
                          <a:solidFill>
                            <a:schemeClr val="dk1"/>
                          </a:solidFill>
                          <a:latin typeface="+mn-lt"/>
                          <a:ea typeface="+mn-ea"/>
                          <a:cs typeface="Arial"/>
                        </a:rPr>
                        <a:t>planifiéees</a:t>
                      </a:r>
                      <a:r>
                        <a:rPr lang="fr-FR" sz="1100" kern="1200" dirty="0">
                          <a:solidFill>
                            <a:schemeClr val="dk1"/>
                          </a:solidFill>
                          <a:latin typeface="+mn-lt"/>
                          <a:ea typeface="+mn-ea"/>
                          <a:cs typeface="Arial"/>
                        </a:rPr>
                        <a:t> à mener.</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2553091106"/>
                  </a:ext>
                </a:extLst>
              </a:tr>
            </a:tbl>
          </a:graphicData>
        </a:graphic>
      </p:graphicFrame>
      <p:pic>
        <p:nvPicPr>
          <p:cNvPr id="11" name="Picture 2" descr="Image associée">
            <a:extLst>
              <a:ext uri="{FF2B5EF4-FFF2-40B4-BE49-F238E27FC236}">
                <a16:creationId xmlns:a16="http://schemas.microsoft.com/office/drawing/2014/main" id="{D1970CB2-88F4-0A28-9B8B-D199438697B0}"/>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654" t="34006" r="2544" b="33844"/>
          <a:stretch/>
        </p:blipFill>
        <p:spPr bwMode="auto">
          <a:xfrm>
            <a:off x="417083" y="2589274"/>
            <a:ext cx="1584000" cy="227382"/>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Résultat de recherche d'images pour &quot;smi&quot;">
            <a:extLst>
              <a:ext uri="{FF2B5EF4-FFF2-40B4-BE49-F238E27FC236}">
                <a16:creationId xmlns:a16="http://schemas.microsoft.com/office/drawing/2014/main" id="{6B1E6C62-5060-BBF9-E0CF-FC0DD35A98EB}"/>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42962" y="4510788"/>
            <a:ext cx="1132242" cy="559132"/>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22760799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7</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1754919347"/>
              </p:ext>
            </p:extLst>
          </p:nvPr>
        </p:nvGraphicFramePr>
        <p:xfrm>
          <a:off x="361541" y="1808163"/>
          <a:ext cx="11430002" cy="3496835"/>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r>
                        <a:rPr lang="fr-FR" sz="1400" b="1" noProof="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967342">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endParaRPr lang="fr-FR" sz="1100" kern="120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endParaRPr lang="fr-FR" sz="1100" kern="120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Covéa Finance</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dirty="0">
                          <a:solidFill>
                            <a:schemeClr val="tx1"/>
                          </a:solidFill>
                          <a:latin typeface="Arial" panose="020B0604020202020204" pitchFamily="34" charset="0"/>
                          <a:ea typeface="+mn-ea"/>
                          <a:cs typeface="Arial" panose="020B0604020202020204" pitchFamily="34" charset="0"/>
                        </a:rPr>
                        <a:t>Covéa Finance pour maintenir le support des consoles de téléphonies &amp; des infrastructures sous-jacentes a mandaté ACI </a:t>
                      </a:r>
                      <a:r>
                        <a:rPr lang="fr-FR" sz="1100" kern="1200" dirty="0" err="1">
                          <a:solidFill>
                            <a:schemeClr val="tx1"/>
                          </a:solidFill>
                          <a:latin typeface="Arial" panose="020B0604020202020204" pitchFamily="34" charset="0"/>
                          <a:ea typeface="+mn-ea"/>
                          <a:cs typeface="Arial" panose="020B0604020202020204" pitchFamily="34" charset="0"/>
                        </a:rPr>
                        <a:t>partners</a:t>
                      </a:r>
                      <a:r>
                        <a:rPr lang="fr-FR" sz="1100" kern="1200" dirty="0">
                          <a:solidFill>
                            <a:schemeClr val="tx1"/>
                          </a:solidFill>
                          <a:latin typeface="Arial" panose="020B0604020202020204" pitchFamily="34" charset="0"/>
                          <a:ea typeface="+mn-ea"/>
                          <a:cs typeface="Arial" panose="020B0604020202020204" pitchFamily="34" charset="0"/>
                        </a:rPr>
                        <a:t> pour l’accompagner dans un processus d’aide au choix de la solution cible.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Production du processus d’appel d’offre (recueil des besoins métiers &amp; besoins techniques, identification des prestataires, formalisation et suivi de l’AO)</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Formalisation du processus d’arbitrage (analyse des RAO, tests de mise en situation, recueil des retours métiers &amp; SI, formalisation du dossier d’arbitrage.</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Présentation au CODIR préalable à la prise de décision et au lancement du projet de </a:t>
                      </a:r>
                      <a:r>
                        <a:rPr lang="fr-FR" sz="1100" kern="1200" dirty="0">
                          <a:solidFill>
                            <a:schemeClr val="dk1"/>
                          </a:solidFill>
                          <a:latin typeface="+mn-lt"/>
                          <a:ea typeface="+mn-ea"/>
                          <a:cs typeface="Arial"/>
                        </a:rPr>
                        <a:t>migration de la téléphonie de marché.</a:t>
                      </a:r>
                      <a:endParaRPr lang="fr-FR" sz="1100" kern="1200" noProof="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r h="1114367">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endParaRPr lang="fr-FR" sz="1100" kern="120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endParaRPr lang="fr-FR" sz="1100" kern="120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2553091106"/>
                  </a:ext>
                </a:extLst>
              </a:tr>
            </a:tbl>
          </a:graphicData>
        </a:graphic>
      </p:graphicFrame>
      <p:pic>
        <p:nvPicPr>
          <p:cNvPr id="3" name="Espace réservé pour une image  2">
            <a:extLst>
              <a:ext uri="{FF2B5EF4-FFF2-40B4-BE49-F238E27FC236}">
                <a16:creationId xmlns:a16="http://schemas.microsoft.com/office/drawing/2014/main" id="{4E9846FA-65FC-BF4B-B36C-632D676AD595}"/>
              </a:ext>
            </a:extLst>
          </p:cNvPr>
          <p:cNvPicPr>
            <a:picLocks noChangeAspect="1"/>
          </p:cNvPicPr>
          <p:nvPr/>
        </p:nvPicPr>
        <p:blipFill>
          <a:blip r:embed="rId5">
            <a:extLst>
              <a:ext uri="{28A0092B-C50C-407E-A947-70E740481C1C}">
                <a14:useLocalDpi xmlns:a14="http://schemas.microsoft.com/office/drawing/2010/main" val="0"/>
              </a:ext>
            </a:extLst>
          </a:blip>
          <a:srcRect t="16269" b="16269"/>
          <a:stretch>
            <a:fillRect/>
          </a:stretch>
        </p:blipFill>
        <p:spPr>
          <a:xfrm>
            <a:off x="747180" y="3215598"/>
            <a:ext cx="933190" cy="575514"/>
          </a:xfrm>
          <a:prstGeom prst="rect">
            <a:avLst/>
          </a:prstGeom>
        </p:spPr>
      </p:pic>
    </p:spTree>
    <p:extLst>
      <p:ext uri="{BB962C8B-B14F-4D97-AF65-F5344CB8AC3E}">
        <p14:creationId xmlns:p14="http://schemas.microsoft.com/office/powerpoint/2010/main" val="30029872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8</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1628220989"/>
              </p:ext>
            </p:extLst>
          </p:nvPr>
        </p:nvGraphicFramePr>
        <p:xfrm>
          <a:off x="361541" y="1808163"/>
          <a:ext cx="11430002" cy="4191346"/>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r>
                        <a:rPr lang="fr-FR" sz="1400" b="1" noProof="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967342">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Klésia</a:t>
                      </a: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dirty="0">
                          <a:solidFill>
                            <a:schemeClr val="tx1"/>
                          </a:solidFill>
                          <a:latin typeface="Arial" panose="020B0604020202020204" pitchFamily="34" charset="0"/>
                          <a:ea typeface="+mn-ea"/>
                          <a:cs typeface="Arial" panose="020B0604020202020204" pitchFamily="34" charset="0"/>
                        </a:rPr>
                        <a:t>Dans le contexte post-fusion, des groupes Mornay et D&amp;O, le groupe Klesia a souhaité se faire accompagner pour rapprocher les pratiques de ses équipes de chefs de projet tout en s’adaptant à ses nouvelles contraintes de </a:t>
                      </a:r>
                      <a:r>
                        <a:rPr lang="fr-FR" sz="1100" kern="1200" dirty="0" err="1">
                          <a:solidFill>
                            <a:schemeClr val="tx1"/>
                          </a:solidFill>
                          <a:latin typeface="Arial" panose="020B0604020202020204" pitchFamily="34" charset="0"/>
                          <a:ea typeface="+mn-ea"/>
                          <a:cs typeface="Arial" panose="020B0604020202020204" pitchFamily="34" charset="0"/>
                        </a:rPr>
                        <a:t>reporting</a:t>
                      </a:r>
                      <a:r>
                        <a:rPr lang="fr-FR" sz="1100" kern="1200" dirty="0">
                          <a:solidFill>
                            <a:schemeClr val="tx1"/>
                          </a:solidFill>
                          <a:latin typeface="Arial" panose="020B0604020202020204" pitchFamily="34" charset="0"/>
                          <a:ea typeface="+mn-ea"/>
                          <a:cs typeface="Arial" panose="020B0604020202020204" pitchFamily="34" charset="0"/>
                        </a:rPr>
                        <a:t>. </a:t>
                      </a:r>
                    </a:p>
                    <a:p>
                      <a:pPr marL="0" marR="0" lvl="0" indent="0" algn="l" defTabSz="557240" rtl="0" eaLnBrk="1" fontAlgn="auto" latinLnBrk="0" hangingPunct="1">
                        <a:lnSpc>
                          <a:spcPct val="100000"/>
                        </a:lnSpc>
                        <a:spcBef>
                          <a:spcPts val="0"/>
                        </a:spcBef>
                        <a:spcAft>
                          <a:spcPts val="0"/>
                        </a:spcAft>
                        <a:buClrTx/>
                        <a:buSzTx/>
                        <a:buFontTx/>
                        <a:buNone/>
                        <a:tabLst/>
                        <a:defRPr/>
                      </a:pPr>
                      <a:endParaRPr lang="fr-FR" sz="1100" kern="1200" dirty="0">
                        <a:solidFill>
                          <a:schemeClr val="tx1"/>
                        </a:solidFill>
                        <a:latin typeface="Arial" panose="020B0604020202020204" pitchFamily="34" charset="0"/>
                        <a:ea typeface="+mn-ea"/>
                        <a:cs typeface="Arial" panose="020B0604020202020204" pitchFamily="34" charset="0"/>
                      </a:endParaRPr>
                    </a:p>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dirty="0">
                          <a:solidFill>
                            <a:schemeClr val="tx1"/>
                          </a:solidFill>
                          <a:latin typeface="Arial" panose="020B0604020202020204" pitchFamily="34" charset="0"/>
                          <a:ea typeface="+mn-ea"/>
                          <a:cs typeface="Arial" panose="020B0604020202020204" pitchFamily="34" charset="0"/>
                        </a:rPr>
                        <a:t>Les équipes ACI </a:t>
                      </a:r>
                      <a:r>
                        <a:rPr lang="fr-FR" sz="1100" kern="1200" dirty="0" err="1">
                          <a:solidFill>
                            <a:schemeClr val="tx1"/>
                          </a:solidFill>
                          <a:latin typeface="Arial" panose="020B0604020202020204" pitchFamily="34" charset="0"/>
                          <a:ea typeface="+mn-ea"/>
                          <a:cs typeface="Arial" panose="020B0604020202020204" pitchFamily="34" charset="0"/>
                        </a:rPr>
                        <a:t>partners</a:t>
                      </a:r>
                      <a:r>
                        <a:rPr lang="fr-FR" sz="1100" kern="1200" dirty="0">
                          <a:solidFill>
                            <a:schemeClr val="tx1"/>
                          </a:solidFill>
                          <a:latin typeface="Arial" panose="020B0604020202020204" pitchFamily="34" charset="0"/>
                          <a:ea typeface="+mn-ea"/>
                          <a:cs typeface="Arial" panose="020B0604020202020204" pitchFamily="34" charset="0"/>
                        </a:rPr>
                        <a:t> ont déployé un nouvel outil de gestion projet et de suivi des temps, engagé des actions de formation auprès des chefs de projet le plus largement possible.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Production d’un diagnostic (recueil des attentes et besoins des directions lors d’ateliers dédiés, o</a:t>
                      </a:r>
                      <a:r>
                        <a:rPr lang="fr-FR" sz="1100" kern="1200" dirty="0" err="1">
                          <a:solidFill>
                            <a:schemeClr val="dk1"/>
                          </a:solidFill>
                          <a:latin typeface="+mn-lt"/>
                          <a:ea typeface="+mn-ea"/>
                          <a:cs typeface="Arial"/>
                        </a:rPr>
                        <a:t>rganisation</a:t>
                      </a:r>
                      <a:r>
                        <a:rPr lang="fr-FR" sz="1100" kern="1200" dirty="0">
                          <a:solidFill>
                            <a:schemeClr val="dk1"/>
                          </a:solidFill>
                          <a:latin typeface="+mn-lt"/>
                          <a:ea typeface="+mn-ea"/>
                          <a:cs typeface="Arial"/>
                        </a:rPr>
                        <a:t> de groupes d’échanges pour recueillir le ressenti nécessaire aux actions d’ajustement des outils &amp; du dispositif d’accompagnement)</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Accompagnement (aide à la préparation des instances projets avec les chefs de projet)</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Formation (</a:t>
                      </a:r>
                      <a:r>
                        <a:rPr lang="fr-FR" sz="1100" kern="1200" dirty="0">
                          <a:solidFill>
                            <a:schemeClr val="dk1"/>
                          </a:solidFill>
                          <a:latin typeface="+mn-lt"/>
                          <a:ea typeface="+mn-ea"/>
                          <a:cs typeface="Arial"/>
                        </a:rPr>
                        <a:t>Réalisation et diffusion de guides utilisateur détaillés et préparation de formation)</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Communication (</a:t>
                      </a:r>
                      <a:r>
                        <a:rPr lang="fr-FR" sz="1100" kern="1200" dirty="0">
                          <a:solidFill>
                            <a:schemeClr val="dk1"/>
                          </a:solidFill>
                          <a:latin typeface="+mn-lt"/>
                          <a:ea typeface="+mn-ea"/>
                          <a:cs typeface="Arial"/>
                        </a:rPr>
                        <a:t>Présentation de la démarche et de l’outil aux différentes directions de l’entreprise afin de rallier les différentes équipes à la démarche)</a:t>
                      </a:r>
                      <a:endParaRPr lang="fr-FR" sz="1100" kern="1200" noProof="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BNP CIB</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altLang="fr-FR" sz="1100" kern="1200" dirty="0">
                          <a:solidFill>
                            <a:schemeClr val="tx1"/>
                          </a:solidFill>
                          <a:latin typeface="Arial" panose="020B0604020202020204" pitchFamily="34" charset="0"/>
                          <a:ea typeface="+mn-ea"/>
                          <a:cs typeface="Arial" panose="020B0604020202020204" pitchFamily="34" charset="0"/>
                        </a:rPr>
                        <a:t>Rattaché à l’équipe P&amp;CM sur les initiatives liées aux produits dérivés compensés et non compensés, l’objectif de la mission a été de répondre aux initiatives business, réglementaires et à la rationalisation de l’organisation (TOM, &amp; études d’opportunité).</a:t>
                      </a:r>
                    </a:p>
                    <a:p>
                      <a:pPr marL="0" marR="0" lvl="0" indent="0" algn="l" defTabSz="557240" rtl="0" eaLnBrk="1" fontAlgn="auto" latinLnBrk="0" hangingPunct="1">
                        <a:lnSpc>
                          <a:spcPct val="100000"/>
                        </a:lnSpc>
                        <a:spcBef>
                          <a:spcPts val="0"/>
                        </a:spcBef>
                        <a:spcAft>
                          <a:spcPts val="0"/>
                        </a:spcAft>
                        <a:buClrTx/>
                        <a:buSzTx/>
                        <a:buFontTx/>
                        <a:buNone/>
                        <a:tabLst/>
                        <a:defRPr/>
                      </a:pPr>
                      <a:r>
                        <a:rPr lang="fr-FR" altLang="fr-FR" sz="1100" kern="1200" dirty="0">
                          <a:solidFill>
                            <a:schemeClr val="tx1"/>
                          </a:solidFill>
                          <a:latin typeface="Arial" panose="020B0604020202020204" pitchFamily="34" charset="0"/>
                          <a:ea typeface="+mn-ea"/>
                          <a:cs typeface="Arial" panose="020B0604020202020204" pitchFamily="34" charset="0"/>
                        </a:rPr>
                        <a:t>Le principal enjeu résidait dans l’optimisation des processus de la chaine fonctionnelle des équipes middle, back office et fonctions supports associées.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Lancement des activités de compensation swap ASIGNA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Optimisation de l’organisation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Formalisation, analyse des difficultés et recommandations autour des activités du </a:t>
                      </a:r>
                      <a:r>
                        <a:rPr lang="fr-FR" sz="1100" i="1" kern="1200" noProof="0" dirty="0" err="1">
                          <a:solidFill>
                            <a:schemeClr val="dk1"/>
                          </a:solidFill>
                          <a:latin typeface="+mn-lt"/>
                          <a:ea typeface="+mn-ea"/>
                          <a:cs typeface="Arial"/>
                        </a:rPr>
                        <a:t>membership</a:t>
                      </a:r>
                      <a:r>
                        <a:rPr lang="fr-FR" sz="1100" kern="1200" noProof="0" dirty="0">
                          <a:solidFill>
                            <a:schemeClr val="dk1"/>
                          </a:solidFill>
                          <a:latin typeface="+mn-lt"/>
                          <a:ea typeface="+mn-ea"/>
                          <a:cs typeface="Arial"/>
                        </a:rPr>
                        <a:t> NY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Optimisation de la gestion du collatéral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Revue et pilotage des frais de tenue de compte  PPS.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altLang="fr-FR" sz="1100" kern="1200" dirty="0">
                          <a:solidFill>
                            <a:schemeClr val="dk1"/>
                          </a:solidFill>
                          <a:latin typeface="+mn-lt"/>
                          <a:ea typeface="+mn-ea"/>
                          <a:cs typeface="Arial"/>
                        </a:rPr>
                        <a:t>TOM </a:t>
                      </a:r>
                      <a:r>
                        <a:rPr lang="fr-FR" altLang="fr-FR" sz="1100" i="1" kern="1200" dirty="0" err="1">
                          <a:solidFill>
                            <a:schemeClr val="dk1"/>
                          </a:solidFill>
                          <a:latin typeface="+mn-lt"/>
                          <a:ea typeface="+mn-ea"/>
                          <a:cs typeface="Arial"/>
                        </a:rPr>
                        <a:t>collateral</a:t>
                      </a:r>
                      <a:r>
                        <a:rPr lang="fr-FR" altLang="fr-FR" sz="1100" kern="1200" dirty="0">
                          <a:solidFill>
                            <a:schemeClr val="dk1"/>
                          </a:solidFill>
                          <a:latin typeface="+mn-lt"/>
                          <a:ea typeface="+mn-ea"/>
                          <a:cs typeface="Arial"/>
                        </a:rPr>
                        <a:t> – projet de centralisation de la gestion du collatéral autour d’un SI et de processus unifiés.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altLang="fr-FR" sz="1100" kern="1200" dirty="0">
                          <a:solidFill>
                            <a:schemeClr val="dk1"/>
                          </a:solidFill>
                          <a:latin typeface="+mn-lt"/>
                          <a:ea typeface="+mn-ea"/>
                          <a:cs typeface="Arial"/>
                        </a:rPr>
                        <a:t>Etude d’opportunité autour du nouveau service LCH </a:t>
                      </a:r>
                      <a:r>
                        <a:rPr lang="fr-FR" altLang="fr-FR" sz="1100" kern="1200" dirty="0" err="1">
                          <a:solidFill>
                            <a:schemeClr val="dk1"/>
                          </a:solidFill>
                          <a:latin typeface="+mn-lt"/>
                          <a:ea typeface="+mn-ea"/>
                          <a:cs typeface="Arial"/>
                        </a:rPr>
                        <a:t>SwapAgent</a:t>
                      </a:r>
                      <a:endParaRPr lang="fr-FR" altLang="fr-FR" sz="1100" kern="1200" dirty="0">
                        <a:solidFill>
                          <a:schemeClr val="dk1"/>
                        </a:solidFill>
                        <a:latin typeface="+mn-lt"/>
                        <a:ea typeface="+mn-ea"/>
                        <a:cs typeface="Arial"/>
                      </a:endParaRP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altLang="fr-FR" sz="1100" kern="1200" dirty="0">
                          <a:solidFill>
                            <a:schemeClr val="dk1"/>
                          </a:solidFill>
                          <a:latin typeface="+mn-lt"/>
                          <a:ea typeface="+mn-ea"/>
                          <a:cs typeface="Arial"/>
                        </a:rPr>
                        <a:t>Implémentation de garantie pour le compte de JP Morgan pour la gestion des paiements intra journalier tardif (</a:t>
                      </a:r>
                      <a:r>
                        <a:rPr lang="fr-FR" altLang="fr-FR" sz="1100" i="1" kern="1200" dirty="0" err="1">
                          <a:solidFill>
                            <a:schemeClr val="dk1"/>
                          </a:solidFill>
                          <a:latin typeface="+mn-lt"/>
                          <a:ea typeface="+mn-ea"/>
                          <a:cs typeface="Arial"/>
                        </a:rPr>
                        <a:t>late</a:t>
                      </a:r>
                      <a:r>
                        <a:rPr lang="fr-FR" altLang="fr-FR" sz="1100" i="1" kern="1200" dirty="0">
                          <a:solidFill>
                            <a:schemeClr val="dk1"/>
                          </a:solidFill>
                          <a:latin typeface="+mn-lt"/>
                          <a:ea typeface="+mn-ea"/>
                          <a:cs typeface="Arial"/>
                        </a:rPr>
                        <a:t> ITD</a:t>
                      </a:r>
                      <a:r>
                        <a:rPr lang="fr-FR" altLang="fr-FR" sz="1100" kern="1200" dirty="0">
                          <a:solidFill>
                            <a:schemeClr val="dk1"/>
                          </a:solidFill>
                          <a:latin typeface="+mn-lt"/>
                          <a:ea typeface="+mn-ea"/>
                          <a:cs typeface="Arial"/>
                        </a:rPr>
                        <a:t>). </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bl>
          </a:graphicData>
        </a:graphic>
      </p:graphicFrame>
      <p:pic>
        <p:nvPicPr>
          <p:cNvPr id="2" name="Picture 2" descr="Klesia">
            <a:extLst>
              <a:ext uri="{FF2B5EF4-FFF2-40B4-BE49-F238E27FC236}">
                <a16:creationId xmlns:a16="http://schemas.microsoft.com/office/drawing/2014/main" id="{F1102F77-8533-10DA-2AF0-25AE5DF6999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4716" y="2761652"/>
            <a:ext cx="1068622" cy="347335"/>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 4">
            <a:extLst>
              <a:ext uri="{FF2B5EF4-FFF2-40B4-BE49-F238E27FC236}">
                <a16:creationId xmlns:a16="http://schemas.microsoft.com/office/drawing/2014/main" id="{60208FC9-671D-312D-F297-0569F5388095}"/>
              </a:ext>
            </a:extLst>
          </p:cNvPr>
          <p:cNvPicPr>
            <a:picLocks noChangeAspect="1"/>
          </p:cNvPicPr>
          <p:nvPr/>
        </p:nvPicPr>
        <p:blipFill>
          <a:blip r:embed="rId6"/>
          <a:stretch>
            <a:fillRect/>
          </a:stretch>
        </p:blipFill>
        <p:spPr>
          <a:xfrm>
            <a:off x="361542" y="4773862"/>
            <a:ext cx="1743008" cy="287295"/>
          </a:xfrm>
          <a:prstGeom prst="rect">
            <a:avLst/>
          </a:prstGeom>
        </p:spPr>
      </p:pic>
    </p:spTree>
    <p:extLst>
      <p:ext uri="{BB962C8B-B14F-4D97-AF65-F5344CB8AC3E}">
        <p14:creationId xmlns:p14="http://schemas.microsoft.com/office/powerpoint/2010/main" val="28405865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9</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3663466766"/>
              </p:ext>
            </p:extLst>
          </p:nvPr>
        </p:nvGraphicFramePr>
        <p:xfrm>
          <a:off x="361541" y="1808163"/>
          <a:ext cx="11430002" cy="4561170"/>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r>
                        <a:rPr lang="fr-FR" sz="1400" b="1" noProof="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967342">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BNP CIB</a:t>
                      </a: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altLang="fr-FR" sz="1100" kern="1200" dirty="0">
                          <a:solidFill>
                            <a:schemeClr val="tx1"/>
                          </a:solidFill>
                          <a:latin typeface="Arial" panose="020B0604020202020204" pitchFamily="34" charset="0"/>
                          <a:ea typeface="+mn-ea"/>
                          <a:cs typeface="Arial" panose="020B0604020202020204" pitchFamily="34" charset="0"/>
                        </a:rPr>
                        <a:t>Dans l’optique d’améliorer le processus KYC au niveau monde pour l’entité CIB de la BNP, un nouvel outil a été mis en place (FENERGO) pour remplacer l’ancien outil.</a:t>
                      </a:r>
                      <a:endParaRPr lang="fr-FR" sz="1100" kern="120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000" u="sng" kern="1200" dirty="0">
                          <a:solidFill>
                            <a:schemeClr val="tx1"/>
                          </a:solidFill>
                          <a:latin typeface="+mn-lt"/>
                          <a:ea typeface="+mn-ea"/>
                          <a:cs typeface="Arial" panose="020B0604020202020204" pitchFamily="34" charset="0"/>
                        </a:rPr>
                        <a:t>Gestion des besoins documentaires et des données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Analyse et étude approfondie de l’ensemble de la politique KYC du groupe BNP Paribas CIB</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Amélioration de l’architecture documentaire pour l’ensemble des départements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Expression des besoins dans l’outil JIRA</a:t>
                      </a:r>
                    </a:p>
                    <a:p>
                      <a:pPr marL="0" marR="0" lvl="0" indent="0" algn="l" defTabSz="557240" rtl="0" eaLnBrk="1" fontAlgn="auto" latinLnBrk="0" hangingPunct="1">
                        <a:lnSpc>
                          <a:spcPct val="100000"/>
                        </a:lnSpc>
                        <a:spcBef>
                          <a:spcPts val="0"/>
                        </a:spcBef>
                        <a:spcAft>
                          <a:spcPts val="0"/>
                        </a:spcAft>
                        <a:buClrTx/>
                        <a:buSzTx/>
                        <a:buFontTx/>
                        <a:buNone/>
                        <a:tabLst/>
                        <a:defRPr/>
                      </a:pPr>
                      <a:r>
                        <a:rPr lang="fr-FR" sz="1000" u="sng" kern="1200" dirty="0">
                          <a:solidFill>
                            <a:schemeClr val="tx1"/>
                          </a:solidFill>
                          <a:latin typeface="+mn-lt"/>
                          <a:ea typeface="+mn-ea"/>
                          <a:cs typeface="Arial" panose="020B0604020202020204" pitchFamily="34" charset="0"/>
                        </a:rPr>
                        <a:t>Participation aux phases de recettes lors des différentes releases (projet Agile)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Paramétrage de l’outil avec les équipes IT</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Tests et remontées des bugs aux équipes IT</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Formation et participation à la création des supports de formation pour les équipes opérationnelles</a:t>
                      </a:r>
                    </a:p>
                    <a:p>
                      <a:pPr marL="0" marR="0" lvl="0" indent="0" algn="l" defTabSz="557240" rtl="0" eaLnBrk="1" fontAlgn="auto" latinLnBrk="0" hangingPunct="1">
                        <a:lnSpc>
                          <a:spcPct val="100000"/>
                        </a:lnSpc>
                        <a:spcBef>
                          <a:spcPts val="0"/>
                        </a:spcBef>
                        <a:spcAft>
                          <a:spcPts val="0"/>
                        </a:spcAft>
                        <a:buClrTx/>
                        <a:buSzTx/>
                        <a:buFontTx/>
                        <a:buNone/>
                        <a:tabLst/>
                        <a:defRPr/>
                      </a:pPr>
                      <a:r>
                        <a:rPr lang="fr-FR" sz="1000" u="sng" kern="1200" dirty="0">
                          <a:solidFill>
                            <a:schemeClr val="tx1"/>
                          </a:solidFill>
                          <a:latin typeface="+mn-lt"/>
                          <a:ea typeface="+mn-ea"/>
                          <a:cs typeface="Arial" panose="020B0604020202020204" pitchFamily="34" charset="0"/>
                        </a:rPr>
                        <a:t>Gestion des besoins régionaux (Local </a:t>
                      </a:r>
                      <a:r>
                        <a:rPr lang="fr-FR" sz="1000" u="sng" kern="1200" dirty="0" err="1">
                          <a:solidFill>
                            <a:schemeClr val="tx1"/>
                          </a:solidFill>
                          <a:latin typeface="+mn-lt"/>
                          <a:ea typeface="+mn-ea"/>
                          <a:cs typeface="Arial" panose="020B0604020202020204" pitchFamily="34" charset="0"/>
                        </a:rPr>
                        <a:t>Requirements</a:t>
                      </a:r>
                      <a:r>
                        <a:rPr lang="fr-FR" sz="1000" u="sng" kern="1200" dirty="0">
                          <a:solidFill>
                            <a:schemeClr val="tx1"/>
                          </a:solidFill>
                          <a:latin typeface="+mn-lt"/>
                          <a:ea typeface="+mn-ea"/>
                          <a:cs typeface="Arial" panose="020B0604020202020204" pitchFamily="34" charset="0"/>
                        </a:rPr>
                        <a:t>)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Analyse et étude approfondie de l’ensemble des besoins réglementaires propres aux régions (45 pays, 164 besoins)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Compréhension et validation du besoin avec les régions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Arbitrage des besoins entre la politique globale et les politiques régionales</a:t>
                      </a: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9029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Crédit Agricole CIB</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altLang="fr-FR" sz="1100" kern="1200" dirty="0">
                          <a:solidFill>
                            <a:schemeClr val="tx1"/>
                          </a:solidFill>
                          <a:latin typeface="Arial" panose="020B0604020202020204" pitchFamily="34" charset="0"/>
                          <a:ea typeface="+mn-ea"/>
                          <a:cs typeface="Arial" panose="020B0604020202020204" pitchFamily="34" charset="0"/>
                        </a:rPr>
                        <a:t>Au sein du programme LOANSCAPE visant à refondre l'écosystème de la BFI. Le projet  INVEST’ON vise à développer un portail aux investisseurs sur le marché secondaire  pour gérer et exécuter de bout en bout le processus de vente des actifs proposés par CACIB</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000" u="sng" kern="1200" dirty="0">
                          <a:solidFill>
                            <a:schemeClr val="tx1"/>
                          </a:solidFill>
                          <a:latin typeface="+mn-lt"/>
                          <a:ea typeface="+mn-ea"/>
                          <a:cs typeface="Arial" panose="020B0604020202020204" pitchFamily="34" charset="0"/>
                        </a:rPr>
                        <a:t>Projet comparable :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Pré cadrage: contexte, objectifs &amp; enjeux; découpage des 3 macro-processus constitution de la BDD, outil comparable, enrichissement des scénarios de </a:t>
                      </a:r>
                      <a:r>
                        <a:rPr lang="fr-FR" sz="1000" kern="1200" dirty="0" err="1">
                          <a:solidFill>
                            <a:schemeClr val="dk1"/>
                          </a:solidFill>
                          <a:latin typeface="+mn-lt"/>
                          <a:ea typeface="+mn-ea"/>
                          <a:cs typeface="Arial"/>
                        </a:rPr>
                        <a:t>pricing</a:t>
                      </a:r>
                      <a:r>
                        <a:rPr lang="fr-FR" sz="1000" kern="1200" dirty="0">
                          <a:solidFill>
                            <a:schemeClr val="dk1"/>
                          </a:solidFill>
                          <a:latin typeface="+mn-lt"/>
                          <a:ea typeface="+mn-ea"/>
                          <a:cs typeface="Arial"/>
                        </a:rPr>
                        <a:t>.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Workflow fonctionnel : représentation sous </a:t>
                      </a:r>
                      <a:r>
                        <a:rPr lang="fr-FR" sz="1000" kern="1200" dirty="0" err="1">
                          <a:solidFill>
                            <a:schemeClr val="dk1"/>
                          </a:solidFill>
                          <a:latin typeface="+mn-lt"/>
                          <a:ea typeface="+mn-ea"/>
                          <a:cs typeface="Arial"/>
                        </a:rPr>
                        <a:t>visio</a:t>
                      </a:r>
                      <a:r>
                        <a:rPr lang="fr-FR" sz="1000" kern="1200" dirty="0">
                          <a:solidFill>
                            <a:schemeClr val="dk1"/>
                          </a:solidFill>
                          <a:latin typeface="+mn-lt"/>
                          <a:ea typeface="+mn-ea"/>
                          <a:cs typeface="Arial"/>
                        </a:rPr>
                        <a:t> &amp; détail Excel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User stories: pondération &amp; planification &amp; rédaction sous </a:t>
                      </a:r>
                      <a:r>
                        <a:rPr lang="fr-FR" sz="1000" kern="1200" dirty="0" err="1">
                          <a:solidFill>
                            <a:schemeClr val="dk1"/>
                          </a:solidFill>
                          <a:latin typeface="+mn-lt"/>
                          <a:ea typeface="+mn-ea"/>
                          <a:cs typeface="Arial"/>
                        </a:rPr>
                        <a:t>Calitrack</a:t>
                      </a:r>
                      <a:endParaRPr lang="fr-FR" sz="1000" kern="1200" dirty="0">
                        <a:solidFill>
                          <a:schemeClr val="dk1"/>
                        </a:solidFill>
                        <a:latin typeface="+mn-lt"/>
                        <a:ea typeface="+mn-ea"/>
                        <a:cs typeface="Arial"/>
                      </a:endParaRPr>
                    </a:p>
                    <a:p>
                      <a:pPr marL="0" marR="0" lvl="0" indent="0" algn="l" defTabSz="557240" rtl="0" eaLnBrk="1" fontAlgn="auto" latinLnBrk="0" hangingPunct="1">
                        <a:lnSpc>
                          <a:spcPct val="100000"/>
                        </a:lnSpc>
                        <a:spcBef>
                          <a:spcPts val="0"/>
                        </a:spcBef>
                        <a:spcAft>
                          <a:spcPts val="0"/>
                        </a:spcAft>
                        <a:buClrTx/>
                        <a:buSzTx/>
                        <a:buFontTx/>
                        <a:buNone/>
                        <a:tabLst/>
                        <a:defRPr/>
                      </a:pPr>
                      <a:r>
                        <a:rPr lang="fr-FR" sz="1000" u="sng" kern="1200" dirty="0">
                          <a:solidFill>
                            <a:schemeClr val="tx1"/>
                          </a:solidFill>
                          <a:latin typeface="+mn-lt"/>
                          <a:ea typeface="+mn-ea"/>
                          <a:cs typeface="Arial" panose="020B0604020202020204" pitchFamily="34" charset="0"/>
                        </a:rPr>
                        <a:t>Recette applicative INVEST’ON: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en-US" sz="1000" kern="1200" dirty="0">
                          <a:solidFill>
                            <a:schemeClr val="dk1"/>
                          </a:solidFill>
                          <a:latin typeface="+mn-lt"/>
                          <a:ea typeface="+mn-ea"/>
                          <a:cs typeface="Arial"/>
                        </a:rPr>
                        <a:t>Test des </a:t>
                      </a:r>
                      <a:r>
                        <a:rPr lang="en-US" sz="1000" kern="1200" dirty="0" err="1">
                          <a:solidFill>
                            <a:schemeClr val="dk1"/>
                          </a:solidFill>
                          <a:latin typeface="+mn-lt"/>
                          <a:ea typeface="+mn-ea"/>
                          <a:cs typeface="Arial"/>
                        </a:rPr>
                        <a:t>fonctionnalités</a:t>
                      </a:r>
                      <a:r>
                        <a:rPr lang="en-US" sz="1000" kern="1200" dirty="0">
                          <a:solidFill>
                            <a:schemeClr val="dk1"/>
                          </a:solidFill>
                          <a:latin typeface="+mn-lt"/>
                          <a:ea typeface="+mn-ea"/>
                          <a:cs typeface="Arial"/>
                        </a:rPr>
                        <a:t> : Update Asset, Asset proposal, Rollback on asset</a:t>
                      </a:r>
                      <a:r>
                        <a:rPr lang="fr-FR" sz="1000" kern="1200" dirty="0">
                          <a:solidFill>
                            <a:schemeClr val="dk1"/>
                          </a:solidFill>
                          <a:latin typeface="+mn-lt"/>
                          <a:ea typeface="+mn-ea"/>
                          <a:cs typeface="Arial"/>
                        </a:rPr>
                        <a:t>, Program release &amp; Notifications.</a:t>
                      </a:r>
                    </a:p>
                    <a:p>
                      <a:pPr marL="0" marR="0" lvl="0" indent="0" algn="l" defTabSz="557240" rtl="0" eaLnBrk="1" fontAlgn="auto" latinLnBrk="0" hangingPunct="1">
                        <a:lnSpc>
                          <a:spcPct val="100000"/>
                        </a:lnSpc>
                        <a:spcBef>
                          <a:spcPts val="0"/>
                        </a:spcBef>
                        <a:spcAft>
                          <a:spcPts val="0"/>
                        </a:spcAft>
                        <a:buClrTx/>
                        <a:buSzTx/>
                        <a:buFontTx/>
                        <a:buNone/>
                        <a:tabLst/>
                        <a:defRPr/>
                      </a:pPr>
                      <a:r>
                        <a:rPr lang="fr-FR" sz="1000" u="sng" kern="1200" dirty="0">
                          <a:solidFill>
                            <a:schemeClr val="tx1"/>
                          </a:solidFill>
                          <a:latin typeface="+mn-lt"/>
                          <a:ea typeface="+mn-ea"/>
                          <a:cs typeface="Arial" panose="020B0604020202020204" pitchFamily="34" charset="0"/>
                        </a:rPr>
                        <a:t>Conduite du changement: </a:t>
                      </a:r>
                      <a:r>
                        <a:rPr lang="fr-FR" sz="1000" u="none" kern="1200" dirty="0">
                          <a:solidFill>
                            <a:schemeClr val="tx1"/>
                          </a:solidFill>
                          <a:latin typeface="+mn-lt"/>
                          <a:ea typeface="+mn-ea"/>
                          <a:cs typeface="Arial" panose="020B0604020202020204" pitchFamily="34" charset="0"/>
                        </a:rPr>
                        <a:t>rétro documentation fonctionnelle &amp; formation.</a:t>
                      </a:r>
                    </a:p>
                    <a:p>
                      <a:pPr marL="0" marR="0" lvl="0" indent="0" algn="l" defTabSz="557240" rtl="0" eaLnBrk="1" fontAlgn="auto" latinLnBrk="0" hangingPunct="1">
                        <a:lnSpc>
                          <a:spcPct val="100000"/>
                        </a:lnSpc>
                        <a:spcBef>
                          <a:spcPts val="0"/>
                        </a:spcBef>
                        <a:spcAft>
                          <a:spcPts val="0"/>
                        </a:spcAft>
                        <a:buClrTx/>
                        <a:buSzTx/>
                        <a:buFontTx/>
                        <a:buNone/>
                        <a:tabLst/>
                        <a:defRPr/>
                      </a:pPr>
                      <a:r>
                        <a:rPr lang="fr-FR" sz="1000" u="sng" kern="1200" dirty="0">
                          <a:solidFill>
                            <a:schemeClr val="tx1"/>
                          </a:solidFill>
                          <a:latin typeface="+mn-lt"/>
                          <a:ea typeface="+mn-ea"/>
                          <a:cs typeface="Arial" panose="020B0604020202020204" pitchFamily="34" charset="0"/>
                        </a:rPr>
                        <a:t>CODEV: </a:t>
                      </a:r>
                      <a:r>
                        <a:rPr lang="fr-FR" sz="1000" u="none" kern="1200" dirty="0">
                          <a:solidFill>
                            <a:schemeClr val="tx1"/>
                          </a:solidFill>
                          <a:latin typeface="+mn-lt"/>
                          <a:ea typeface="+mn-ea"/>
                          <a:cs typeface="Arial" panose="020B0604020202020204" pitchFamily="34" charset="0"/>
                        </a:rPr>
                        <a:t>constitution d’un groupe de pairs (Business </a:t>
                      </a:r>
                      <a:r>
                        <a:rPr lang="fr-FR" sz="1000" u="none" kern="1200" dirty="0" err="1">
                          <a:solidFill>
                            <a:schemeClr val="tx1"/>
                          </a:solidFill>
                          <a:latin typeface="+mn-lt"/>
                          <a:ea typeface="+mn-ea"/>
                          <a:cs typeface="Arial" panose="020B0604020202020204" pitchFamily="34" charset="0"/>
                        </a:rPr>
                        <a:t>Analyst</a:t>
                      </a:r>
                      <a:r>
                        <a:rPr lang="fr-FR" sz="1000" u="none" kern="1200" dirty="0">
                          <a:solidFill>
                            <a:schemeClr val="tx1"/>
                          </a:solidFill>
                          <a:latin typeface="+mn-lt"/>
                          <a:ea typeface="+mn-ea"/>
                          <a:cs typeface="Arial" panose="020B0604020202020204" pitchFamily="34" charset="0"/>
                        </a:rPr>
                        <a:t>) pour échanger sur les pratiques et traiter les problématiques rencontrées</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bl>
          </a:graphicData>
        </a:graphic>
      </p:graphicFrame>
      <p:pic>
        <p:nvPicPr>
          <p:cNvPr id="7" name="Image 6">
            <a:extLst>
              <a:ext uri="{FF2B5EF4-FFF2-40B4-BE49-F238E27FC236}">
                <a16:creationId xmlns:a16="http://schemas.microsoft.com/office/drawing/2014/main" id="{CA4A6152-0CF1-7082-ECFC-D4AF51AC646A}"/>
              </a:ext>
            </a:extLst>
          </p:cNvPr>
          <p:cNvPicPr>
            <a:picLocks noChangeAspect="1"/>
          </p:cNvPicPr>
          <p:nvPr/>
        </p:nvPicPr>
        <p:blipFill>
          <a:blip r:embed="rId5"/>
          <a:stretch>
            <a:fillRect/>
          </a:stretch>
        </p:blipFill>
        <p:spPr>
          <a:xfrm>
            <a:off x="219297" y="4938583"/>
            <a:ext cx="1982304" cy="1037406"/>
          </a:xfrm>
          <a:prstGeom prst="rect">
            <a:avLst/>
          </a:prstGeom>
        </p:spPr>
      </p:pic>
      <p:pic>
        <p:nvPicPr>
          <p:cNvPr id="10" name="Image 9">
            <a:extLst>
              <a:ext uri="{FF2B5EF4-FFF2-40B4-BE49-F238E27FC236}">
                <a16:creationId xmlns:a16="http://schemas.microsoft.com/office/drawing/2014/main" id="{30DADBC8-9FC4-8C3C-CACF-8895DBE40C27}"/>
              </a:ext>
            </a:extLst>
          </p:cNvPr>
          <p:cNvPicPr>
            <a:picLocks noChangeAspect="1"/>
          </p:cNvPicPr>
          <p:nvPr/>
        </p:nvPicPr>
        <p:blipFill>
          <a:blip r:embed="rId6"/>
          <a:stretch>
            <a:fillRect/>
          </a:stretch>
        </p:blipFill>
        <p:spPr>
          <a:xfrm>
            <a:off x="361542" y="3188985"/>
            <a:ext cx="1743008" cy="287295"/>
          </a:xfrm>
          <a:prstGeom prst="rect">
            <a:avLst/>
          </a:prstGeom>
        </p:spPr>
      </p:pic>
    </p:spTree>
    <p:extLst>
      <p:ext uri="{BB962C8B-B14F-4D97-AF65-F5344CB8AC3E}">
        <p14:creationId xmlns:p14="http://schemas.microsoft.com/office/powerpoint/2010/main" val="1914415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C1B57085-525A-449E-9F55-6012045EC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60" imgH="360" progId="TCLayout.ActiveDocument.1">
                  <p:embed/>
                </p:oleObj>
              </mc:Choice>
              <mc:Fallback>
                <p:oleObj name="think-cell Slide" r:id="rId3" imgW="360" imgH="360" progId="TCLayout.ActiveDocument.1">
                  <p:embed/>
                  <p:pic>
                    <p:nvPicPr>
                      <p:cNvPr id="9" name="Objet 8" hidden="1">
                        <a:extLst>
                          <a:ext uri="{FF2B5EF4-FFF2-40B4-BE49-F238E27FC236}">
                            <a16:creationId xmlns:a16="http://schemas.microsoft.com/office/drawing/2014/main" id="{C1B57085-525A-449E-9F55-6012045EC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itre 5">
            <a:extLst>
              <a:ext uri="{FF2B5EF4-FFF2-40B4-BE49-F238E27FC236}">
                <a16:creationId xmlns:a16="http://schemas.microsoft.com/office/drawing/2014/main" id="{F21193ED-9FA6-442C-920C-43D20CE0B353}"/>
              </a:ext>
            </a:extLst>
          </p:cNvPr>
          <p:cNvSpPr>
            <a:spLocks noGrp="1"/>
          </p:cNvSpPr>
          <p:nvPr>
            <p:ph type="title"/>
          </p:nvPr>
        </p:nvSpPr>
        <p:spPr/>
        <p:txBody>
          <a:bodyPr vert="horz"/>
          <a:lstStyle/>
          <a:p>
            <a:r>
              <a:rPr lang="fr-FR"/>
              <a:t>Extrait de nos références</a:t>
            </a:r>
          </a:p>
        </p:txBody>
      </p:sp>
      <p:sp>
        <p:nvSpPr>
          <p:cNvPr id="4" name="Espace réservé du numéro de diapositive 3">
            <a:extLst>
              <a:ext uri="{FF2B5EF4-FFF2-40B4-BE49-F238E27FC236}">
                <a16:creationId xmlns:a16="http://schemas.microsoft.com/office/drawing/2014/main" id="{CDD846D0-1F89-461F-8085-A8D4069C1E02}"/>
              </a:ext>
            </a:extLst>
          </p:cNvPr>
          <p:cNvSpPr>
            <a:spLocks noGrp="1"/>
          </p:cNvSpPr>
          <p:nvPr>
            <p:ph type="sldNum" sz="quarter" idx="11"/>
          </p:nvPr>
        </p:nvSpPr>
        <p:spPr/>
        <p:txBody>
          <a:bodyPr/>
          <a:lstStyle/>
          <a:p>
            <a:fld id="{BE9517EC-C298-4848-B090-11602D956FCE}" type="slidenum">
              <a:rPr lang="fr-FR" smtClean="0"/>
              <a:pPr/>
              <a:t>10</a:t>
            </a:fld>
            <a:endParaRPr lang="fr-FR"/>
          </a:p>
        </p:txBody>
      </p:sp>
      <p:sp>
        <p:nvSpPr>
          <p:cNvPr id="8" name="Espace réservé du texte 7">
            <a:extLst>
              <a:ext uri="{FF2B5EF4-FFF2-40B4-BE49-F238E27FC236}">
                <a16:creationId xmlns:a16="http://schemas.microsoft.com/office/drawing/2014/main" id="{621217D1-69BC-42D3-90C4-64A18B4AB87C}"/>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12" name="Tableau 8">
            <a:extLst>
              <a:ext uri="{FF2B5EF4-FFF2-40B4-BE49-F238E27FC236}">
                <a16:creationId xmlns:a16="http://schemas.microsoft.com/office/drawing/2014/main" id="{522A63A6-A142-41B5-93A1-EBB1D8DC7CFD}"/>
              </a:ext>
            </a:extLst>
          </p:cNvPr>
          <p:cNvGraphicFramePr>
            <a:graphicFrameLocks/>
          </p:cNvGraphicFramePr>
          <p:nvPr>
            <p:extLst>
              <p:ext uri="{D42A27DB-BD31-4B8C-83A1-F6EECF244321}">
                <p14:modId xmlns:p14="http://schemas.microsoft.com/office/powerpoint/2010/main" val="1248182955"/>
              </p:ext>
            </p:extLst>
          </p:nvPr>
        </p:nvGraphicFramePr>
        <p:xfrm>
          <a:off x="361541" y="1808164"/>
          <a:ext cx="11430002" cy="4393288"/>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292643">
                <a:tc>
                  <a:txBody>
                    <a:bodyPr/>
                    <a:lstStyle/>
                    <a:p>
                      <a:r>
                        <a:rPr lang="fr-FR" sz="1400" b="1" noProof="0"/>
                        <a:t>Clients</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1293165">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endParaRPr lang="fr-FR" sz="1100" kern="1200" noProof="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endParaRPr lang="fr-FR" sz="1100" kern="1200" noProof="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1013511">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BPCE</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noProof="0" dirty="0">
                          <a:solidFill>
                            <a:schemeClr val="tx1"/>
                          </a:solidFill>
                          <a:latin typeface="Arial" panose="020B0604020202020204" pitchFamily="34" charset="0"/>
                          <a:ea typeface="+mn-ea"/>
                          <a:cs typeface="Arial" panose="020B0604020202020204" pitchFamily="34" charset="0"/>
                        </a:rPr>
                        <a:t>Le plan stratégique du groupe BPCE avait fixé pour objectif d’adapter le dispositif associé au traitement des chèques. Ce moyen de paiement en forte décroissance devait être optimisé en termes de coût tout en révisant les modalités opérationnelles avec les partenaires sous-traitants.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Harmonisation des pratiques dans le groupe. Définition d’une nouvelle tarification</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Proposition de leviers pour diminuer l’usage du chèque chez certains clients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Ajustement du niveau des prestations et de la qualité ou des délais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Analyse des contrats des sous-traitants pour une meilleur comparabilité</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Présentation et restitution des résultats aux banques et caisses des travaux</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47453563"/>
                  </a:ext>
                </a:extLst>
              </a:tr>
              <a:tr h="169804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endParaRPr lang="fr-FR" sz="1100" kern="1200" noProof="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fontAlgn="auto">
                        <a:lnSpc>
                          <a:spcPct val="110000"/>
                        </a:lnSpc>
                        <a:spcBef>
                          <a:spcPts val="300"/>
                        </a:spcBef>
                        <a:spcAft>
                          <a:spcPts val="100"/>
                        </a:spcAft>
                        <a:buClr>
                          <a:schemeClr val="accent1"/>
                        </a:buClr>
                        <a:buSzPts val="1000"/>
                        <a:buFont typeface="Arial"/>
                        <a:buChar char="•"/>
                        <a:tabLst/>
                        <a:defRPr/>
                      </a:pPr>
                      <a:endParaRPr lang="fr-FR" sz="1100" i="1" dirty="0"/>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2569449350"/>
                  </a:ext>
                </a:extLst>
              </a:tr>
            </a:tbl>
          </a:graphicData>
        </a:graphic>
      </p:graphicFrame>
      <p:pic>
        <p:nvPicPr>
          <p:cNvPr id="2" name="Image 1" descr="Une image contenant dessin&#10;&#10;Description générée automatiquement">
            <a:extLst>
              <a:ext uri="{FF2B5EF4-FFF2-40B4-BE49-F238E27FC236}">
                <a16:creationId xmlns:a16="http://schemas.microsoft.com/office/drawing/2014/main" id="{D47A2843-8976-F820-1A3B-F5AB4ADC1CB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9356" y="3626764"/>
            <a:ext cx="1211088" cy="419645"/>
          </a:xfrm>
          <a:prstGeom prst="rect">
            <a:avLst/>
          </a:prstGeom>
        </p:spPr>
      </p:pic>
    </p:spTree>
    <p:extLst>
      <p:ext uri="{BB962C8B-B14F-4D97-AF65-F5344CB8AC3E}">
        <p14:creationId xmlns:p14="http://schemas.microsoft.com/office/powerpoint/2010/main" val="7961670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E0240027-B419-7F7B-74A1-8BEC4BF9BCF8}"/>
              </a:ext>
            </a:extLst>
          </p:cNvPr>
          <p:cNvGraphicFramePr>
            <a:graphicFrameLocks noChangeAspect="1"/>
          </p:cNvGraphicFramePr>
          <p:nvPr>
            <p:custDataLst>
              <p:tags r:id="rId1"/>
            </p:custDataLst>
            <p:extLst>
              <p:ext uri="{D42A27DB-BD31-4B8C-83A1-F6EECF244321}">
                <p14:modId xmlns:p14="http://schemas.microsoft.com/office/powerpoint/2010/main" val="32554493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0" imgH="501" progId="TCLayout.ActiveDocument.1">
                  <p:embed/>
                </p:oleObj>
              </mc:Choice>
              <mc:Fallback>
                <p:oleObj name="think-cell Slide" r:id="rId3" imgW="500" imgH="501" progId="TCLayout.ActiveDocument.1">
                  <p:embed/>
                  <p:pic>
                    <p:nvPicPr>
                      <p:cNvPr id="10" name="think-cell data - do not delete" hidden="1">
                        <a:extLst>
                          <a:ext uri="{FF2B5EF4-FFF2-40B4-BE49-F238E27FC236}">
                            <a16:creationId xmlns:a16="http://schemas.microsoft.com/office/drawing/2014/main" id="{E0240027-B419-7F7B-74A1-8BEC4BF9BC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816B749C-7730-0E48-E95C-A8C8BCCDD0C1}"/>
              </a:ext>
            </a:extLst>
          </p:cNvPr>
          <p:cNvSpPr>
            <a:spLocks noGrp="1"/>
          </p:cNvSpPr>
          <p:nvPr>
            <p:ph type="title"/>
          </p:nvPr>
        </p:nvSpPr>
        <p:spPr/>
        <p:txBody>
          <a:bodyPr vert="horz"/>
          <a:lstStyle/>
          <a:p>
            <a:r>
              <a:rPr lang="fr-FR"/>
              <a:t>Extrait de nos références</a:t>
            </a:r>
          </a:p>
        </p:txBody>
      </p:sp>
      <p:sp>
        <p:nvSpPr>
          <p:cNvPr id="3" name="Espace réservé du numéro de diapositive 2">
            <a:extLst>
              <a:ext uri="{FF2B5EF4-FFF2-40B4-BE49-F238E27FC236}">
                <a16:creationId xmlns:a16="http://schemas.microsoft.com/office/drawing/2014/main" id="{A6A28303-BA13-1BDE-A87F-458C8133D46D}"/>
              </a:ext>
            </a:extLst>
          </p:cNvPr>
          <p:cNvSpPr>
            <a:spLocks noGrp="1"/>
          </p:cNvSpPr>
          <p:nvPr>
            <p:ph type="sldNum" sz="quarter" idx="11"/>
          </p:nvPr>
        </p:nvSpPr>
        <p:spPr/>
        <p:txBody>
          <a:bodyPr/>
          <a:lstStyle/>
          <a:p>
            <a:fld id="{BE9517EC-C298-4848-B090-11602D956FCE}" type="slidenum">
              <a:rPr lang="fr-FR" smtClean="0"/>
              <a:pPr/>
              <a:t>11</a:t>
            </a:fld>
            <a:endParaRPr lang="fr-FR"/>
          </a:p>
        </p:txBody>
      </p:sp>
      <p:sp>
        <p:nvSpPr>
          <p:cNvPr id="4" name="Espace réservé du texte 3">
            <a:extLst>
              <a:ext uri="{FF2B5EF4-FFF2-40B4-BE49-F238E27FC236}">
                <a16:creationId xmlns:a16="http://schemas.microsoft.com/office/drawing/2014/main" id="{2D9E47AB-4CCB-FE19-0A0F-0F3C5814F2B7}"/>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5" name="Tableau 8">
            <a:extLst>
              <a:ext uri="{FF2B5EF4-FFF2-40B4-BE49-F238E27FC236}">
                <a16:creationId xmlns:a16="http://schemas.microsoft.com/office/drawing/2014/main" id="{CA659D41-EFBE-2DB8-2EF8-27CF870D460D}"/>
              </a:ext>
            </a:extLst>
          </p:cNvPr>
          <p:cNvGraphicFramePr>
            <a:graphicFrameLocks/>
          </p:cNvGraphicFramePr>
          <p:nvPr>
            <p:extLst>
              <p:ext uri="{D42A27DB-BD31-4B8C-83A1-F6EECF244321}">
                <p14:modId xmlns:p14="http://schemas.microsoft.com/office/powerpoint/2010/main" val="666716769"/>
              </p:ext>
            </p:extLst>
          </p:nvPr>
        </p:nvGraphicFramePr>
        <p:xfrm>
          <a:off x="381000" y="1825625"/>
          <a:ext cx="11430002" cy="4434170"/>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pPr algn="ctr"/>
                      <a:r>
                        <a:rPr lang="fr-FR" sz="1400" b="1" noProof="0"/>
                        <a:t>Client</a:t>
                      </a:r>
                    </a:p>
                  </a:txBody>
                  <a:tcPr anchor="ctr">
                    <a:lnR w="12700" cap="flat" cmpd="sng" algn="ctr">
                      <a:solidFill>
                        <a:schemeClr val="bg1"/>
                      </a:solidFill>
                      <a:prstDash val="solid"/>
                      <a:round/>
                      <a:headEnd type="none" w="med" len="med"/>
                      <a:tailEnd type="none" w="med" len="med"/>
                    </a:lnR>
                    <a:lnB w="12700" cap="flat" cmpd="sng" algn="ctr">
                      <a:solidFill>
                        <a:schemeClr val="bg1">
                          <a:lumMod val="75000"/>
                        </a:schemeClr>
                      </a:solidFill>
                      <a:prstDash val="sysDash"/>
                      <a:round/>
                      <a:headEnd type="none" w="med" len="med"/>
                      <a:tailEnd type="none" w="med" len="med"/>
                    </a:lnB>
                  </a:tcPr>
                </a:tc>
                <a:tc>
                  <a:txBody>
                    <a:bodyPr/>
                    <a:lstStyle/>
                    <a:p>
                      <a:pPr algn="ctr"/>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75000"/>
                        </a:schemeClr>
                      </a:solidFill>
                      <a:prstDash val="sysDash"/>
                      <a:round/>
                      <a:headEnd type="none" w="med" len="med"/>
                      <a:tailEnd type="none" w="med" len="med"/>
                    </a:lnB>
                  </a:tcPr>
                </a:tc>
                <a:tc>
                  <a:txBody>
                    <a:bodyPr/>
                    <a:lstStyle/>
                    <a:p>
                      <a:pPr algn="ctr"/>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725442695"/>
                  </a:ext>
                </a:extLst>
              </a:tr>
              <a:tr h="81241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Crédit Agricole S.A.</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dirty="0">
                          <a:solidFill>
                            <a:schemeClr val="tx1"/>
                          </a:solidFill>
                          <a:latin typeface="Arial" panose="020B0604020202020204" pitchFamily="34" charset="0"/>
                          <a:ea typeface="+mn-ea"/>
                          <a:cs typeface="Arial" panose="020B0604020202020204" pitchFamily="34" charset="0"/>
                        </a:rPr>
                        <a:t>Les exigences réglementaires Taxonomie et Pilier 3 ESG entrant en vigueur de manière progressive, l’entité remettante de ce groupe bancaire se doit de déterminer sa contribution au </a:t>
                      </a:r>
                      <a:r>
                        <a:rPr lang="fr-FR" sz="1100" kern="1200" dirty="0" err="1">
                          <a:solidFill>
                            <a:schemeClr val="tx1"/>
                          </a:solidFill>
                          <a:latin typeface="Arial" panose="020B0604020202020204" pitchFamily="34" charset="0"/>
                          <a:ea typeface="+mn-ea"/>
                          <a:cs typeface="Arial" panose="020B0604020202020204" pitchFamily="34" charset="0"/>
                        </a:rPr>
                        <a:t>Reporting</a:t>
                      </a:r>
                      <a:r>
                        <a:rPr lang="fr-FR" sz="1100" kern="1200" dirty="0">
                          <a:solidFill>
                            <a:schemeClr val="tx1"/>
                          </a:solidFill>
                          <a:latin typeface="Arial" panose="020B0604020202020204" pitchFamily="34" charset="0"/>
                          <a:ea typeface="+mn-ea"/>
                          <a:cs typeface="Arial" panose="020B0604020202020204" pitchFamily="34" charset="0"/>
                        </a:rPr>
                        <a:t> Groupe et de déterminer les données à collecter parmi les exigences Groupe, d’identifier les sources desdites données, de s’intégrer dans les plannings prévisionnels.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Présentation des exigences règlementaires, des choix structurants du Groupe et des attentes au niveau des remettants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Échanges avec les interlocuteurs métier et SI pour remonter les données relatives aux financements dédiés (exemption sur les financements généraux) via le flux de données extra-financières, définition des plannings de collecte</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err="1">
                          <a:solidFill>
                            <a:schemeClr val="dk1"/>
                          </a:solidFill>
                          <a:latin typeface="+mn-lt"/>
                          <a:ea typeface="+mn-ea"/>
                          <a:cs typeface="Arial"/>
                        </a:rPr>
                        <a:t>Reporting</a:t>
                      </a:r>
                      <a:r>
                        <a:rPr lang="fr-FR" sz="1100" kern="1200" dirty="0">
                          <a:solidFill>
                            <a:schemeClr val="dk1"/>
                          </a:solidFill>
                          <a:latin typeface="+mn-lt"/>
                          <a:ea typeface="+mn-ea"/>
                          <a:cs typeface="Arial"/>
                        </a:rPr>
                        <a:t> auprès des instances Groupe sur l’avancement du chantier</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4249048149"/>
                  </a:ext>
                </a:extLst>
              </a:tr>
              <a:tr h="81241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Crédit Agricole S.A.</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dirty="0">
                          <a:solidFill>
                            <a:schemeClr val="tx1"/>
                          </a:solidFill>
                          <a:latin typeface="Arial" panose="020B0604020202020204" pitchFamily="34" charset="0"/>
                          <a:ea typeface="+mn-ea"/>
                          <a:cs typeface="Arial" panose="020B0604020202020204" pitchFamily="34" charset="0"/>
                        </a:rPr>
                        <a:t>La publication de la proposition législative dite « CRR3 / CRD6 » en octobre 2021 a marqué le démarrage d’un processus législatif qui aboutira au 1er janvier 2025. La Direction des Risques Groupe a ainsi engagé un programme de cadrage et de fabrication des solutions « Bâle IV » pour répondre aux nouveaux besoins de </a:t>
                      </a:r>
                      <a:r>
                        <a:rPr lang="fr-FR" sz="1100" kern="1200" dirty="0" err="1">
                          <a:solidFill>
                            <a:schemeClr val="tx1"/>
                          </a:solidFill>
                          <a:latin typeface="Arial" panose="020B0604020202020204" pitchFamily="34" charset="0"/>
                          <a:ea typeface="+mn-ea"/>
                          <a:cs typeface="Arial" panose="020B0604020202020204" pitchFamily="34" charset="0"/>
                        </a:rPr>
                        <a:t>reporting</a:t>
                      </a:r>
                      <a:r>
                        <a:rPr lang="fr-FR" sz="1100" kern="1200" dirty="0">
                          <a:solidFill>
                            <a:schemeClr val="tx1"/>
                          </a:solidFill>
                          <a:latin typeface="Arial" panose="020B0604020202020204" pitchFamily="34" charset="0"/>
                          <a:ea typeface="+mn-ea"/>
                          <a:cs typeface="Arial" panose="020B0604020202020204" pitchFamily="34" charset="0"/>
                        </a:rPr>
                        <a:t>. </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Analyse de la documentation réglementaire et du périmètre d’application des nouvelles données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Analyse des flux de données actuels et des impacts des nouveaux contrôles sur la qualité des </a:t>
                      </a:r>
                      <a:r>
                        <a:rPr lang="fr-FR" sz="1100" kern="1200" dirty="0" err="1">
                          <a:solidFill>
                            <a:schemeClr val="dk1"/>
                          </a:solidFill>
                          <a:latin typeface="+mn-lt"/>
                          <a:ea typeface="+mn-ea"/>
                          <a:cs typeface="Arial"/>
                        </a:rPr>
                        <a:t>reportings</a:t>
                      </a:r>
                      <a:r>
                        <a:rPr lang="fr-FR" sz="1100" kern="1200" dirty="0">
                          <a:solidFill>
                            <a:schemeClr val="dk1"/>
                          </a:solidFill>
                          <a:latin typeface="+mn-lt"/>
                          <a:ea typeface="+mn-ea"/>
                          <a:cs typeface="Arial"/>
                        </a:rPr>
                        <a:t> déjà en production</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Ateliers avec les référents métiers pour confirmer les impacts et cadrer les travaux de mise en qualité des données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Suivi d’avancement avec la Direction des Risques Groupe : participation aux groupes de travail transverses, alimentation des </a:t>
                      </a:r>
                      <a:r>
                        <a:rPr lang="fr-FR" sz="1100" kern="1200" dirty="0" err="1">
                          <a:solidFill>
                            <a:schemeClr val="dk1"/>
                          </a:solidFill>
                          <a:latin typeface="+mn-lt"/>
                          <a:ea typeface="+mn-ea"/>
                          <a:cs typeface="Arial"/>
                        </a:rPr>
                        <a:t>reportings</a:t>
                      </a:r>
                      <a:r>
                        <a:rPr lang="fr-FR" sz="1100" kern="1200" dirty="0">
                          <a:solidFill>
                            <a:schemeClr val="dk1"/>
                          </a:solidFill>
                          <a:latin typeface="+mn-lt"/>
                          <a:ea typeface="+mn-ea"/>
                          <a:cs typeface="Arial"/>
                        </a:rPr>
                        <a:t>, participation à la Comitologie Groupe</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746876">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Crédit Agricole S.A.</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noProof="0" dirty="0">
                          <a:solidFill>
                            <a:schemeClr val="tx1"/>
                          </a:solidFill>
                          <a:latin typeface="Arial" panose="020B0604020202020204" pitchFamily="34" charset="0"/>
                          <a:ea typeface="+mn-ea"/>
                          <a:cs typeface="Arial" panose="020B0604020202020204" pitchFamily="34" charset="0"/>
                        </a:rPr>
                        <a:t>Organisation des processus de </a:t>
                      </a:r>
                      <a:r>
                        <a:rPr lang="fr-FR" sz="1100" kern="1200" noProof="0" dirty="0" err="1">
                          <a:solidFill>
                            <a:schemeClr val="tx1"/>
                          </a:solidFill>
                          <a:latin typeface="Arial" panose="020B0604020202020204" pitchFamily="34" charset="0"/>
                          <a:ea typeface="+mn-ea"/>
                          <a:cs typeface="Arial" panose="020B0604020202020204" pitchFamily="34" charset="0"/>
                        </a:rPr>
                        <a:t>reporting</a:t>
                      </a:r>
                      <a:r>
                        <a:rPr lang="fr-FR" sz="1100" kern="1200" noProof="0" dirty="0">
                          <a:solidFill>
                            <a:schemeClr val="tx1"/>
                          </a:solidFill>
                          <a:latin typeface="Arial" panose="020B0604020202020204" pitchFamily="34" charset="0"/>
                          <a:ea typeface="+mn-ea"/>
                          <a:cs typeface="Arial" panose="020B0604020202020204" pitchFamily="34" charset="0"/>
                        </a:rPr>
                        <a:t> et mise en place du Valuation Data Set (VDS), </a:t>
                      </a:r>
                      <a:r>
                        <a:rPr lang="fr-FR" sz="1100" kern="1200" noProof="0" dirty="0" err="1">
                          <a:solidFill>
                            <a:schemeClr val="tx1"/>
                          </a:solidFill>
                          <a:latin typeface="Arial" panose="020B0604020202020204" pitchFamily="34" charset="0"/>
                          <a:ea typeface="+mn-ea"/>
                          <a:cs typeface="Arial" panose="020B0604020202020204" pitchFamily="34" charset="0"/>
                        </a:rPr>
                        <a:t>reporting</a:t>
                      </a:r>
                      <a:r>
                        <a:rPr lang="fr-FR" sz="1100" kern="1200" noProof="0" dirty="0">
                          <a:solidFill>
                            <a:schemeClr val="tx1"/>
                          </a:solidFill>
                          <a:latin typeface="Arial" panose="020B0604020202020204" pitchFamily="34" charset="0"/>
                          <a:ea typeface="+mn-ea"/>
                          <a:cs typeface="Arial" panose="020B0604020202020204" pitchFamily="34" charset="0"/>
                        </a:rPr>
                        <a:t> réglementaire demandé par le SRB (Single </a:t>
                      </a:r>
                      <a:r>
                        <a:rPr lang="fr-FR" sz="1100" kern="1200" noProof="0" dirty="0" err="1">
                          <a:solidFill>
                            <a:schemeClr val="tx1"/>
                          </a:solidFill>
                          <a:latin typeface="Arial" panose="020B0604020202020204" pitchFamily="34" charset="0"/>
                          <a:ea typeface="+mn-ea"/>
                          <a:cs typeface="Arial" panose="020B0604020202020204" pitchFamily="34" charset="0"/>
                        </a:rPr>
                        <a:t>Resolution</a:t>
                      </a:r>
                      <a:r>
                        <a:rPr lang="fr-FR" sz="1100" kern="1200" noProof="0" dirty="0">
                          <a:solidFill>
                            <a:schemeClr val="tx1"/>
                          </a:solidFill>
                          <a:latin typeface="Arial" panose="020B0604020202020204" pitchFamily="34" charset="0"/>
                          <a:ea typeface="+mn-ea"/>
                          <a:cs typeface="Arial" panose="020B0604020202020204" pitchFamily="34" charset="0"/>
                        </a:rPr>
                        <a:t> </a:t>
                      </a:r>
                      <a:r>
                        <a:rPr lang="fr-FR" sz="1100" kern="1200" noProof="0" dirty="0" err="1">
                          <a:solidFill>
                            <a:schemeClr val="tx1"/>
                          </a:solidFill>
                          <a:latin typeface="Arial" panose="020B0604020202020204" pitchFamily="34" charset="0"/>
                          <a:ea typeface="+mn-ea"/>
                          <a:cs typeface="Arial" panose="020B0604020202020204" pitchFamily="34" charset="0"/>
                        </a:rPr>
                        <a:t>Board</a:t>
                      </a:r>
                      <a:r>
                        <a:rPr lang="fr-FR" sz="1100" kern="1200" noProof="0" dirty="0">
                          <a:solidFill>
                            <a:schemeClr val="tx1"/>
                          </a:solidFill>
                          <a:latin typeface="Arial" panose="020B0604020202020204" pitchFamily="34" charset="0"/>
                          <a:ea typeface="+mn-ea"/>
                          <a:cs typeface="Arial" panose="020B0604020202020204" pitchFamily="34" charset="0"/>
                        </a:rPr>
                        <a:t>), visant à produire sous 24h la vision de la résolution de la quasi-totalité des actifs à la maille granulaire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Conduite des Self-</a:t>
                      </a:r>
                      <a:r>
                        <a:rPr lang="fr-FR" sz="1100" kern="1200" noProof="0" dirty="0" err="1">
                          <a:solidFill>
                            <a:schemeClr val="dk1"/>
                          </a:solidFill>
                          <a:latin typeface="+mn-lt"/>
                          <a:ea typeface="+mn-ea"/>
                          <a:cs typeface="Arial"/>
                        </a:rPr>
                        <a:t>Assessment</a:t>
                      </a:r>
                      <a:r>
                        <a:rPr lang="fr-FR" sz="1100" kern="1200" noProof="0" dirty="0">
                          <a:solidFill>
                            <a:schemeClr val="dk1"/>
                          </a:solidFill>
                          <a:latin typeface="+mn-lt"/>
                          <a:ea typeface="+mn-ea"/>
                          <a:cs typeface="Arial"/>
                        </a:rPr>
                        <a:t> (SA) sur la disponibilité des données requises par le SRB</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Sur la base des SA, identifications des différents </a:t>
                      </a:r>
                      <a:r>
                        <a:rPr lang="fr-FR" sz="1100" kern="1200" noProof="0" dirty="0" err="1">
                          <a:solidFill>
                            <a:schemeClr val="dk1"/>
                          </a:solidFill>
                          <a:latin typeface="+mn-lt"/>
                          <a:ea typeface="+mn-ea"/>
                          <a:cs typeface="Arial"/>
                        </a:rPr>
                        <a:t>sourcing</a:t>
                      </a:r>
                      <a:r>
                        <a:rPr lang="fr-FR" sz="1100" kern="1200" noProof="0" dirty="0">
                          <a:solidFill>
                            <a:schemeClr val="dk1"/>
                          </a:solidFill>
                          <a:latin typeface="+mn-lt"/>
                          <a:ea typeface="+mn-ea"/>
                          <a:cs typeface="Arial"/>
                        </a:rPr>
                        <a:t> de données parmi les outils internes de gestion, de comptabilités et de risques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Conception de l'architecture ambitionnée de la remontée des données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Rédactions des spécifications fonctionnelles et techniques du moteur VDS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Suivi et mise en qualité de la collecte des données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noProof="0" dirty="0">
                          <a:solidFill>
                            <a:schemeClr val="dk1"/>
                          </a:solidFill>
                          <a:latin typeface="+mn-lt"/>
                          <a:ea typeface="+mn-ea"/>
                          <a:cs typeface="Arial"/>
                        </a:rPr>
                        <a:t>Mise en place du premier Dry Run VDS </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125027618"/>
                  </a:ext>
                </a:extLst>
              </a:tr>
            </a:tbl>
          </a:graphicData>
        </a:graphic>
      </p:graphicFrame>
      <p:pic>
        <p:nvPicPr>
          <p:cNvPr id="6" name="Image 14">
            <a:extLst>
              <a:ext uri="{FF2B5EF4-FFF2-40B4-BE49-F238E27FC236}">
                <a16:creationId xmlns:a16="http://schemas.microsoft.com/office/drawing/2014/main" id="{C0821F76-FA02-F2E2-5359-4675748F3442}"/>
              </a:ext>
            </a:extLst>
          </p:cNvPr>
          <p:cNvPicPr>
            <a:picLocks noChangeAspect="1"/>
          </p:cNvPicPr>
          <p:nvPr/>
        </p:nvPicPr>
        <p:blipFill>
          <a:blip r:embed="rId5"/>
          <a:stretch>
            <a:fillRect/>
          </a:stretch>
        </p:blipFill>
        <p:spPr>
          <a:xfrm>
            <a:off x="674857" y="2497283"/>
            <a:ext cx="1080078" cy="555568"/>
          </a:xfrm>
          <a:prstGeom prst="rect">
            <a:avLst/>
          </a:prstGeom>
        </p:spPr>
      </p:pic>
      <p:pic>
        <p:nvPicPr>
          <p:cNvPr id="7" name="Image 6">
            <a:extLst>
              <a:ext uri="{FF2B5EF4-FFF2-40B4-BE49-F238E27FC236}">
                <a16:creationId xmlns:a16="http://schemas.microsoft.com/office/drawing/2014/main" id="{A5573F4E-A57C-E7D0-8249-FD8AD84030A2}"/>
              </a:ext>
            </a:extLst>
          </p:cNvPr>
          <p:cNvPicPr>
            <a:picLocks noChangeAspect="1"/>
          </p:cNvPicPr>
          <p:nvPr/>
        </p:nvPicPr>
        <p:blipFill>
          <a:blip r:embed="rId5"/>
          <a:stretch>
            <a:fillRect/>
          </a:stretch>
        </p:blipFill>
        <p:spPr>
          <a:xfrm>
            <a:off x="674857" y="3932830"/>
            <a:ext cx="1080078" cy="555568"/>
          </a:xfrm>
          <a:prstGeom prst="rect">
            <a:avLst/>
          </a:prstGeom>
        </p:spPr>
      </p:pic>
      <p:pic>
        <p:nvPicPr>
          <p:cNvPr id="8" name="Image 7">
            <a:extLst>
              <a:ext uri="{FF2B5EF4-FFF2-40B4-BE49-F238E27FC236}">
                <a16:creationId xmlns:a16="http://schemas.microsoft.com/office/drawing/2014/main" id="{DCE6AA3F-A03C-8DAB-F2A4-C8529F2CA380}"/>
              </a:ext>
            </a:extLst>
          </p:cNvPr>
          <p:cNvPicPr>
            <a:picLocks noChangeAspect="1"/>
          </p:cNvPicPr>
          <p:nvPr/>
        </p:nvPicPr>
        <p:blipFill>
          <a:blip r:embed="rId5"/>
          <a:stretch>
            <a:fillRect/>
          </a:stretch>
        </p:blipFill>
        <p:spPr>
          <a:xfrm>
            <a:off x="674857" y="5368377"/>
            <a:ext cx="1080078" cy="555568"/>
          </a:xfrm>
          <a:prstGeom prst="rect">
            <a:avLst/>
          </a:prstGeom>
        </p:spPr>
      </p:pic>
    </p:spTree>
    <p:extLst>
      <p:ext uri="{BB962C8B-B14F-4D97-AF65-F5344CB8AC3E}">
        <p14:creationId xmlns:p14="http://schemas.microsoft.com/office/powerpoint/2010/main" val="15035437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E0240027-B419-7F7B-74A1-8BEC4BF9BCF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0" imgH="501" progId="TCLayout.ActiveDocument.1">
                  <p:embed/>
                </p:oleObj>
              </mc:Choice>
              <mc:Fallback>
                <p:oleObj name="think-cell Slide" r:id="rId3" imgW="500" imgH="501" progId="TCLayout.ActiveDocument.1">
                  <p:embed/>
                  <p:pic>
                    <p:nvPicPr>
                      <p:cNvPr id="10" name="think-cell data - do not delete" hidden="1">
                        <a:extLst>
                          <a:ext uri="{FF2B5EF4-FFF2-40B4-BE49-F238E27FC236}">
                            <a16:creationId xmlns:a16="http://schemas.microsoft.com/office/drawing/2014/main" id="{E0240027-B419-7F7B-74A1-8BEC4BF9BC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816B749C-7730-0E48-E95C-A8C8BCCDD0C1}"/>
              </a:ext>
            </a:extLst>
          </p:cNvPr>
          <p:cNvSpPr>
            <a:spLocks noGrp="1"/>
          </p:cNvSpPr>
          <p:nvPr>
            <p:ph type="title"/>
          </p:nvPr>
        </p:nvSpPr>
        <p:spPr/>
        <p:txBody>
          <a:bodyPr vert="horz"/>
          <a:lstStyle/>
          <a:p>
            <a:r>
              <a:rPr lang="fr-FR"/>
              <a:t>Extrait de nos références</a:t>
            </a:r>
          </a:p>
        </p:txBody>
      </p:sp>
      <p:sp>
        <p:nvSpPr>
          <p:cNvPr id="3" name="Espace réservé du numéro de diapositive 2">
            <a:extLst>
              <a:ext uri="{FF2B5EF4-FFF2-40B4-BE49-F238E27FC236}">
                <a16:creationId xmlns:a16="http://schemas.microsoft.com/office/drawing/2014/main" id="{A6A28303-BA13-1BDE-A87F-458C8133D46D}"/>
              </a:ext>
            </a:extLst>
          </p:cNvPr>
          <p:cNvSpPr>
            <a:spLocks noGrp="1"/>
          </p:cNvSpPr>
          <p:nvPr>
            <p:ph type="sldNum" sz="quarter" idx="11"/>
          </p:nvPr>
        </p:nvSpPr>
        <p:spPr/>
        <p:txBody>
          <a:bodyPr/>
          <a:lstStyle/>
          <a:p>
            <a:fld id="{BE9517EC-C298-4848-B090-11602D956FCE}" type="slidenum">
              <a:rPr lang="fr-FR" smtClean="0"/>
              <a:pPr/>
              <a:t>12</a:t>
            </a:fld>
            <a:endParaRPr lang="fr-FR"/>
          </a:p>
        </p:txBody>
      </p:sp>
      <p:sp>
        <p:nvSpPr>
          <p:cNvPr id="4" name="Espace réservé du texte 3">
            <a:extLst>
              <a:ext uri="{FF2B5EF4-FFF2-40B4-BE49-F238E27FC236}">
                <a16:creationId xmlns:a16="http://schemas.microsoft.com/office/drawing/2014/main" id="{2D9E47AB-4CCB-FE19-0A0F-0F3C5814F2B7}"/>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5" name="Tableau 8">
            <a:extLst>
              <a:ext uri="{FF2B5EF4-FFF2-40B4-BE49-F238E27FC236}">
                <a16:creationId xmlns:a16="http://schemas.microsoft.com/office/drawing/2014/main" id="{CA659D41-EFBE-2DB8-2EF8-27CF870D460D}"/>
              </a:ext>
            </a:extLst>
          </p:cNvPr>
          <p:cNvGraphicFramePr>
            <a:graphicFrameLocks/>
          </p:cNvGraphicFramePr>
          <p:nvPr>
            <p:extLst>
              <p:ext uri="{D42A27DB-BD31-4B8C-83A1-F6EECF244321}">
                <p14:modId xmlns:p14="http://schemas.microsoft.com/office/powerpoint/2010/main" val="1870947786"/>
              </p:ext>
            </p:extLst>
          </p:nvPr>
        </p:nvGraphicFramePr>
        <p:xfrm>
          <a:off x="381000" y="1825625"/>
          <a:ext cx="11430002" cy="3427435"/>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pPr algn="ctr"/>
                      <a:r>
                        <a:rPr lang="fr-FR" sz="1400" b="1" noProof="0" dirty="0"/>
                        <a:t>Client</a:t>
                      </a:r>
                    </a:p>
                  </a:txBody>
                  <a:tcPr anchor="ctr">
                    <a:lnR w="12700" cap="flat" cmpd="sng" algn="ctr">
                      <a:solidFill>
                        <a:schemeClr val="bg1"/>
                      </a:solidFill>
                      <a:prstDash val="solid"/>
                      <a:round/>
                      <a:headEnd type="none" w="med" len="med"/>
                      <a:tailEnd type="none" w="med" len="med"/>
                    </a:lnR>
                    <a:lnB w="12700" cap="flat" cmpd="sng" algn="ctr">
                      <a:solidFill>
                        <a:schemeClr val="bg1">
                          <a:lumMod val="75000"/>
                        </a:schemeClr>
                      </a:solidFill>
                      <a:prstDash val="sysDash"/>
                      <a:round/>
                      <a:headEnd type="none" w="med" len="med"/>
                      <a:tailEnd type="none" w="med" len="med"/>
                    </a:lnB>
                  </a:tcPr>
                </a:tc>
                <a:tc>
                  <a:txBody>
                    <a:bodyPr/>
                    <a:lstStyle/>
                    <a:p>
                      <a:pPr algn="ctr"/>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75000"/>
                        </a:schemeClr>
                      </a:solidFill>
                      <a:prstDash val="sysDash"/>
                      <a:round/>
                      <a:headEnd type="none" w="med" len="med"/>
                      <a:tailEnd type="none" w="med" len="med"/>
                    </a:lnB>
                  </a:tcPr>
                </a:tc>
                <a:tc>
                  <a:txBody>
                    <a:bodyPr/>
                    <a:lstStyle/>
                    <a:p>
                      <a:pPr algn="ctr"/>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725442695"/>
                  </a:ext>
                </a:extLst>
              </a:tr>
              <a:tr h="81241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Crédit Agricole S.A.</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dirty="0">
                          <a:solidFill>
                            <a:schemeClr val="tx1"/>
                          </a:solidFill>
                          <a:latin typeface="Arial" panose="020B0604020202020204" pitchFamily="34" charset="0"/>
                          <a:ea typeface="+mn-ea"/>
                          <a:cs typeface="Arial" panose="020B0604020202020204" pitchFamily="34" charset="0"/>
                        </a:rPr>
                        <a:t>Suite à un exercice de production du ratio MREL ayant relevé des problématiques de qualité de donnée, le Groupe CA a choisi de structurer un plan de remédiation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Diagnostic/Analyse de situation sur la production du 31/12/2019</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Définition du plan de remédiation pour corriger les écarts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Coordination des travaux identifiés avec les départements (ALM, Compta, IT, Refinancement,…)</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Définition de la feuille de route 2021</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4249048149"/>
                  </a:ext>
                </a:extLst>
              </a:tr>
              <a:tr h="81241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Crédit Agricole CIB</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dirty="0">
                          <a:solidFill>
                            <a:schemeClr val="tx1"/>
                          </a:solidFill>
                          <a:latin typeface="Arial" panose="020B0604020202020204" pitchFamily="34" charset="0"/>
                          <a:ea typeface="+mn-ea"/>
                          <a:cs typeface="Arial" panose="020B0604020202020204" pitchFamily="34" charset="0"/>
                        </a:rPr>
                        <a:t>CACIB décide de mettre en place une </a:t>
                      </a:r>
                      <a:r>
                        <a:rPr lang="fr-FR" sz="1100" kern="1200" dirty="0" err="1">
                          <a:solidFill>
                            <a:schemeClr val="tx1"/>
                          </a:solidFill>
                          <a:latin typeface="Arial" panose="020B0604020202020204" pitchFamily="34" charset="0"/>
                          <a:ea typeface="+mn-ea"/>
                          <a:cs typeface="Arial" panose="020B0604020202020204" pitchFamily="34" charset="0"/>
                        </a:rPr>
                        <a:t>task</a:t>
                      </a:r>
                      <a:r>
                        <a:rPr lang="fr-FR" sz="1100" kern="1200" dirty="0">
                          <a:solidFill>
                            <a:schemeClr val="tx1"/>
                          </a:solidFill>
                          <a:latin typeface="Arial" panose="020B0604020202020204" pitchFamily="34" charset="0"/>
                          <a:ea typeface="+mn-ea"/>
                          <a:cs typeface="Arial" panose="020B0604020202020204" pitchFamily="34" charset="0"/>
                        </a:rPr>
                        <a:t> force pour remédier aux faiblesses du dispositif de </a:t>
                      </a:r>
                      <a:r>
                        <a:rPr lang="fr-FR" sz="1100" kern="1200" dirty="0" err="1">
                          <a:solidFill>
                            <a:schemeClr val="tx1"/>
                          </a:solidFill>
                          <a:latin typeface="Arial" panose="020B0604020202020204" pitchFamily="34" charset="0"/>
                          <a:ea typeface="+mn-ea"/>
                          <a:cs typeface="Arial" panose="020B0604020202020204" pitchFamily="34" charset="0"/>
                        </a:rPr>
                        <a:t>reporting</a:t>
                      </a:r>
                      <a:r>
                        <a:rPr lang="fr-FR" sz="1100" kern="1200" dirty="0">
                          <a:solidFill>
                            <a:schemeClr val="tx1"/>
                          </a:solidFill>
                          <a:latin typeface="Arial" panose="020B0604020202020204" pitchFamily="34" charset="0"/>
                          <a:ea typeface="+mn-ea"/>
                          <a:cs typeface="Arial" panose="020B0604020202020204" pitchFamily="34" charset="0"/>
                        </a:rPr>
                        <a:t> LCR Daily</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Mise en place du LCR Daily : </a:t>
                      </a:r>
                      <a:r>
                        <a:rPr lang="fr-FR" sz="1100" kern="1200" dirty="0" err="1">
                          <a:solidFill>
                            <a:schemeClr val="dk1"/>
                          </a:solidFill>
                          <a:latin typeface="+mn-lt"/>
                          <a:ea typeface="+mn-ea"/>
                          <a:cs typeface="Arial"/>
                        </a:rPr>
                        <a:t>Backtesting</a:t>
                      </a:r>
                      <a:r>
                        <a:rPr lang="fr-FR" sz="1100" kern="1200" dirty="0">
                          <a:solidFill>
                            <a:schemeClr val="dk1"/>
                          </a:solidFill>
                          <a:latin typeface="+mn-lt"/>
                          <a:ea typeface="+mn-ea"/>
                          <a:cs typeface="Arial"/>
                        </a:rPr>
                        <a:t> LCR trésorerie vs LCR réglementaire</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Définition et animation de la gouvernance sur le </a:t>
                      </a:r>
                      <a:r>
                        <a:rPr lang="fr-FR" sz="1100" kern="1200" dirty="0" err="1">
                          <a:solidFill>
                            <a:schemeClr val="dk1"/>
                          </a:solidFill>
                          <a:latin typeface="+mn-lt"/>
                          <a:ea typeface="+mn-ea"/>
                          <a:cs typeface="Arial"/>
                        </a:rPr>
                        <a:t>backtesting</a:t>
                      </a:r>
                      <a:endParaRPr lang="fr-FR" sz="1100" kern="1200" dirty="0">
                        <a:solidFill>
                          <a:schemeClr val="dk1"/>
                        </a:solidFill>
                        <a:latin typeface="+mn-lt"/>
                        <a:ea typeface="+mn-ea"/>
                        <a:cs typeface="Arial"/>
                      </a:endParaRP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Définition du processus de production</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746876">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Crédit Agricole</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dirty="0">
                          <a:solidFill>
                            <a:schemeClr val="tx1"/>
                          </a:solidFill>
                          <a:latin typeface="Arial" panose="020B0604020202020204" pitchFamily="34" charset="0"/>
                          <a:ea typeface="+mn-ea"/>
                          <a:cs typeface="Arial" panose="020B0604020202020204" pitchFamily="34" charset="0"/>
                        </a:rPr>
                        <a:t>Dans un contexte de création de la filière liquidité du Groupe, le CA (CA.sa et CACIB) a souhaité définir le risque de liquidité, ses indicateurs et ses modalités de pilotage et d’encadrement de ce risque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Définition du modèle interne de liquidité (définition de indicateurs, stress test, limite, plan d’urgence, gouvernance</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Déploiement du dispositif au niveau des entités et déclinaison en fonction des métiers (CIB, métiers du titres, Asset management, Assurance,…)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Mise en place du processus de production et d’un SI afférent au calcul des métriques de liquidité</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kern="1200" dirty="0">
                          <a:solidFill>
                            <a:schemeClr val="dk1"/>
                          </a:solidFill>
                          <a:latin typeface="+mn-lt"/>
                          <a:ea typeface="+mn-ea"/>
                          <a:cs typeface="Arial"/>
                        </a:rPr>
                        <a:t>Accompagnement au suivi de l’audit de l’inspection sur le risque de liquidité</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125027618"/>
                  </a:ext>
                </a:extLst>
              </a:tr>
            </a:tbl>
          </a:graphicData>
        </a:graphic>
      </p:graphicFrame>
      <p:pic>
        <p:nvPicPr>
          <p:cNvPr id="9" name="Image 14">
            <a:extLst>
              <a:ext uri="{FF2B5EF4-FFF2-40B4-BE49-F238E27FC236}">
                <a16:creationId xmlns:a16="http://schemas.microsoft.com/office/drawing/2014/main" id="{00F3BE95-D424-BF83-357E-67CD0B8D0EA8}"/>
              </a:ext>
            </a:extLst>
          </p:cNvPr>
          <p:cNvPicPr>
            <a:picLocks noChangeAspect="1"/>
          </p:cNvPicPr>
          <p:nvPr/>
        </p:nvPicPr>
        <p:blipFill>
          <a:blip r:embed="rId5"/>
          <a:stretch>
            <a:fillRect/>
          </a:stretch>
        </p:blipFill>
        <p:spPr>
          <a:xfrm>
            <a:off x="678158" y="2338138"/>
            <a:ext cx="1080078" cy="555568"/>
          </a:xfrm>
          <a:prstGeom prst="rect">
            <a:avLst/>
          </a:prstGeom>
        </p:spPr>
      </p:pic>
      <p:pic>
        <p:nvPicPr>
          <p:cNvPr id="11" name="Image 17">
            <a:extLst>
              <a:ext uri="{FF2B5EF4-FFF2-40B4-BE49-F238E27FC236}">
                <a16:creationId xmlns:a16="http://schemas.microsoft.com/office/drawing/2014/main" id="{628AB998-086F-835E-3CBB-9833E6855080}"/>
              </a:ext>
            </a:extLst>
          </p:cNvPr>
          <p:cNvPicPr>
            <a:picLocks noChangeAspect="1"/>
          </p:cNvPicPr>
          <p:nvPr/>
        </p:nvPicPr>
        <p:blipFill>
          <a:blip r:embed="rId6"/>
          <a:stretch>
            <a:fillRect/>
          </a:stretch>
        </p:blipFill>
        <p:spPr>
          <a:xfrm>
            <a:off x="428095" y="3344675"/>
            <a:ext cx="1580204" cy="393525"/>
          </a:xfrm>
          <a:prstGeom prst="rect">
            <a:avLst/>
          </a:prstGeom>
        </p:spPr>
      </p:pic>
      <p:pic>
        <p:nvPicPr>
          <p:cNvPr id="12" name="Image 15">
            <a:extLst>
              <a:ext uri="{FF2B5EF4-FFF2-40B4-BE49-F238E27FC236}">
                <a16:creationId xmlns:a16="http://schemas.microsoft.com/office/drawing/2014/main" id="{33DFAC2C-2270-61AE-8770-7A71F6D3D57E}"/>
              </a:ext>
            </a:extLst>
          </p:cNvPr>
          <p:cNvPicPr>
            <a:picLocks noChangeAspect="1"/>
          </p:cNvPicPr>
          <p:nvPr/>
        </p:nvPicPr>
        <p:blipFill>
          <a:blip r:embed="rId5"/>
          <a:stretch>
            <a:fillRect/>
          </a:stretch>
        </p:blipFill>
        <p:spPr>
          <a:xfrm>
            <a:off x="679035" y="4097274"/>
            <a:ext cx="1078325" cy="554666"/>
          </a:xfrm>
          <a:prstGeom prst="rect">
            <a:avLst/>
          </a:prstGeom>
        </p:spPr>
      </p:pic>
      <p:pic>
        <p:nvPicPr>
          <p:cNvPr id="13" name="Image 12">
            <a:extLst>
              <a:ext uri="{FF2B5EF4-FFF2-40B4-BE49-F238E27FC236}">
                <a16:creationId xmlns:a16="http://schemas.microsoft.com/office/drawing/2014/main" id="{F9D98676-5630-1550-A763-A58D1262CE24}"/>
              </a:ext>
            </a:extLst>
          </p:cNvPr>
          <p:cNvPicPr>
            <a:picLocks noChangeAspect="1"/>
          </p:cNvPicPr>
          <p:nvPr/>
        </p:nvPicPr>
        <p:blipFill>
          <a:blip r:embed="rId6"/>
          <a:stretch>
            <a:fillRect/>
          </a:stretch>
        </p:blipFill>
        <p:spPr>
          <a:xfrm>
            <a:off x="428095" y="4641560"/>
            <a:ext cx="1580204" cy="393525"/>
          </a:xfrm>
          <a:prstGeom prst="rect">
            <a:avLst/>
          </a:prstGeom>
        </p:spPr>
      </p:pic>
      <p:pic>
        <p:nvPicPr>
          <p:cNvPr id="7" name="Graphique 6" descr="Ajouter avec un remplissage uni">
            <a:extLst>
              <a:ext uri="{FF2B5EF4-FFF2-40B4-BE49-F238E27FC236}">
                <a16:creationId xmlns:a16="http://schemas.microsoft.com/office/drawing/2014/main" id="{5A2B72CB-ACE7-151C-6A9F-9AADD8C716B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127815" y="4493322"/>
            <a:ext cx="180765" cy="180765"/>
          </a:xfrm>
          <a:prstGeom prst="rect">
            <a:avLst/>
          </a:prstGeom>
        </p:spPr>
      </p:pic>
    </p:spTree>
    <p:extLst>
      <p:ext uri="{BB962C8B-B14F-4D97-AF65-F5344CB8AC3E}">
        <p14:creationId xmlns:p14="http://schemas.microsoft.com/office/powerpoint/2010/main" val="26433943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E0240027-B419-7F7B-74A1-8BEC4BF9BCF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0" imgH="501" progId="TCLayout.ActiveDocument.1">
                  <p:embed/>
                </p:oleObj>
              </mc:Choice>
              <mc:Fallback>
                <p:oleObj name="think-cell Slide" r:id="rId3" imgW="500" imgH="501" progId="TCLayout.ActiveDocument.1">
                  <p:embed/>
                  <p:pic>
                    <p:nvPicPr>
                      <p:cNvPr id="10" name="think-cell data - do not delete" hidden="1">
                        <a:extLst>
                          <a:ext uri="{FF2B5EF4-FFF2-40B4-BE49-F238E27FC236}">
                            <a16:creationId xmlns:a16="http://schemas.microsoft.com/office/drawing/2014/main" id="{E0240027-B419-7F7B-74A1-8BEC4BF9BC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816B749C-7730-0E48-E95C-A8C8BCCDD0C1}"/>
              </a:ext>
            </a:extLst>
          </p:cNvPr>
          <p:cNvSpPr>
            <a:spLocks noGrp="1"/>
          </p:cNvSpPr>
          <p:nvPr>
            <p:ph type="title"/>
          </p:nvPr>
        </p:nvSpPr>
        <p:spPr/>
        <p:txBody>
          <a:bodyPr vert="horz"/>
          <a:lstStyle/>
          <a:p>
            <a:r>
              <a:rPr lang="fr-FR"/>
              <a:t>Extrait de nos références</a:t>
            </a:r>
          </a:p>
        </p:txBody>
      </p:sp>
      <p:sp>
        <p:nvSpPr>
          <p:cNvPr id="3" name="Espace réservé du numéro de diapositive 2">
            <a:extLst>
              <a:ext uri="{FF2B5EF4-FFF2-40B4-BE49-F238E27FC236}">
                <a16:creationId xmlns:a16="http://schemas.microsoft.com/office/drawing/2014/main" id="{A6A28303-BA13-1BDE-A87F-458C8133D46D}"/>
              </a:ext>
            </a:extLst>
          </p:cNvPr>
          <p:cNvSpPr>
            <a:spLocks noGrp="1"/>
          </p:cNvSpPr>
          <p:nvPr>
            <p:ph type="sldNum" sz="quarter" idx="11"/>
          </p:nvPr>
        </p:nvSpPr>
        <p:spPr/>
        <p:txBody>
          <a:bodyPr/>
          <a:lstStyle/>
          <a:p>
            <a:fld id="{BE9517EC-C298-4848-B090-11602D956FCE}" type="slidenum">
              <a:rPr lang="fr-FR" smtClean="0"/>
              <a:pPr/>
              <a:t>13</a:t>
            </a:fld>
            <a:endParaRPr lang="fr-FR"/>
          </a:p>
        </p:txBody>
      </p:sp>
      <p:sp>
        <p:nvSpPr>
          <p:cNvPr id="4" name="Espace réservé du texte 3">
            <a:extLst>
              <a:ext uri="{FF2B5EF4-FFF2-40B4-BE49-F238E27FC236}">
                <a16:creationId xmlns:a16="http://schemas.microsoft.com/office/drawing/2014/main" id="{2D9E47AB-4CCB-FE19-0A0F-0F3C5814F2B7}"/>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5" name="Tableau 8">
            <a:extLst>
              <a:ext uri="{FF2B5EF4-FFF2-40B4-BE49-F238E27FC236}">
                <a16:creationId xmlns:a16="http://schemas.microsoft.com/office/drawing/2014/main" id="{CA659D41-EFBE-2DB8-2EF8-27CF870D460D}"/>
              </a:ext>
            </a:extLst>
          </p:cNvPr>
          <p:cNvGraphicFramePr>
            <a:graphicFrameLocks/>
          </p:cNvGraphicFramePr>
          <p:nvPr>
            <p:extLst>
              <p:ext uri="{D42A27DB-BD31-4B8C-83A1-F6EECF244321}">
                <p14:modId xmlns:p14="http://schemas.microsoft.com/office/powerpoint/2010/main" val="2261030182"/>
              </p:ext>
            </p:extLst>
          </p:nvPr>
        </p:nvGraphicFramePr>
        <p:xfrm>
          <a:off x="381000" y="1825625"/>
          <a:ext cx="11430002" cy="4007833"/>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pPr algn="ctr"/>
                      <a:r>
                        <a:rPr lang="fr-FR" sz="1400" b="1" noProof="0" dirty="0"/>
                        <a:t>Client </a:t>
                      </a:r>
                    </a:p>
                  </a:txBody>
                  <a:tcPr anchor="ctr">
                    <a:lnR w="12700" cap="flat" cmpd="sng" algn="ctr">
                      <a:solidFill>
                        <a:schemeClr val="bg1"/>
                      </a:solidFill>
                      <a:prstDash val="solid"/>
                      <a:round/>
                      <a:headEnd type="none" w="med" len="med"/>
                      <a:tailEnd type="none" w="med" len="med"/>
                    </a:lnR>
                    <a:lnB w="12700" cap="flat" cmpd="sng" algn="ctr">
                      <a:solidFill>
                        <a:schemeClr val="bg1">
                          <a:lumMod val="75000"/>
                        </a:schemeClr>
                      </a:solidFill>
                      <a:prstDash val="sysDash"/>
                      <a:round/>
                      <a:headEnd type="none" w="med" len="med"/>
                      <a:tailEnd type="none" w="med" len="med"/>
                    </a:lnB>
                  </a:tcPr>
                </a:tc>
                <a:tc>
                  <a:txBody>
                    <a:bodyPr/>
                    <a:lstStyle/>
                    <a:p>
                      <a:pPr algn="ctr"/>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75000"/>
                        </a:schemeClr>
                      </a:solidFill>
                      <a:prstDash val="sysDash"/>
                      <a:round/>
                      <a:headEnd type="none" w="med" len="med"/>
                      <a:tailEnd type="none" w="med" len="med"/>
                    </a:lnB>
                  </a:tcPr>
                </a:tc>
                <a:tc>
                  <a:txBody>
                    <a:bodyPr/>
                    <a:lstStyle/>
                    <a:p>
                      <a:pPr algn="ctr"/>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725442695"/>
                  </a:ext>
                </a:extLst>
              </a:tr>
              <a:tr h="81241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endParaRPr lang="fr-FR" sz="1100" kern="120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endParaRPr lang="fr-FR" sz="1100" kern="120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4249048149"/>
                  </a:ext>
                </a:extLst>
              </a:tr>
              <a:tr h="81241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endParaRPr lang="fr-FR" sz="1100" kern="1200" noProof="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endParaRPr lang="fr-FR" sz="1100" kern="1200" noProof="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078204035"/>
                  </a:ext>
                </a:extLst>
              </a:tr>
              <a:tr h="81241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Neuflize OBC</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noProof="0" dirty="0">
                          <a:solidFill>
                            <a:schemeClr val="tx1"/>
                          </a:solidFill>
                          <a:latin typeface="Arial" panose="020B0604020202020204" pitchFamily="34" charset="0"/>
                          <a:ea typeface="+mn-ea"/>
                          <a:cs typeface="Arial" panose="020B0604020202020204" pitchFamily="34" charset="0"/>
                        </a:rPr>
                        <a:t>Accompagnement au changement  </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b="0" kern="1200" noProof="0" dirty="0">
                          <a:solidFill>
                            <a:schemeClr val="dk1"/>
                          </a:solidFill>
                          <a:latin typeface="+mn-lt"/>
                          <a:ea typeface="+mn-ea"/>
                          <a:cs typeface="Arial"/>
                        </a:rPr>
                        <a:t>Pilotage, diagnostic de l’existant, recueil des besoin métiers, organisation sur le volet change</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b="0" kern="1200" noProof="0" dirty="0">
                          <a:solidFill>
                            <a:schemeClr val="dk1"/>
                          </a:solidFill>
                          <a:latin typeface="+mn-lt"/>
                          <a:ea typeface="+mn-ea"/>
                          <a:cs typeface="Arial"/>
                        </a:rPr>
                        <a:t>Co-construction d’un plan de formation/com à destination des équipes métiers et </a:t>
                      </a:r>
                      <a:r>
                        <a:rPr lang="fr-FR" sz="1100" b="0" i="0" kern="1200" noProof="0" dirty="0">
                          <a:solidFill>
                            <a:schemeClr val="dk1"/>
                          </a:solidFill>
                          <a:latin typeface="+mn-lt"/>
                          <a:ea typeface="+mn-ea"/>
                          <a:cs typeface="Arial"/>
                        </a:rPr>
                        <a:t>pilotage du déploiement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100" b="0" kern="1200" noProof="0" dirty="0">
                          <a:solidFill>
                            <a:schemeClr val="dk1"/>
                          </a:solidFill>
                          <a:latin typeface="+mn-lt"/>
                          <a:ea typeface="+mn-ea"/>
                          <a:cs typeface="Arial"/>
                        </a:rPr>
                        <a:t>Structuration des nouveaux processus, accompagnement des équipes, animation d’ateliers/restitution</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311555948"/>
                  </a:ext>
                </a:extLst>
              </a:tr>
              <a:tr h="1118757">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algn="l" fontAlgn="ctr"/>
                      <a:r>
                        <a:rPr lang="fr-FR" sz="1000" b="0" i="0" u="none" strike="noStrike" dirty="0">
                          <a:solidFill>
                            <a:srgbClr val="000000"/>
                          </a:solidFill>
                          <a:effectLst/>
                          <a:latin typeface="Arial" panose="020B0604020202020204" pitchFamily="34" charset="0"/>
                        </a:rPr>
                        <a:t>Le programme </a:t>
                      </a:r>
                      <a:r>
                        <a:rPr lang="fr-FR" sz="1000" b="0" i="0" u="none" strike="noStrike" dirty="0" err="1">
                          <a:solidFill>
                            <a:srgbClr val="000000"/>
                          </a:solidFill>
                          <a:effectLst/>
                          <a:latin typeface="Arial" panose="020B0604020202020204" pitchFamily="34" charset="0"/>
                        </a:rPr>
                        <a:t>Loanscape</a:t>
                      </a:r>
                      <a:r>
                        <a:rPr lang="fr-FR" sz="1000" b="0" i="0" u="none" strike="noStrike" dirty="0">
                          <a:solidFill>
                            <a:srgbClr val="000000"/>
                          </a:solidFill>
                          <a:effectLst/>
                          <a:latin typeface="Arial" panose="020B0604020202020204" pitchFamily="34" charset="0"/>
                        </a:rPr>
                        <a:t> s’inscrit dans le plan stratégique de développement de la banque de financement visant une  modernisation de ces activités par la transformation IT, l’optimisation des coûts et l’innovation dans la structuration et l’origination</a:t>
                      </a:r>
                    </a:p>
                  </a:txBody>
                  <a:tcPr marL="7620" marR="7620" marT="762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indent="0" algn="l" fontAlgn="t">
                        <a:buFont typeface="Arial" panose="020B0604020202020204" pitchFamily="34" charset="0"/>
                        <a:buNone/>
                      </a:pPr>
                      <a:r>
                        <a:rPr lang="fr-FR" sz="1100" b="0" i="0" u="sng" strike="noStrike" dirty="0">
                          <a:solidFill>
                            <a:srgbClr val="000000"/>
                          </a:solidFill>
                          <a:effectLst/>
                          <a:latin typeface="Arial" panose="020B0604020202020204" pitchFamily="34" charset="0"/>
                        </a:rPr>
                        <a:t>MISSION 1</a:t>
                      </a:r>
                      <a:endParaRPr lang="fr-FR" sz="1100" b="0" i="0" u="none" strike="noStrike" dirty="0">
                        <a:solidFill>
                          <a:srgbClr val="000000"/>
                        </a:solidFill>
                        <a:effectLst/>
                        <a:latin typeface="Arial" panose="020B0604020202020204" pitchFamily="34" charset="0"/>
                      </a:endParaRPr>
                    </a:p>
                    <a:p>
                      <a:pPr marL="171450" indent="-171450" algn="l" fontAlgn="t">
                        <a:buFont typeface="Arial" panose="020B0604020202020204" pitchFamily="34" charset="0"/>
                        <a:buChar char="•"/>
                      </a:pPr>
                      <a:r>
                        <a:rPr lang="fr-FR" sz="1100" b="0" i="0" u="none" strike="noStrike" dirty="0">
                          <a:solidFill>
                            <a:srgbClr val="000000"/>
                          </a:solidFill>
                          <a:effectLst/>
                          <a:latin typeface="Arial" panose="020B0604020202020204" pitchFamily="34" charset="0"/>
                        </a:rPr>
                        <a:t>Fournir un système intégré, modulaire et mondial pour gérer les clauses restrictives pour le financement des activités, à travers les secteurs d'activité SFI, DOD et ITB</a:t>
                      </a:r>
                    </a:p>
                    <a:p>
                      <a:pPr marL="171450" indent="-171450" algn="l" fontAlgn="t">
                        <a:buFont typeface="Arial" panose="020B0604020202020204" pitchFamily="34" charset="0"/>
                        <a:buChar char="•"/>
                      </a:pPr>
                      <a:r>
                        <a:rPr lang="fr-FR" sz="1100" b="0" i="0" u="none" strike="noStrike" dirty="0">
                          <a:solidFill>
                            <a:srgbClr val="000000"/>
                          </a:solidFill>
                          <a:effectLst/>
                          <a:latin typeface="Arial" panose="020B0604020202020204" pitchFamily="34" charset="0"/>
                        </a:rPr>
                        <a:t>Définir de nouvelles règles de nomenclature pour les covenants, afin de s'aligner sur l'évolution des besoins internes et externes (clients, régulateurs, risques, besoins financiers)</a:t>
                      </a:r>
                    </a:p>
                    <a:p>
                      <a:pPr marL="171450" indent="-171450" algn="l" fontAlgn="t">
                        <a:buFont typeface="Arial" panose="020B0604020202020204" pitchFamily="34" charset="0"/>
                        <a:buChar char="•"/>
                      </a:pPr>
                      <a:r>
                        <a:rPr lang="fr-FR" sz="1100" b="0" i="0" u="none" strike="noStrike" dirty="0">
                          <a:solidFill>
                            <a:srgbClr val="000000"/>
                          </a:solidFill>
                          <a:effectLst/>
                          <a:latin typeface="Arial" panose="020B0604020202020204" pitchFamily="34" charset="0"/>
                        </a:rPr>
                        <a:t>Participation au chantier </a:t>
                      </a:r>
                      <a:r>
                        <a:rPr lang="fr-FR" sz="1100" b="0" i="0" u="none" strike="noStrike" dirty="0" err="1">
                          <a:solidFill>
                            <a:srgbClr val="000000"/>
                          </a:solidFill>
                          <a:effectLst/>
                          <a:latin typeface="Arial" panose="020B0604020202020204" pitchFamily="34" charset="0"/>
                        </a:rPr>
                        <a:t>Mitigant</a:t>
                      </a:r>
                      <a:r>
                        <a:rPr lang="fr-FR" sz="1100" b="0" i="0" u="none" strike="noStrike" dirty="0">
                          <a:solidFill>
                            <a:srgbClr val="000000"/>
                          </a:solidFill>
                          <a:effectLst/>
                          <a:latin typeface="Arial" panose="020B0604020202020204" pitchFamily="34" charset="0"/>
                        </a:rPr>
                        <a:t> et </a:t>
                      </a:r>
                      <a:r>
                        <a:rPr lang="fr-FR" sz="1100" b="0" i="0" u="none" strike="noStrike" dirty="0" err="1">
                          <a:solidFill>
                            <a:srgbClr val="000000"/>
                          </a:solidFill>
                          <a:effectLst/>
                          <a:latin typeface="Arial" panose="020B0604020202020204" pitchFamily="34" charset="0"/>
                        </a:rPr>
                        <a:t>Waiver</a:t>
                      </a:r>
                      <a:endParaRPr lang="fr-FR" sz="1100" b="0" i="0" u="none" strike="noStrike" dirty="0">
                        <a:solidFill>
                          <a:srgbClr val="000000"/>
                        </a:solidFill>
                        <a:effectLst/>
                        <a:latin typeface="Arial" panose="020B0604020202020204" pitchFamily="34" charset="0"/>
                      </a:endParaRPr>
                    </a:p>
                  </a:txBody>
                  <a:tcPr marL="7620" marR="7620" marT="7620" marB="0">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852353690"/>
                  </a:ext>
                </a:extLst>
              </a:tr>
            </a:tbl>
          </a:graphicData>
        </a:graphic>
      </p:graphicFrame>
      <p:pic>
        <p:nvPicPr>
          <p:cNvPr id="6" name="Image 5" descr="Une image contenant texte, Police, logo, Graphique&#10;&#10;Description générée automatiquement">
            <a:extLst>
              <a:ext uri="{FF2B5EF4-FFF2-40B4-BE49-F238E27FC236}">
                <a16:creationId xmlns:a16="http://schemas.microsoft.com/office/drawing/2014/main" id="{81E0F9BB-4F7A-4C1A-72E4-649D44ABC2D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8739" y="3844878"/>
            <a:ext cx="1329267" cy="460931"/>
          </a:xfrm>
          <a:prstGeom prst="rect">
            <a:avLst/>
          </a:prstGeom>
        </p:spPr>
      </p:pic>
      <p:pic>
        <p:nvPicPr>
          <p:cNvPr id="7" name="Image 6">
            <a:extLst>
              <a:ext uri="{FF2B5EF4-FFF2-40B4-BE49-F238E27FC236}">
                <a16:creationId xmlns:a16="http://schemas.microsoft.com/office/drawing/2014/main" id="{08E90D95-F5D2-A1F2-3A6E-0FE35BB7EF69}"/>
              </a:ext>
            </a:extLst>
          </p:cNvPr>
          <p:cNvPicPr>
            <a:picLocks noChangeAspect="1"/>
          </p:cNvPicPr>
          <p:nvPr/>
        </p:nvPicPr>
        <p:blipFill>
          <a:blip r:embed="rId6"/>
          <a:stretch>
            <a:fillRect/>
          </a:stretch>
        </p:blipFill>
        <p:spPr>
          <a:xfrm>
            <a:off x="380995" y="4871745"/>
            <a:ext cx="1580204" cy="393525"/>
          </a:xfrm>
          <a:prstGeom prst="rect">
            <a:avLst/>
          </a:prstGeom>
        </p:spPr>
      </p:pic>
    </p:spTree>
    <p:extLst>
      <p:ext uri="{BB962C8B-B14F-4D97-AF65-F5344CB8AC3E}">
        <p14:creationId xmlns:p14="http://schemas.microsoft.com/office/powerpoint/2010/main" val="37720568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E0240027-B419-7F7B-74A1-8BEC4BF9BCF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0" imgH="501" progId="TCLayout.ActiveDocument.1">
                  <p:embed/>
                </p:oleObj>
              </mc:Choice>
              <mc:Fallback>
                <p:oleObj name="think-cell Slide" r:id="rId3" imgW="500" imgH="501" progId="TCLayout.ActiveDocument.1">
                  <p:embed/>
                  <p:pic>
                    <p:nvPicPr>
                      <p:cNvPr id="10" name="think-cell data - do not delete" hidden="1">
                        <a:extLst>
                          <a:ext uri="{FF2B5EF4-FFF2-40B4-BE49-F238E27FC236}">
                            <a16:creationId xmlns:a16="http://schemas.microsoft.com/office/drawing/2014/main" id="{E0240027-B419-7F7B-74A1-8BEC4BF9BC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816B749C-7730-0E48-E95C-A8C8BCCDD0C1}"/>
              </a:ext>
            </a:extLst>
          </p:cNvPr>
          <p:cNvSpPr>
            <a:spLocks noGrp="1"/>
          </p:cNvSpPr>
          <p:nvPr>
            <p:ph type="title"/>
          </p:nvPr>
        </p:nvSpPr>
        <p:spPr/>
        <p:txBody>
          <a:bodyPr vert="horz"/>
          <a:lstStyle/>
          <a:p>
            <a:r>
              <a:rPr lang="fr-FR"/>
              <a:t>Extrait de nos références</a:t>
            </a:r>
          </a:p>
        </p:txBody>
      </p:sp>
      <p:sp>
        <p:nvSpPr>
          <p:cNvPr id="3" name="Espace réservé du numéro de diapositive 2">
            <a:extLst>
              <a:ext uri="{FF2B5EF4-FFF2-40B4-BE49-F238E27FC236}">
                <a16:creationId xmlns:a16="http://schemas.microsoft.com/office/drawing/2014/main" id="{A6A28303-BA13-1BDE-A87F-458C8133D46D}"/>
              </a:ext>
            </a:extLst>
          </p:cNvPr>
          <p:cNvSpPr>
            <a:spLocks noGrp="1"/>
          </p:cNvSpPr>
          <p:nvPr>
            <p:ph type="sldNum" sz="quarter" idx="11"/>
          </p:nvPr>
        </p:nvSpPr>
        <p:spPr/>
        <p:txBody>
          <a:bodyPr/>
          <a:lstStyle/>
          <a:p>
            <a:fld id="{BE9517EC-C298-4848-B090-11602D956FCE}" type="slidenum">
              <a:rPr lang="fr-FR" smtClean="0"/>
              <a:pPr/>
              <a:t>14</a:t>
            </a:fld>
            <a:endParaRPr lang="fr-FR"/>
          </a:p>
        </p:txBody>
      </p:sp>
      <p:sp>
        <p:nvSpPr>
          <p:cNvPr id="4" name="Espace réservé du texte 3">
            <a:extLst>
              <a:ext uri="{FF2B5EF4-FFF2-40B4-BE49-F238E27FC236}">
                <a16:creationId xmlns:a16="http://schemas.microsoft.com/office/drawing/2014/main" id="{2D9E47AB-4CCB-FE19-0A0F-0F3C5814F2B7}"/>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5" name="Tableau 8">
            <a:extLst>
              <a:ext uri="{FF2B5EF4-FFF2-40B4-BE49-F238E27FC236}">
                <a16:creationId xmlns:a16="http://schemas.microsoft.com/office/drawing/2014/main" id="{CA659D41-EFBE-2DB8-2EF8-27CF870D460D}"/>
              </a:ext>
            </a:extLst>
          </p:cNvPr>
          <p:cNvGraphicFramePr>
            <a:graphicFrameLocks/>
          </p:cNvGraphicFramePr>
          <p:nvPr>
            <p:extLst>
              <p:ext uri="{D42A27DB-BD31-4B8C-83A1-F6EECF244321}">
                <p14:modId xmlns:p14="http://schemas.microsoft.com/office/powerpoint/2010/main" val="1952714330"/>
              </p:ext>
            </p:extLst>
          </p:nvPr>
        </p:nvGraphicFramePr>
        <p:xfrm>
          <a:off x="381000" y="1825625"/>
          <a:ext cx="11430002" cy="4225498"/>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pPr algn="ctr"/>
                      <a:r>
                        <a:rPr lang="fr-FR" sz="1400" b="1" noProof="0" dirty="0"/>
                        <a:t>Client</a:t>
                      </a:r>
                    </a:p>
                  </a:txBody>
                  <a:tcPr anchor="ctr">
                    <a:lnR w="12700" cap="flat" cmpd="sng" algn="ctr">
                      <a:solidFill>
                        <a:schemeClr val="bg1"/>
                      </a:solidFill>
                      <a:prstDash val="solid"/>
                      <a:round/>
                      <a:headEnd type="none" w="med" len="med"/>
                      <a:tailEnd type="none" w="med" len="med"/>
                    </a:lnR>
                    <a:lnB w="12700" cap="flat" cmpd="sng" algn="ctr">
                      <a:solidFill>
                        <a:schemeClr val="bg1">
                          <a:lumMod val="75000"/>
                        </a:schemeClr>
                      </a:solidFill>
                      <a:prstDash val="sysDash"/>
                      <a:round/>
                      <a:headEnd type="none" w="med" len="med"/>
                      <a:tailEnd type="none" w="med" len="med"/>
                    </a:lnB>
                  </a:tcPr>
                </a:tc>
                <a:tc>
                  <a:txBody>
                    <a:bodyPr/>
                    <a:lstStyle/>
                    <a:p>
                      <a:pPr algn="ctr"/>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75000"/>
                        </a:schemeClr>
                      </a:solidFill>
                      <a:prstDash val="sysDash"/>
                      <a:round/>
                      <a:headEnd type="none" w="med" len="med"/>
                      <a:tailEnd type="none" w="med" len="med"/>
                    </a:lnB>
                  </a:tcPr>
                </a:tc>
                <a:tc>
                  <a:txBody>
                    <a:bodyPr/>
                    <a:lstStyle/>
                    <a:p>
                      <a:pPr algn="ctr"/>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725442695"/>
                  </a:ext>
                </a:extLst>
              </a:tr>
              <a:tr h="812413">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Pernod Ricard</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r>
                        <a:rPr lang="fr-FR" sz="1100" kern="1200" dirty="0">
                          <a:solidFill>
                            <a:schemeClr val="tx1"/>
                          </a:solidFill>
                          <a:latin typeface="Arial" panose="020B0604020202020204" pitchFamily="34" charset="0"/>
                          <a:ea typeface="+mn-ea"/>
                          <a:cs typeface="Arial" panose="020B0604020202020204" pitchFamily="34" charset="0"/>
                        </a:rPr>
                        <a:t>Suivi et optimisation du processus de consolidation budgétaire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90000"/>
                        </a:lnSpc>
                        <a:spcBef>
                          <a:spcPts val="300"/>
                        </a:spcBef>
                        <a:spcAft>
                          <a:spcPts val="100"/>
                        </a:spcAft>
                        <a:buClr>
                          <a:schemeClr val="accent1"/>
                        </a:buClr>
                        <a:buSzPct val="100000"/>
                        <a:buFont typeface="Arial"/>
                        <a:buNone/>
                        <a:tabLst>
                          <a:tab pos="177800" algn="l"/>
                        </a:tabLst>
                        <a:defRPr/>
                      </a:pPr>
                      <a:r>
                        <a:rPr lang="fr-FR" sz="1100" i="1" u="sng" kern="1200" dirty="0">
                          <a:solidFill>
                            <a:schemeClr val="dk1"/>
                          </a:solidFill>
                          <a:latin typeface="+mn-lt"/>
                          <a:ea typeface="+mn-ea"/>
                          <a:cs typeface="Arial"/>
                        </a:rPr>
                        <a:t>Coordination et amélioration des cycles budgétaires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Budget/</a:t>
                      </a:r>
                      <a:r>
                        <a:rPr lang="fr-FR" sz="1000" kern="1200" dirty="0" err="1">
                          <a:solidFill>
                            <a:schemeClr val="dk1"/>
                          </a:solidFill>
                          <a:latin typeface="+mn-lt"/>
                          <a:ea typeface="+mn-ea"/>
                          <a:cs typeface="Arial"/>
                        </a:rPr>
                        <a:t>Forecast</a:t>
                      </a:r>
                      <a:r>
                        <a:rPr lang="fr-FR" sz="1000" kern="1200" dirty="0">
                          <a:solidFill>
                            <a:schemeClr val="dk1"/>
                          </a:solidFill>
                          <a:latin typeface="+mn-lt"/>
                          <a:ea typeface="+mn-ea"/>
                          <a:cs typeface="Arial"/>
                        </a:rPr>
                        <a:t> : Construction du budget en début d’année fiscale et revue trimestrielle (</a:t>
                      </a:r>
                      <a:r>
                        <a:rPr lang="fr-FR" sz="1000" kern="1200" dirty="0" err="1">
                          <a:solidFill>
                            <a:schemeClr val="dk1"/>
                          </a:solidFill>
                          <a:latin typeface="+mn-lt"/>
                          <a:ea typeface="+mn-ea"/>
                          <a:cs typeface="Arial"/>
                        </a:rPr>
                        <a:t>forecast</a:t>
                      </a:r>
                      <a:r>
                        <a:rPr lang="fr-FR" sz="1000" kern="1200" dirty="0">
                          <a:solidFill>
                            <a:schemeClr val="dk1"/>
                          </a:solidFill>
                          <a:latin typeface="+mn-lt"/>
                          <a:ea typeface="+mn-ea"/>
                          <a:cs typeface="Arial"/>
                        </a:rPr>
                        <a:t>)</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Collecte des données essentielles OPEX &amp; CAPEX</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Suivi de la refacturation intra groupe.</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err="1">
                          <a:solidFill>
                            <a:schemeClr val="dk1"/>
                          </a:solidFill>
                          <a:latin typeface="+mn-lt"/>
                          <a:ea typeface="+mn-ea"/>
                          <a:cs typeface="Arial"/>
                        </a:rPr>
                        <a:t>Monthly</a:t>
                      </a:r>
                      <a:r>
                        <a:rPr lang="fr-FR" sz="1000" kern="1200" dirty="0">
                          <a:solidFill>
                            <a:schemeClr val="dk1"/>
                          </a:solidFill>
                          <a:latin typeface="+mn-lt"/>
                          <a:ea typeface="+mn-ea"/>
                          <a:cs typeface="Arial"/>
                        </a:rPr>
                        <a:t> </a:t>
                      </a:r>
                      <a:r>
                        <a:rPr lang="fr-FR" sz="1000" kern="1200" dirty="0" err="1">
                          <a:solidFill>
                            <a:schemeClr val="dk1"/>
                          </a:solidFill>
                          <a:latin typeface="+mn-lt"/>
                          <a:ea typeface="+mn-ea"/>
                          <a:cs typeface="Arial"/>
                        </a:rPr>
                        <a:t>reporting</a:t>
                      </a:r>
                      <a:r>
                        <a:rPr lang="fr-FR" sz="1000" kern="1200" dirty="0">
                          <a:solidFill>
                            <a:schemeClr val="dk1"/>
                          </a:solidFill>
                          <a:latin typeface="+mn-lt"/>
                          <a:ea typeface="+mn-ea"/>
                          <a:cs typeface="Arial"/>
                        </a:rPr>
                        <a:t> : remontée mensuelle des dépenses IT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Contrôle de la qualité des données reçues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Alimentation du support de </a:t>
                      </a:r>
                      <a:r>
                        <a:rPr lang="fr-FR" sz="1000" kern="1200" dirty="0" err="1">
                          <a:solidFill>
                            <a:schemeClr val="dk1"/>
                          </a:solidFill>
                          <a:latin typeface="+mn-lt"/>
                          <a:ea typeface="+mn-ea"/>
                          <a:cs typeface="Arial"/>
                        </a:rPr>
                        <a:t>reporting</a:t>
                      </a:r>
                      <a:endParaRPr lang="fr-FR" sz="1000" kern="1200" dirty="0">
                        <a:solidFill>
                          <a:schemeClr val="dk1"/>
                        </a:solidFill>
                        <a:latin typeface="+mn-lt"/>
                        <a:ea typeface="+mn-ea"/>
                        <a:cs typeface="Arial"/>
                      </a:endParaRP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Suivi de KPI clés (qualité des données envoyés à l’IT, délais de soumissions, écarts potentiels…)</a:t>
                      </a:r>
                    </a:p>
                    <a:p>
                      <a:pPr marL="0" marR="0" lvl="0" indent="0" algn="l" defTabSz="914400" rtl="0" eaLnBrk="1" fontAlgn="auto" latinLnBrk="0" hangingPunct="1">
                        <a:lnSpc>
                          <a:spcPct val="90000"/>
                        </a:lnSpc>
                        <a:spcBef>
                          <a:spcPts val="300"/>
                        </a:spcBef>
                        <a:spcAft>
                          <a:spcPts val="100"/>
                        </a:spcAft>
                        <a:buClr>
                          <a:schemeClr val="accent1"/>
                        </a:buClr>
                        <a:buSzPct val="100000"/>
                        <a:buFont typeface="Arial"/>
                        <a:buNone/>
                        <a:tabLst>
                          <a:tab pos="177800" algn="l"/>
                        </a:tabLst>
                        <a:defRPr/>
                      </a:pPr>
                      <a:r>
                        <a:rPr lang="fr-FR" sz="1100" i="1" u="sng" kern="1200" dirty="0">
                          <a:solidFill>
                            <a:schemeClr val="dk1"/>
                          </a:solidFill>
                          <a:latin typeface="+mn-lt"/>
                          <a:ea typeface="+mn-ea"/>
                          <a:cs typeface="Arial"/>
                        </a:rPr>
                        <a:t>Pilotage des initiatives et projets digitaux du groupe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Maintien de la solution API développée par le </a:t>
                      </a:r>
                      <a:r>
                        <a:rPr lang="fr-FR" sz="1000" kern="1200" dirty="0" err="1">
                          <a:solidFill>
                            <a:schemeClr val="dk1"/>
                          </a:solidFill>
                          <a:latin typeface="+mn-lt"/>
                          <a:ea typeface="+mn-ea"/>
                          <a:cs typeface="Arial"/>
                        </a:rPr>
                        <a:t>CoE</a:t>
                      </a:r>
                      <a:r>
                        <a:rPr lang="fr-FR" sz="1000" kern="1200" dirty="0">
                          <a:solidFill>
                            <a:schemeClr val="dk1"/>
                          </a:solidFill>
                          <a:latin typeface="+mn-lt"/>
                          <a:ea typeface="+mn-ea"/>
                          <a:cs typeface="Arial"/>
                        </a:rPr>
                        <a:t> Back Office du groupe nécessaire à l’envoi automatique des dépenses IT réalisées chaque mois.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Investigation des erreurs d’alimentation des données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Participation à la comitologie du groupe</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Amélioration continue de la structure de coûts dans chacune des filiales pour refléter la nouvelle organisation PR, et mieux suivre les coûts IT </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Formation des financiers locaux aux nouvelles méthodes de suivis</a:t>
                      </a:r>
                    </a:p>
                    <a:p>
                      <a:pPr marL="176213" marR="0" lvl="0" indent="-176213" algn="l" defTabSz="914400" rtl="0" eaLnBrk="1" fontAlgn="auto" latinLnBrk="0" hangingPunct="1">
                        <a:lnSpc>
                          <a:spcPct val="90000"/>
                        </a:lnSpc>
                        <a:spcBef>
                          <a:spcPts val="300"/>
                        </a:spcBef>
                        <a:spcAft>
                          <a:spcPts val="100"/>
                        </a:spcAft>
                        <a:buClr>
                          <a:schemeClr val="accent1"/>
                        </a:buClr>
                        <a:buSzPct val="100000"/>
                        <a:buFont typeface="Arial"/>
                        <a:buChar char="•"/>
                        <a:tabLst>
                          <a:tab pos="177800" algn="l"/>
                        </a:tabLst>
                        <a:defRPr/>
                      </a:pPr>
                      <a:r>
                        <a:rPr lang="fr-FR" sz="1000" kern="1200" dirty="0">
                          <a:solidFill>
                            <a:schemeClr val="dk1"/>
                          </a:solidFill>
                          <a:latin typeface="+mn-lt"/>
                          <a:ea typeface="+mn-ea"/>
                          <a:cs typeface="Arial"/>
                        </a:rPr>
                        <a:t>Accompagnement dans le déploiement local (configuration des ERP, de l’API).</a:t>
                      </a: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4249048149"/>
                  </a:ext>
                </a:extLst>
              </a:tr>
              <a:tr h="746876">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557240" rtl="0" eaLnBrk="1" fontAlgn="auto" latinLnBrk="0" hangingPunct="1">
                        <a:lnSpc>
                          <a:spcPct val="100000"/>
                        </a:lnSpc>
                        <a:spcBef>
                          <a:spcPts val="0"/>
                        </a:spcBef>
                        <a:spcAft>
                          <a:spcPts val="0"/>
                        </a:spcAft>
                        <a:buClrTx/>
                        <a:buSzTx/>
                        <a:buFontTx/>
                        <a:buNone/>
                        <a:tabLst/>
                        <a:defRPr/>
                      </a:pPr>
                      <a:endParaRPr lang="fr-FR" sz="1100" b="0" i="0" u="none" strike="noStrike">
                        <a:solidFill>
                          <a:srgbClr val="000000"/>
                        </a:solidFill>
                        <a:effectLst/>
                        <a:latin typeface="Arial" panose="020B060402020202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90000"/>
                        </a:lnSpc>
                        <a:spcBef>
                          <a:spcPts val="300"/>
                        </a:spcBef>
                        <a:spcAft>
                          <a:spcPts val="100"/>
                        </a:spcAft>
                        <a:buClr>
                          <a:schemeClr val="accent1"/>
                        </a:buClr>
                        <a:buSzPct val="100000"/>
                        <a:buFont typeface="Arial"/>
                        <a:buNone/>
                        <a:tabLst>
                          <a:tab pos="177800" algn="l"/>
                        </a:tabLst>
                        <a:defRPr/>
                      </a:pPr>
                      <a:endParaRPr lang="fr-FR" sz="1100" kern="1200" dirty="0">
                        <a:solidFill>
                          <a:schemeClr val="dk1"/>
                        </a:solidFill>
                        <a:latin typeface="+mn-lt"/>
                        <a:ea typeface="+mn-ea"/>
                        <a:cs typeface="Arial"/>
                      </a:endParaRPr>
                    </a:p>
                  </a:txBody>
                  <a:tcPr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125027618"/>
                  </a:ext>
                </a:extLst>
              </a:tr>
            </a:tbl>
          </a:graphicData>
        </a:graphic>
      </p:graphicFrame>
      <p:pic>
        <p:nvPicPr>
          <p:cNvPr id="17" name="Picture 2" descr="pernod ricard logo - Tournaire">
            <a:extLst>
              <a:ext uri="{FF2B5EF4-FFF2-40B4-BE49-F238E27FC236}">
                <a16:creationId xmlns:a16="http://schemas.microsoft.com/office/drawing/2014/main" id="{0D7EF531-C6B1-EE15-BAE7-66D4CEF1FB4F}"/>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3880" t="22607" r="12040"/>
          <a:stretch/>
        </p:blipFill>
        <p:spPr bwMode="auto">
          <a:xfrm>
            <a:off x="718747" y="3429000"/>
            <a:ext cx="1225383" cy="5877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05830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E0240027-B419-7F7B-74A1-8BEC4BF9BCF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0" imgH="501" progId="TCLayout.ActiveDocument.1">
                  <p:embed/>
                </p:oleObj>
              </mc:Choice>
              <mc:Fallback>
                <p:oleObj name="think-cell Slide" r:id="rId3" imgW="500" imgH="501" progId="TCLayout.ActiveDocument.1">
                  <p:embed/>
                  <p:pic>
                    <p:nvPicPr>
                      <p:cNvPr id="10" name="think-cell data - do not delete" hidden="1">
                        <a:extLst>
                          <a:ext uri="{FF2B5EF4-FFF2-40B4-BE49-F238E27FC236}">
                            <a16:creationId xmlns:a16="http://schemas.microsoft.com/office/drawing/2014/main" id="{E0240027-B419-7F7B-74A1-8BEC4BF9BC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816B749C-7730-0E48-E95C-A8C8BCCDD0C1}"/>
              </a:ext>
            </a:extLst>
          </p:cNvPr>
          <p:cNvSpPr>
            <a:spLocks noGrp="1"/>
          </p:cNvSpPr>
          <p:nvPr>
            <p:ph type="title"/>
          </p:nvPr>
        </p:nvSpPr>
        <p:spPr/>
        <p:txBody>
          <a:bodyPr vert="horz"/>
          <a:lstStyle/>
          <a:p>
            <a:r>
              <a:rPr lang="fr-FR"/>
              <a:t>Extrait de nos références</a:t>
            </a:r>
          </a:p>
        </p:txBody>
      </p:sp>
      <p:sp>
        <p:nvSpPr>
          <p:cNvPr id="3" name="Espace réservé du numéro de diapositive 2">
            <a:extLst>
              <a:ext uri="{FF2B5EF4-FFF2-40B4-BE49-F238E27FC236}">
                <a16:creationId xmlns:a16="http://schemas.microsoft.com/office/drawing/2014/main" id="{A6A28303-BA13-1BDE-A87F-458C8133D46D}"/>
              </a:ext>
            </a:extLst>
          </p:cNvPr>
          <p:cNvSpPr>
            <a:spLocks noGrp="1"/>
          </p:cNvSpPr>
          <p:nvPr>
            <p:ph type="sldNum" sz="quarter" idx="11"/>
          </p:nvPr>
        </p:nvSpPr>
        <p:spPr/>
        <p:txBody>
          <a:bodyPr/>
          <a:lstStyle/>
          <a:p>
            <a:fld id="{BE9517EC-C298-4848-B090-11602D956FCE}" type="slidenum">
              <a:rPr lang="fr-FR" smtClean="0"/>
              <a:pPr/>
              <a:t>15</a:t>
            </a:fld>
            <a:endParaRPr lang="fr-FR"/>
          </a:p>
        </p:txBody>
      </p:sp>
      <p:sp>
        <p:nvSpPr>
          <p:cNvPr id="4" name="Espace réservé du texte 3">
            <a:extLst>
              <a:ext uri="{FF2B5EF4-FFF2-40B4-BE49-F238E27FC236}">
                <a16:creationId xmlns:a16="http://schemas.microsoft.com/office/drawing/2014/main" id="{2D9E47AB-4CCB-FE19-0A0F-0F3C5814F2B7}"/>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5" name="Tableau 8">
            <a:extLst>
              <a:ext uri="{FF2B5EF4-FFF2-40B4-BE49-F238E27FC236}">
                <a16:creationId xmlns:a16="http://schemas.microsoft.com/office/drawing/2014/main" id="{CA659D41-EFBE-2DB8-2EF8-27CF870D460D}"/>
              </a:ext>
            </a:extLst>
          </p:cNvPr>
          <p:cNvGraphicFramePr>
            <a:graphicFrameLocks/>
          </p:cNvGraphicFramePr>
          <p:nvPr>
            <p:extLst>
              <p:ext uri="{D42A27DB-BD31-4B8C-83A1-F6EECF244321}">
                <p14:modId xmlns:p14="http://schemas.microsoft.com/office/powerpoint/2010/main" val="485550849"/>
              </p:ext>
            </p:extLst>
          </p:nvPr>
        </p:nvGraphicFramePr>
        <p:xfrm>
          <a:off x="381000" y="1825625"/>
          <a:ext cx="11430002" cy="4064430"/>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pPr algn="ctr"/>
                      <a:r>
                        <a:rPr lang="fr-FR" sz="1400" b="1" noProof="0"/>
                        <a:t>Client</a:t>
                      </a:r>
                    </a:p>
                  </a:txBody>
                  <a:tcPr anchor="ctr">
                    <a:lnR w="12700" cap="flat" cmpd="sng" algn="ctr">
                      <a:solidFill>
                        <a:schemeClr val="bg1"/>
                      </a:solidFill>
                      <a:prstDash val="solid"/>
                      <a:round/>
                      <a:headEnd type="none" w="med" len="med"/>
                      <a:tailEnd type="none" w="med" len="med"/>
                    </a:lnR>
                    <a:lnB w="12700" cap="flat" cmpd="sng" algn="ctr">
                      <a:solidFill>
                        <a:schemeClr val="bg1">
                          <a:lumMod val="75000"/>
                        </a:schemeClr>
                      </a:solidFill>
                      <a:prstDash val="sysDash"/>
                      <a:round/>
                      <a:headEnd type="none" w="med" len="med"/>
                      <a:tailEnd type="none" w="med" len="med"/>
                    </a:lnB>
                  </a:tcPr>
                </a:tc>
                <a:tc>
                  <a:txBody>
                    <a:bodyPr/>
                    <a:lstStyle/>
                    <a:p>
                      <a:pPr algn="ctr"/>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75000"/>
                        </a:schemeClr>
                      </a:solidFill>
                      <a:prstDash val="sysDash"/>
                      <a:round/>
                      <a:headEnd type="none" w="med" len="med"/>
                      <a:tailEnd type="none" w="med" len="med"/>
                    </a:lnB>
                  </a:tcPr>
                </a:tc>
                <a:tc>
                  <a:txBody>
                    <a:bodyPr/>
                    <a:lstStyle/>
                    <a:p>
                      <a:pPr algn="ctr"/>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725442695"/>
                  </a:ext>
                </a:extLst>
              </a:tr>
              <a:tr h="1144442">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Malakoff Humanis</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algn="l" fontAlgn="ctr"/>
                      <a:r>
                        <a:rPr lang="fr-FR" sz="1100" b="0" i="0" u="none" strike="noStrike" dirty="0">
                          <a:solidFill>
                            <a:srgbClr val="000000"/>
                          </a:solidFill>
                          <a:effectLst/>
                          <a:latin typeface="Arial" panose="020B0604020202020204" pitchFamily="34" charset="0"/>
                        </a:rPr>
                        <a:t>Industrialisation d’un modèle de ciblage des prestations indûment payées et d’un score prédictif de la vulnérabilité des entreprises</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algn="l" fontAlgn="t"/>
                      <a:r>
                        <a:rPr lang="fr-FR" sz="1100" b="0" i="0" u="none" strike="noStrike" dirty="0">
                          <a:solidFill>
                            <a:srgbClr val="000000"/>
                          </a:solidFill>
                          <a:effectLst/>
                          <a:latin typeface="Arial" panose="020B0604020202020204" pitchFamily="34" charset="0"/>
                        </a:rPr>
                        <a:t>• Coordination des travaux de fiabilisation et d’industrialisation des modèles et des flux</a:t>
                      </a:r>
                      <a:br>
                        <a:rPr lang="fr-FR" sz="1100" b="0" i="0" u="none" strike="noStrike" dirty="0">
                          <a:solidFill>
                            <a:srgbClr val="000000"/>
                          </a:solidFill>
                          <a:effectLst/>
                          <a:latin typeface="Arial" panose="020B0604020202020204" pitchFamily="34" charset="0"/>
                        </a:rPr>
                      </a:br>
                      <a:r>
                        <a:rPr lang="fr-FR" sz="1100" b="0" i="0" u="none" strike="noStrike" dirty="0">
                          <a:solidFill>
                            <a:srgbClr val="000000"/>
                          </a:solidFill>
                          <a:effectLst/>
                          <a:latin typeface="Arial" panose="020B0604020202020204" pitchFamily="34" charset="0"/>
                        </a:rPr>
                        <a:t>• Accompagnement des métiers dans la préparation des campagnes de recouvrement d’indus, dans l’utilisation des outils déployés et dans le pilotage de l’activité opérationnelle</a:t>
                      </a:r>
                      <a:br>
                        <a:rPr lang="fr-FR" sz="1100" b="0" i="0" u="none" strike="noStrike" dirty="0">
                          <a:solidFill>
                            <a:srgbClr val="000000"/>
                          </a:solidFill>
                          <a:effectLst/>
                          <a:latin typeface="Arial" panose="020B0604020202020204" pitchFamily="34" charset="0"/>
                        </a:rPr>
                      </a:br>
                      <a:r>
                        <a:rPr lang="fr-FR" sz="1100" b="0" i="0" u="none" strike="noStrike" dirty="0">
                          <a:solidFill>
                            <a:srgbClr val="000000"/>
                          </a:solidFill>
                          <a:effectLst/>
                          <a:latin typeface="Arial" panose="020B0604020202020204" pitchFamily="34" charset="0"/>
                        </a:rPr>
                        <a:t>• Design, spécification et livraison d’un formulaire accessible depuis l’Espace Client Particulier</a:t>
                      </a:r>
                      <a:br>
                        <a:rPr lang="fr-FR" sz="1100" b="0" i="0" u="none" strike="noStrike" dirty="0">
                          <a:solidFill>
                            <a:srgbClr val="000000"/>
                          </a:solidFill>
                          <a:effectLst/>
                          <a:latin typeface="Arial" panose="020B0604020202020204" pitchFamily="34" charset="0"/>
                        </a:rPr>
                      </a:br>
                      <a:r>
                        <a:rPr lang="fr-FR" sz="1100" b="0" i="0" u="none" strike="noStrike" dirty="0">
                          <a:solidFill>
                            <a:srgbClr val="000000"/>
                          </a:solidFill>
                          <a:effectLst/>
                          <a:latin typeface="Arial" panose="020B0604020202020204" pitchFamily="34" charset="0"/>
                        </a:rPr>
                        <a:t>• Réalisation de la documentation des deux projets (participation à un audit Positive AI)</a:t>
                      </a:r>
                    </a:p>
                  </a:txBody>
                  <a:tcPr marL="0" marR="0" marT="0" marB="0"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4249048149"/>
                  </a:ext>
                </a:extLst>
              </a:tr>
              <a:tr h="1301579">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dirty="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algn="l" fontAlgn="ctr"/>
                      <a:endParaRPr lang="fr-FR" sz="1100" b="0" i="0" u="none" strike="noStrike" dirty="0">
                        <a:solidFill>
                          <a:srgbClr val="000000"/>
                        </a:solidFill>
                        <a:effectLst/>
                        <a:latin typeface="Arial" panose="020B0604020202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R="0" lvl="0" algn="l" defTabSz="914400" rtl="0" eaLnBrk="1" fontAlgn="auto" latinLnBrk="0" hangingPunct="1">
                        <a:lnSpc>
                          <a:spcPct val="110000"/>
                        </a:lnSpc>
                        <a:spcAft>
                          <a:spcPts val="0"/>
                        </a:spcAft>
                        <a:buClr>
                          <a:srgbClr val="313F4F"/>
                        </a:buClr>
                        <a:buSzPts val="1000"/>
                        <a:tabLst/>
                        <a:defRPr/>
                      </a:pPr>
                      <a:endParaRPr lang="fr-FR" sz="1100" b="1" dirty="0">
                        <a:solidFill>
                          <a:srgbClr val="000000"/>
                        </a:solidFill>
                        <a:latin typeface="+mn-lt"/>
                        <a:sym typeface="Arial"/>
                      </a:endParaRPr>
                    </a:p>
                  </a:txBody>
                  <a:tcPr marL="0" marR="0" marT="0" marB="0"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125027618"/>
                  </a:ext>
                </a:extLst>
              </a:tr>
              <a:tr h="1301579">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algn="l" fontAlgn="ctr"/>
                      <a:endParaRPr lang="fr-FR" sz="1100" b="0" i="0" u="none" strike="noStrike">
                        <a:solidFill>
                          <a:srgbClr val="000000"/>
                        </a:solidFill>
                        <a:effectLst/>
                        <a:latin typeface="Arial" panose="020B0604020202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1450" marR="0" lvl="0" indent="-171450" algn="l" defTabSz="914400" rtl="0" eaLnBrk="1" fontAlgn="auto" latinLnBrk="0" hangingPunct="1">
                        <a:lnSpc>
                          <a:spcPct val="110000"/>
                        </a:lnSpc>
                        <a:spcAft>
                          <a:spcPts val="0"/>
                        </a:spcAft>
                        <a:buClr>
                          <a:srgbClr val="313F4F"/>
                        </a:buClr>
                        <a:buSzPts val="1000"/>
                        <a:buFont typeface="Arial" panose="020B0604020202020204" pitchFamily="34" charset="0"/>
                        <a:buChar char="•"/>
                        <a:tabLst/>
                        <a:defRPr/>
                      </a:pPr>
                      <a:endParaRPr lang="fr-FR" sz="1100" b="1" dirty="0">
                        <a:solidFill>
                          <a:srgbClr val="000000"/>
                        </a:solidFill>
                        <a:latin typeface="+mn-lt"/>
                        <a:sym typeface="Arial"/>
                      </a:endParaRPr>
                    </a:p>
                  </a:txBody>
                  <a:tcPr marL="0" marR="0" marT="0" marB="0"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3730631887"/>
                  </a:ext>
                </a:extLst>
              </a:tr>
            </a:tbl>
          </a:graphicData>
        </a:graphic>
      </p:graphicFrame>
      <p:pic>
        <p:nvPicPr>
          <p:cNvPr id="7" name="Image 6" descr="Une image contenant dessin&#10;&#10;Description générée automatiquement">
            <a:extLst>
              <a:ext uri="{FF2B5EF4-FFF2-40B4-BE49-F238E27FC236}">
                <a16:creationId xmlns:a16="http://schemas.microsoft.com/office/drawing/2014/main" id="{969BE04B-6264-4139-DFE1-291CECA8516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6031" y="2446483"/>
            <a:ext cx="1312111" cy="479858"/>
          </a:xfrm>
          <a:prstGeom prst="rect">
            <a:avLst/>
          </a:prstGeom>
        </p:spPr>
      </p:pic>
    </p:spTree>
    <p:extLst>
      <p:ext uri="{BB962C8B-B14F-4D97-AF65-F5344CB8AC3E}">
        <p14:creationId xmlns:p14="http://schemas.microsoft.com/office/powerpoint/2010/main" val="13566216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E0240027-B419-7F7B-74A1-8BEC4BF9BCF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0" imgH="501" progId="TCLayout.ActiveDocument.1">
                  <p:embed/>
                </p:oleObj>
              </mc:Choice>
              <mc:Fallback>
                <p:oleObj name="think-cell Slide" r:id="rId3" imgW="500" imgH="501" progId="TCLayout.ActiveDocument.1">
                  <p:embed/>
                  <p:pic>
                    <p:nvPicPr>
                      <p:cNvPr id="10" name="think-cell data - do not delete" hidden="1">
                        <a:extLst>
                          <a:ext uri="{FF2B5EF4-FFF2-40B4-BE49-F238E27FC236}">
                            <a16:creationId xmlns:a16="http://schemas.microsoft.com/office/drawing/2014/main" id="{E0240027-B419-7F7B-74A1-8BEC4BF9BC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816B749C-7730-0E48-E95C-A8C8BCCDD0C1}"/>
              </a:ext>
            </a:extLst>
          </p:cNvPr>
          <p:cNvSpPr>
            <a:spLocks noGrp="1"/>
          </p:cNvSpPr>
          <p:nvPr>
            <p:ph type="title"/>
          </p:nvPr>
        </p:nvSpPr>
        <p:spPr/>
        <p:txBody>
          <a:bodyPr vert="horz"/>
          <a:lstStyle/>
          <a:p>
            <a:r>
              <a:rPr lang="fr-FR"/>
              <a:t>Extrait de nos références</a:t>
            </a:r>
          </a:p>
        </p:txBody>
      </p:sp>
      <p:sp>
        <p:nvSpPr>
          <p:cNvPr id="3" name="Espace réservé du numéro de diapositive 2">
            <a:extLst>
              <a:ext uri="{FF2B5EF4-FFF2-40B4-BE49-F238E27FC236}">
                <a16:creationId xmlns:a16="http://schemas.microsoft.com/office/drawing/2014/main" id="{A6A28303-BA13-1BDE-A87F-458C8133D46D}"/>
              </a:ext>
            </a:extLst>
          </p:cNvPr>
          <p:cNvSpPr>
            <a:spLocks noGrp="1"/>
          </p:cNvSpPr>
          <p:nvPr>
            <p:ph type="sldNum" sz="quarter" idx="11"/>
          </p:nvPr>
        </p:nvSpPr>
        <p:spPr/>
        <p:txBody>
          <a:bodyPr/>
          <a:lstStyle/>
          <a:p>
            <a:fld id="{BE9517EC-C298-4848-B090-11602D956FCE}" type="slidenum">
              <a:rPr lang="fr-FR" smtClean="0"/>
              <a:pPr/>
              <a:t>16</a:t>
            </a:fld>
            <a:endParaRPr lang="fr-FR"/>
          </a:p>
        </p:txBody>
      </p:sp>
      <p:sp>
        <p:nvSpPr>
          <p:cNvPr id="4" name="Espace réservé du texte 3">
            <a:extLst>
              <a:ext uri="{FF2B5EF4-FFF2-40B4-BE49-F238E27FC236}">
                <a16:creationId xmlns:a16="http://schemas.microsoft.com/office/drawing/2014/main" id="{2D9E47AB-4CCB-FE19-0A0F-0F3C5814F2B7}"/>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5" name="Tableau 8">
            <a:extLst>
              <a:ext uri="{FF2B5EF4-FFF2-40B4-BE49-F238E27FC236}">
                <a16:creationId xmlns:a16="http://schemas.microsoft.com/office/drawing/2014/main" id="{CA659D41-EFBE-2DB8-2EF8-27CF870D460D}"/>
              </a:ext>
            </a:extLst>
          </p:cNvPr>
          <p:cNvGraphicFramePr>
            <a:graphicFrameLocks/>
          </p:cNvGraphicFramePr>
          <p:nvPr>
            <p:extLst>
              <p:ext uri="{D42A27DB-BD31-4B8C-83A1-F6EECF244321}">
                <p14:modId xmlns:p14="http://schemas.microsoft.com/office/powerpoint/2010/main" val="1843116181"/>
              </p:ext>
            </p:extLst>
          </p:nvPr>
        </p:nvGraphicFramePr>
        <p:xfrm>
          <a:off x="381000" y="1825625"/>
          <a:ext cx="11430002" cy="4126442"/>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pPr algn="ctr"/>
                      <a:r>
                        <a:rPr lang="fr-FR" sz="1400" b="1" noProof="0" dirty="0"/>
                        <a:t>Client</a:t>
                      </a:r>
                    </a:p>
                  </a:txBody>
                  <a:tcPr anchor="ctr">
                    <a:lnR w="12700" cap="flat" cmpd="sng" algn="ctr">
                      <a:solidFill>
                        <a:schemeClr val="bg1"/>
                      </a:solidFill>
                      <a:prstDash val="solid"/>
                      <a:round/>
                      <a:headEnd type="none" w="med" len="med"/>
                      <a:tailEnd type="none" w="med" len="med"/>
                    </a:lnR>
                    <a:lnB w="12700" cap="flat" cmpd="sng" algn="ctr">
                      <a:solidFill>
                        <a:schemeClr val="bg1">
                          <a:lumMod val="75000"/>
                        </a:schemeClr>
                      </a:solidFill>
                      <a:prstDash val="sysDash"/>
                      <a:round/>
                      <a:headEnd type="none" w="med" len="med"/>
                      <a:tailEnd type="none" w="med" len="med"/>
                    </a:lnB>
                  </a:tcPr>
                </a:tc>
                <a:tc>
                  <a:txBody>
                    <a:bodyPr/>
                    <a:lstStyle/>
                    <a:p>
                      <a:pPr algn="ctr"/>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75000"/>
                        </a:schemeClr>
                      </a:solidFill>
                      <a:prstDash val="sysDash"/>
                      <a:round/>
                      <a:headEnd type="none" w="med" len="med"/>
                      <a:tailEnd type="none" w="med" len="med"/>
                    </a:lnB>
                  </a:tcPr>
                </a:tc>
                <a:tc>
                  <a:txBody>
                    <a:bodyPr/>
                    <a:lstStyle/>
                    <a:p>
                      <a:pPr algn="ctr"/>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725442695"/>
                  </a:ext>
                </a:extLst>
              </a:tr>
              <a:tr h="2624278">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Malakoff Humanis</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algn="l" fontAlgn="ctr"/>
                      <a:r>
                        <a:rPr lang="fr-FR" sz="1100" dirty="0"/>
                        <a:t>Accompagnement dans le cadre des projets d’IA Générative</a:t>
                      </a:r>
                      <a:r>
                        <a:rPr lang="fr-FR" sz="1100" kern="1200" spc="-200" dirty="0">
                          <a:solidFill>
                            <a:schemeClr val="tx1"/>
                          </a:solidFill>
                          <a:latin typeface="+mn-lt"/>
                          <a:ea typeface="+mn-ea"/>
                          <a:cs typeface="+mn-cs"/>
                        </a:rPr>
                        <a:t>  / </a:t>
                      </a:r>
                      <a:r>
                        <a:rPr lang="fr-FR" sz="1100" dirty="0"/>
                        <a:t>Chefferie de projet IA générative</a:t>
                      </a:r>
                      <a:endParaRPr lang="fr-FR" sz="1100" b="0" i="0" u="none" strike="noStrike" dirty="0">
                        <a:solidFill>
                          <a:srgbClr val="000000"/>
                        </a:solidFill>
                        <a:effectLst/>
                        <a:latin typeface="Arial" panose="020B0604020202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lvl="0" indent="0" algn="l" defTabSz="622300">
                        <a:lnSpc>
                          <a:spcPct val="90000"/>
                        </a:lnSpc>
                        <a:spcBef>
                          <a:spcPct val="0"/>
                        </a:spcBef>
                        <a:spcAft>
                          <a:spcPts val="0"/>
                        </a:spcAft>
                        <a:buFont typeface="+mj-lt"/>
                        <a:buNone/>
                      </a:pPr>
                      <a:r>
                        <a:rPr lang="fr-FR" sz="1050" i="1" u="sng" kern="1200" dirty="0">
                          <a:solidFill>
                            <a:srgbClr val="000000"/>
                          </a:solidFill>
                          <a:latin typeface="+mn-lt"/>
                          <a:ea typeface="+mn-ea"/>
                          <a:cs typeface="+mn-cs"/>
                        </a:rPr>
                        <a:t>Identification des cas d’usage et construction d’une feuille de route IA générative MH avec l’ensemble des acteurs concernés</a:t>
                      </a:r>
                    </a:p>
                    <a:p>
                      <a:pPr marL="228600" lvl="1" indent="-114300" algn="l" defTabSz="533400">
                        <a:lnSpc>
                          <a:spcPct val="90000"/>
                        </a:lnSpc>
                        <a:spcBef>
                          <a:spcPct val="0"/>
                        </a:spcBef>
                        <a:spcAft>
                          <a:spcPts val="0"/>
                        </a:spcAft>
                        <a:buClr>
                          <a:srgbClr val="313F4F"/>
                        </a:buClr>
                        <a:buChar char="•"/>
                      </a:pPr>
                      <a:r>
                        <a:rPr lang="fr-FR" sz="1000" kern="1200" dirty="0">
                          <a:solidFill>
                            <a:srgbClr val="000000"/>
                          </a:solidFill>
                          <a:latin typeface="+mn-lt"/>
                          <a:ea typeface="+mn-ea"/>
                          <a:cs typeface="+mn-cs"/>
                        </a:rPr>
                        <a:t>Animation des outils de recensement des besoins et opportunités d'exploitation de l'IA générative dans les métiers</a:t>
                      </a:r>
                    </a:p>
                    <a:p>
                      <a:pPr marL="228600" lvl="1" indent="-114300" algn="l" defTabSz="533400">
                        <a:lnSpc>
                          <a:spcPct val="90000"/>
                        </a:lnSpc>
                        <a:spcBef>
                          <a:spcPct val="0"/>
                        </a:spcBef>
                        <a:spcAft>
                          <a:spcPts val="0"/>
                        </a:spcAft>
                        <a:buClr>
                          <a:srgbClr val="313F4F"/>
                        </a:buClr>
                        <a:buChar char="•"/>
                      </a:pPr>
                      <a:r>
                        <a:rPr lang="fr-FR" sz="1000" kern="1200" dirty="0">
                          <a:solidFill>
                            <a:srgbClr val="000000"/>
                          </a:solidFill>
                          <a:latin typeface="+mn-lt"/>
                          <a:ea typeface="+mn-ea"/>
                          <a:cs typeface="+mn-cs"/>
                        </a:rPr>
                        <a:t>Production des supports et animation des ateliers d'idéation</a:t>
                      </a:r>
                    </a:p>
                    <a:p>
                      <a:pPr marL="228600" lvl="1" indent="-114300" algn="l" defTabSz="533400">
                        <a:lnSpc>
                          <a:spcPct val="90000"/>
                        </a:lnSpc>
                        <a:spcBef>
                          <a:spcPct val="0"/>
                        </a:spcBef>
                        <a:spcAft>
                          <a:spcPts val="0"/>
                        </a:spcAft>
                        <a:buClr>
                          <a:srgbClr val="313F4F"/>
                        </a:buClr>
                        <a:buChar char="•"/>
                      </a:pPr>
                      <a:r>
                        <a:rPr lang="fr-FR" sz="1000" kern="1200" dirty="0">
                          <a:solidFill>
                            <a:srgbClr val="000000"/>
                          </a:solidFill>
                          <a:latin typeface="+mn-lt"/>
                          <a:ea typeface="+mn-ea"/>
                          <a:cs typeface="+mn-cs"/>
                        </a:rPr>
                        <a:t>Animation de la veille sur l'IA Générative et des ressources contributrices</a:t>
                      </a:r>
                    </a:p>
                    <a:p>
                      <a:pPr marL="228600" lvl="1" indent="-114300" algn="l" defTabSz="533400">
                        <a:lnSpc>
                          <a:spcPct val="90000"/>
                        </a:lnSpc>
                        <a:spcBef>
                          <a:spcPct val="0"/>
                        </a:spcBef>
                        <a:spcAft>
                          <a:spcPts val="0"/>
                        </a:spcAft>
                        <a:buClr>
                          <a:srgbClr val="313F4F"/>
                        </a:buClr>
                        <a:buChar char="•"/>
                      </a:pPr>
                      <a:r>
                        <a:rPr lang="fr-FR" sz="1000" kern="1200" dirty="0">
                          <a:solidFill>
                            <a:srgbClr val="000000"/>
                          </a:solidFill>
                          <a:latin typeface="+mn-lt"/>
                          <a:ea typeface="+mn-ea"/>
                          <a:cs typeface="+mn-cs"/>
                        </a:rPr>
                        <a:t>Construction d’une roadmap produit priorisée et de la </a:t>
                      </a:r>
                      <a:r>
                        <a:rPr lang="fr-FR" sz="1000" kern="1200" dirty="0" err="1">
                          <a:solidFill>
                            <a:srgbClr val="000000"/>
                          </a:solidFill>
                          <a:latin typeface="+mn-lt"/>
                          <a:ea typeface="+mn-ea"/>
                          <a:cs typeface="+mn-cs"/>
                        </a:rPr>
                        <a:t>backlog</a:t>
                      </a:r>
                      <a:r>
                        <a:rPr lang="fr-FR" sz="1000" kern="1200" dirty="0">
                          <a:solidFill>
                            <a:srgbClr val="000000"/>
                          </a:solidFill>
                          <a:latin typeface="+mn-lt"/>
                          <a:ea typeface="+mn-ea"/>
                          <a:cs typeface="+mn-cs"/>
                        </a:rPr>
                        <a:t> correspondante </a:t>
                      </a:r>
                    </a:p>
                    <a:p>
                      <a:pPr marL="0" lvl="0" indent="0" algn="l" defTabSz="622300">
                        <a:lnSpc>
                          <a:spcPct val="90000"/>
                        </a:lnSpc>
                        <a:spcBef>
                          <a:spcPct val="0"/>
                        </a:spcBef>
                        <a:spcAft>
                          <a:spcPts val="0"/>
                        </a:spcAft>
                        <a:buFont typeface="+mj-lt"/>
                        <a:buNone/>
                      </a:pPr>
                      <a:r>
                        <a:rPr lang="fr-FR" sz="1050" i="1" u="sng" kern="1200" dirty="0">
                          <a:solidFill>
                            <a:srgbClr val="000000"/>
                          </a:solidFill>
                          <a:latin typeface="+mn-lt"/>
                          <a:ea typeface="+mn-ea"/>
                          <a:cs typeface="+mn-cs"/>
                        </a:rPr>
                        <a:t>Contribution à la l’instruction et au lancement des UC priorisés</a:t>
                      </a:r>
                    </a:p>
                    <a:p>
                      <a:pPr marL="228600" lvl="1" indent="-114300" algn="l" defTabSz="533400">
                        <a:lnSpc>
                          <a:spcPct val="90000"/>
                        </a:lnSpc>
                        <a:spcBef>
                          <a:spcPct val="0"/>
                        </a:spcBef>
                        <a:spcAft>
                          <a:spcPts val="0"/>
                        </a:spcAft>
                        <a:buClr>
                          <a:schemeClr val="tx2"/>
                        </a:buClr>
                        <a:buChar char="•"/>
                      </a:pPr>
                      <a:r>
                        <a:rPr lang="fr-FR" sz="1000" kern="1200" dirty="0">
                          <a:solidFill>
                            <a:srgbClr val="000000"/>
                          </a:solidFill>
                          <a:latin typeface="+mn-lt"/>
                          <a:ea typeface="+mn-ea"/>
                          <a:cs typeface="+mn-cs"/>
                        </a:rPr>
                        <a:t>Instruction des cas d’usage: analyse d'opportunité, création de valeur, brief produit, hypothèses à tester</a:t>
                      </a:r>
                    </a:p>
                    <a:p>
                      <a:pPr marL="228600" lvl="1" indent="-114300" algn="l" defTabSz="533400">
                        <a:lnSpc>
                          <a:spcPct val="90000"/>
                        </a:lnSpc>
                        <a:spcBef>
                          <a:spcPct val="0"/>
                        </a:spcBef>
                        <a:spcAft>
                          <a:spcPts val="0"/>
                        </a:spcAft>
                        <a:buClr>
                          <a:schemeClr val="tx2"/>
                        </a:buClr>
                        <a:buChar char="•"/>
                      </a:pPr>
                      <a:r>
                        <a:rPr lang="fr-FR" sz="1000" kern="1200" dirty="0">
                          <a:solidFill>
                            <a:srgbClr val="000000"/>
                          </a:solidFill>
                          <a:latin typeface="+mn-lt"/>
                          <a:ea typeface="+mn-ea"/>
                          <a:cs typeface="+mn-cs"/>
                        </a:rPr>
                        <a:t>Support à l'équipe produit (data, DSI et métier) sur les aspects de gouvernance, gestion de risque, métiers (ex. processus, RACI…) et technique (ex. infrastructure à mettre en place) pour les </a:t>
                      </a:r>
                      <a:r>
                        <a:rPr lang="fr-FR" sz="1000" kern="1200" dirty="0" err="1">
                          <a:solidFill>
                            <a:srgbClr val="000000"/>
                          </a:solidFill>
                          <a:latin typeface="+mn-lt"/>
                          <a:ea typeface="+mn-ea"/>
                          <a:cs typeface="+mn-cs"/>
                        </a:rPr>
                        <a:t>usecases</a:t>
                      </a:r>
                      <a:r>
                        <a:rPr lang="fr-FR" sz="1000" kern="1200" dirty="0">
                          <a:solidFill>
                            <a:srgbClr val="000000"/>
                          </a:solidFill>
                          <a:latin typeface="+mn-lt"/>
                          <a:ea typeface="+mn-ea"/>
                          <a:cs typeface="+mn-cs"/>
                        </a:rPr>
                        <a:t> retenus</a:t>
                      </a:r>
                    </a:p>
                    <a:p>
                      <a:pPr marL="0" lvl="0" indent="0" algn="l" defTabSz="622300">
                        <a:lnSpc>
                          <a:spcPct val="90000"/>
                        </a:lnSpc>
                        <a:spcBef>
                          <a:spcPct val="0"/>
                        </a:spcBef>
                        <a:spcAft>
                          <a:spcPts val="0"/>
                        </a:spcAft>
                        <a:buFont typeface="+mj-lt"/>
                        <a:buNone/>
                      </a:pPr>
                      <a:r>
                        <a:rPr lang="fr-FR" sz="1050" i="1" u="sng" kern="1200" dirty="0">
                          <a:solidFill>
                            <a:srgbClr val="000000"/>
                          </a:solidFill>
                          <a:latin typeface="+mn-lt"/>
                          <a:ea typeface="+mn-ea"/>
                          <a:cs typeface="+mn-cs"/>
                        </a:rPr>
                        <a:t>Animation des instances de gouvernance, de la communication et de la conduite du changement </a:t>
                      </a:r>
                    </a:p>
                    <a:p>
                      <a:pPr marL="228600" lvl="1" indent="-114300" algn="l" defTabSz="533400">
                        <a:lnSpc>
                          <a:spcPct val="90000"/>
                        </a:lnSpc>
                        <a:spcBef>
                          <a:spcPct val="0"/>
                        </a:spcBef>
                        <a:spcAft>
                          <a:spcPts val="0"/>
                        </a:spcAft>
                        <a:buClr>
                          <a:srgbClr val="313F4F"/>
                        </a:buClr>
                        <a:buChar char="•"/>
                      </a:pPr>
                      <a:r>
                        <a:rPr lang="fr-FR" sz="1000" kern="1200" dirty="0">
                          <a:solidFill>
                            <a:srgbClr val="000000"/>
                          </a:solidFill>
                          <a:latin typeface="+mn-lt"/>
                          <a:ea typeface="+mn-ea"/>
                          <a:cs typeface="+mn-cs"/>
                        </a:rPr>
                        <a:t>Production des supports d'animation des instances de gouvernance (COPIL, COMOP, ateliers de travail, compte-rendu)</a:t>
                      </a:r>
                    </a:p>
                    <a:p>
                      <a:pPr marL="228600" lvl="1" indent="-114300" algn="l" defTabSz="533400">
                        <a:lnSpc>
                          <a:spcPct val="90000"/>
                        </a:lnSpc>
                        <a:spcBef>
                          <a:spcPct val="0"/>
                        </a:spcBef>
                        <a:spcAft>
                          <a:spcPts val="0"/>
                        </a:spcAft>
                        <a:buClr>
                          <a:srgbClr val="313F4F"/>
                        </a:buClr>
                        <a:buChar char="•"/>
                      </a:pPr>
                      <a:r>
                        <a:rPr lang="fr-FR" sz="1000" kern="1200" dirty="0">
                          <a:solidFill>
                            <a:srgbClr val="000000"/>
                          </a:solidFill>
                          <a:latin typeface="+mn-lt"/>
                          <a:ea typeface="+mn-ea"/>
                          <a:cs typeface="+mn-cs"/>
                        </a:rPr>
                        <a:t>Animation du plan de communication et des éléments de conduite du changement à mettre en place (ex. supports de formation)</a:t>
                      </a:r>
                    </a:p>
                  </a:txBody>
                  <a:tcPr marL="0" marR="0" marT="0" marB="0"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4249048149"/>
                  </a:ext>
                </a:extLst>
              </a:tr>
              <a:tr h="1185334">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algn="l" fontAlgn="ctr"/>
                      <a:endParaRPr lang="fr-FR" sz="1100" b="0" i="0" u="none" strike="noStrike">
                        <a:solidFill>
                          <a:srgbClr val="000000"/>
                        </a:solidFill>
                        <a:effectLst/>
                        <a:latin typeface="Arial" panose="020B0604020202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R="0" lvl="0" algn="l" defTabSz="914400" rtl="0" eaLnBrk="1" fontAlgn="auto" latinLnBrk="0" hangingPunct="1">
                        <a:lnSpc>
                          <a:spcPct val="110000"/>
                        </a:lnSpc>
                        <a:spcAft>
                          <a:spcPts val="0"/>
                        </a:spcAft>
                        <a:buClr>
                          <a:srgbClr val="313F4F"/>
                        </a:buClr>
                        <a:buSzPts val="1000"/>
                        <a:tabLst/>
                        <a:defRPr/>
                      </a:pPr>
                      <a:endParaRPr lang="fr-FR" sz="1100" b="1" dirty="0">
                        <a:solidFill>
                          <a:srgbClr val="000000"/>
                        </a:solidFill>
                        <a:latin typeface="+mn-lt"/>
                        <a:sym typeface="Arial"/>
                      </a:endParaRPr>
                    </a:p>
                  </a:txBody>
                  <a:tcPr marL="0" marR="0" marT="0" marB="0"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125027618"/>
                  </a:ext>
                </a:extLst>
              </a:tr>
            </a:tbl>
          </a:graphicData>
        </a:graphic>
      </p:graphicFrame>
      <p:pic>
        <p:nvPicPr>
          <p:cNvPr id="7" name="Image 6" descr="Une image contenant dessin&#10;&#10;Description générée automatiquement">
            <a:extLst>
              <a:ext uri="{FF2B5EF4-FFF2-40B4-BE49-F238E27FC236}">
                <a16:creationId xmlns:a16="http://schemas.microsoft.com/office/drawing/2014/main" id="{969BE04B-6264-4139-DFE1-291CECA8516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6031" y="3115353"/>
            <a:ext cx="1312111" cy="479858"/>
          </a:xfrm>
          <a:prstGeom prst="rect">
            <a:avLst/>
          </a:prstGeom>
        </p:spPr>
      </p:pic>
    </p:spTree>
    <p:extLst>
      <p:ext uri="{BB962C8B-B14F-4D97-AF65-F5344CB8AC3E}">
        <p14:creationId xmlns:p14="http://schemas.microsoft.com/office/powerpoint/2010/main" val="31243639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E0240027-B419-7F7B-74A1-8BEC4BF9BCF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0" imgH="501" progId="TCLayout.ActiveDocument.1">
                  <p:embed/>
                </p:oleObj>
              </mc:Choice>
              <mc:Fallback>
                <p:oleObj name="think-cell Slide" r:id="rId3" imgW="500" imgH="501" progId="TCLayout.ActiveDocument.1">
                  <p:embed/>
                  <p:pic>
                    <p:nvPicPr>
                      <p:cNvPr id="10" name="think-cell data - do not delete" hidden="1">
                        <a:extLst>
                          <a:ext uri="{FF2B5EF4-FFF2-40B4-BE49-F238E27FC236}">
                            <a16:creationId xmlns:a16="http://schemas.microsoft.com/office/drawing/2014/main" id="{E0240027-B419-7F7B-74A1-8BEC4BF9BC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816B749C-7730-0E48-E95C-A8C8BCCDD0C1}"/>
              </a:ext>
            </a:extLst>
          </p:cNvPr>
          <p:cNvSpPr>
            <a:spLocks noGrp="1"/>
          </p:cNvSpPr>
          <p:nvPr>
            <p:ph type="title"/>
          </p:nvPr>
        </p:nvSpPr>
        <p:spPr/>
        <p:txBody>
          <a:bodyPr vert="horz"/>
          <a:lstStyle/>
          <a:p>
            <a:r>
              <a:rPr lang="fr-FR"/>
              <a:t>Extrait de nos références</a:t>
            </a:r>
          </a:p>
        </p:txBody>
      </p:sp>
      <p:sp>
        <p:nvSpPr>
          <p:cNvPr id="3" name="Espace réservé du numéro de diapositive 2">
            <a:extLst>
              <a:ext uri="{FF2B5EF4-FFF2-40B4-BE49-F238E27FC236}">
                <a16:creationId xmlns:a16="http://schemas.microsoft.com/office/drawing/2014/main" id="{A6A28303-BA13-1BDE-A87F-458C8133D46D}"/>
              </a:ext>
            </a:extLst>
          </p:cNvPr>
          <p:cNvSpPr>
            <a:spLocks noGrp="1"/>
          </p:cNvSpPr>
          <p:nvPr>
            <p:ph type="sldNum" sz="quarter" idx="11"/>
          </p:nvPr>
        </p:nvSpPr>
        <p:spPr/>
        <p:txBody>
          <a:bodyPr/>
          <a:lstStyle/>
          <a:p>
            <a:fld id="{BE9517EC-C298-4848-B090-11602D956FCE}" type="slidenum">
              <a:rPr lang="fr-FR" smtClean="0"/>
              <a:pPr/>
              <a:t>17</a:t>
            </a:fld>
            <a:endParaRPr lang="fr-FR"/>
          </a:p>
        </p:txBody>
      </p:sp>
      <p:sp>
        <p:nvSpPr>
          <p:cNvPr id="4" name="Espace réservé du texte 3">
            <a:extLst>
              <a:ext uri="{FF2B5EF4-FFF2-40B4-BE49-F238E27FC236}">
                <a16:creationId xmlns:a16="http://schemas.microsoft.com/office/drawing/2014/main" id="{2D9E47AB-4CCB-FE19-0A0F-0F3C5814F2B7}"/>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5" name="Tableau 8">
            <a:extLst>
              <a:ext uri="{FF2B5EF4-FFF2-40B4-BE49-F238E27FC236}">
                <a16:creationId xmlns:a16="http://schemas.microsoft.com/office/drawing/2014/main" id="{CA659D41-EFBE-2DB8-2EF8-27CF870D460D}"/>
              </a:ext>
            </a:extLst>
          </p:cNvPr>
          <p:cNvGraphicFramePr>
            <a:graphicFrameLocks/>
          </p:cNvGraphicFramePr>
          <p:nvPr>
            <p:extLst>
              <p:ext uri="{D42A27DB-BD31-4B8C-83A1-F6EECF244321}">
                <p14:modId xmlns:p14="http://schemas.microsoft.com/office/powerpoint/2010/main" val="3826463628"/>
              </p:ext>
            </p:extLst>
          </p:nvPr>
        </p:nvGraphicFramePr>
        <p:xfrm>
          <a:off x="381000" y="1825625"/>
          <a:ext cx="11430002" cy="4126442"/>
        </p:xfrm>
        <a:graphic>
          <a:graphicData uri="http://schemas.openxmlformats.org/drawingml/2006/table">
            <a:tbl>
              <a:tblPr firstRow="1" bandRow="1">
                <a:tableStyleId>{2D5ABB26-0587-4C30-8999-92F81FD0307C}</a:tableStyleId>
              </a:tblPr>
              <a:tblGrid>
                <a:gridCol w="1639824">
                  <a:extLst>
                    <a:ext uri="{9D8B030D-6E8A-4147-A177-3AD203B41FA5}">
                      <a16:colId xmlns:a16="http://schemas.microsoft.com/office/drawing/2014/main" val="2333855390"/>
                    </a:ext>
                  </a:extLst>
                </a:gridCol>
                <a:gridCol w="3644377">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16830">
                <a:tc>
                  <a:txBody>
                    <a:bodyPr/>
                    <a:lstStyle/>
                    <a:p>
                      <a:pPr algn="ctr"/>
                      <a:r>
                        <a:rPr lang="fr-FR" sz="1400" b="1" noProof="0"/>
                        <a:t>Client</a:t>
                      </a:r>
                    </a:p>
                  </a:txBody>
                  <a:tcPr anchor="ctr">
                    <a:lnR w="12700" cap="flat" cmpd="sng" algn="ctr">
                      <a:solidFill>
                        <a:schemeClr val="bg1"/>
                      </a:solidFill>
                      <a:prstDash val="solid"/>
                      <a:round/>
                      <a:headEnd type="none" w="med" len="med"/>
                      <a:tailEnd type="none" w="med" len="med"/>
                    </a:lnR>
                    <a:lnB w="12700" cap="flat" cmpd="sng" algn="ctr">
                      <a:solidFill>
                        <a:schemeClr val="bg1">
                          <a:lumMod val="75000"/>
                        </a:schemeClr>
                      </a:solidFill>
                      <a:prstDash val="sysDash"/>
                      <a:round/>
                      <a:headEnd type="none" w="med" len="med"/>
                      <a:tailEnd type="none" w="med" len="med"/>
                    </a:lnB>
                  </a:tcPr>
                </a:tc>
                <a:tc>
                  <a:txBody>
                    <a:bodyPr/>
                    <a:lstStyle/>
                    <a:p>
                      <a:pPr algn="ctr"/>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75000"/>
                        </a:schemeClr>
                      </a:solidFill>
                      <a:prstDash val="sysDash"/>
                      <a:round/>
                      <a:headEnd type="none" w="med" len="med"/>
                      <a:tailEnd type="none" w="med" len="med"/>
                    </a:lnB>
                  </a:tcPr>
                </a:tc>
                <a:tc>
                  <a:txBody>
                    <a:bodyPr/>
                    <a:lstStyle/>
                    <a:p>
                      <a:pPr algn="ctr"/>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725442695"/>
                  </a:ext>
                </a:extLst>
              </a:tr>
              <a:tr h="2624278">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Groupe Henner</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algn="ctr" fontAlgn="ctr"/>
                      <a:r>
                        <a:rPr lang="fr-FR" sz="1100" kern="1200" dirty="0">
                          <a:solidFill>
                            <a:schemeClr val="tx1"/>
                          </a:solidFill>
                          <a:latin typeface="+mn-lt"/>
                          <a:ea typeface="+mn-ea"/>
                          <a:cs typeface="+mn-cs"/>
                        </a:rPr>
                        <a:t>Data intégration</a:t>
                      </a:r>
                    </a:p>
                    <a:p>
                      <a:pPr algn="ctr" fontAlgn="ctr"/>
                      <a:r>
                        <a:rPr lang="fr-FR" sz="1100" kern="1200" dirty="0">
                          <a:solidFill>
                            <a:schemeClr val="tx1"/>
                          </a:solidFill>
                          <a:latin typeface="+mn-lt"/>
                          <a:ea typeface="+mn-ea"/>
                          <a:cs typeface="+mn-cs"/>
                        </a:rPr>
                        <a:t>SSO, ETL/ESB/Software AG/BPM </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fontAlgn="auto">
                        <a:lnSpc>
                          <a:spcPct val="110000"/>
                        </a:lnSpc>
                        <a:spcBef>
                          <a:spcPts val="300"/>
                        </a:spcBef>
                        <a:spcAft>
                          <a:spcPts val="100"/>
                        </a:spcAft>
                        <a:buClr>
                          <a:schemeClr val="accent1"/>
                        </a:buClr>
                        <a:buSzPts val="1000"/>
                        <a:buFont typeface="Arial"/>
                        <a:buChar char="•"/>
                        <a:tabLst/>
                        <a:defRPr/>
                      </a:pPr>
                      <a:r>
                        <a:rPr lang="fr-FR" sz="1050" b="1" dirty="0"/>
                        <a:t>Analyse des besoins métiers et cartographie des besoins d’architecture technique</a:t>
                      </a:r>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1050" b="1" dirty="0"/>
                        <a:t>Réalisation d’un RFI des plateformes data : </a:t>
                      </a:r>
                      <a:r>
                        <a:rPr lang="fr-FR" sz="1050" dirty="0" err="1"/>
                        <a:t>Snowflake</a:t>
                      </a:r>
                      <a:r>
                        <a:rPr lang="fr-FR" sz="1050" dirty="0"/>
                        <a:t>, </a:t>
                      </a:r>
                      <a:r>
                        <a:rPr lang="fr-FR" sz="1050" dirty="0" err="1"/>
                        <a:t>DataBricks</a:t>
                      </a:r>
                      <a:r>
                        <a:rPr lang="fr-FR" sz="1050" dirty="0"/>
                        <a:t>, Cloudera, HPE, AWS, Azure, GCP.</a:t>
                      </a:r>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1050" b="1" dirty="0"/>
                        <a:t>Comparaison et choix </a:t>
                      </a:r>
                      <a:r>
                        <a:rPr lang="fr-FR" sz="1050" dirty="0"/>
                        <a:t>du cloud provider AWS ou Azure.</a:t>
                      </a:r>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1050" b="1" dirty="0"/>
                        <a:t>Réalisation d’un RFI Gouvernance de la donnée avec la matrice de choix : </a:t>
                      </a:r>
                      <a:r>
                        <a:rPr lang="fr-FR" sz="1050" dirty="0"/>
                        <a:t>Castor, Data Galaxy, </a:t>
                      </a:r>
                      <a:r>
                        <a:rPr lang="fr-FR" sz="1050" dirty="0" err="1"/>
                        <a:t>Qualitadd</a:t>
                      </a:r>
                      <a:r>
                        <a:rPr lang="fr-FR" sz="1050" dirty="0"/>
                        <a:t>, Meta Analytics</a:t>
                      </a:r>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1050" b="1" dirty="0"/>
                        <a:t>Ecriture du RFP : </a:t>
                      </a:r>
                      <a:r>
                        <a:rPr lang="fr-FR" sz="1050" dirty="0"/>
                        <a:t>mise en place &amp; migration</a:t>
                      </a:r>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1050" b="1" dirty="0"/>
                        <a:t>Définition de l’intégration de la plateforme data dans le SI Henner : </a:t>
                      </a:r>
                      <a:r>
                        <a:rPr lang="fr-FR" sz="1050" dirty="0"/>
                        <a:t>SSO, ETL, ESB et BPM </a:t>
                      </a:r>
                      <a:r>
                        <a:rPr lang="fr-FR" sz="1050" dirty="0" err="1"/>
                        <a:t>SoftwareAG</a:t>
                      </a:r>
                      <a:endParaRPr lang="fr-FR" sz="1050" dirty="0"/>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1050" b="1" dirty="0"/>
                        <a:t>Planning de migration </a:t>
                      </a:r>
                      <a:r>
                        <a:rPr lang="fr-FR" sz="1050" dirty="0"/>
                        <a:t>de </a:t>
                      </a:r>
                      <a:r>
                        <a:rPr lang="fr-FR" sz="1050" dirty="0" err="1"/>
                        <a:t>SQLServer</a:t>
                      </a:r>
                      <a:r>
                        <a:rPr lang="fr-FR" sz="1050" dirty="0"/>
                        <a:t> vers </a:t>
                      </a:r>
                      <a:r>
                        <a:rPr lang="fr-FR" sz="1050" dirty="0" err="1"/>
                        <a:t>Snowflake</a:t>
                      </a:r>
                      <a:endParaRPr lang="fr-FR" sz="1050" dirty="0"/>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1050" b="1" dirty="0"/>
                        <a:t>Rédaction du DAT, du plan de formation de l’équipe Data </a:t>
                      </a:r>
                    </a:p>
                    <a:p>
                      <a:pPr marL="176213" marR="0" lvl="0" indent="-176213" fontAlgn="auto">
                        <a:lnSpc>
                          <a:spcPct val="110000"/>
                        </a:lnSpc>
                        <a:spcBef>
                          <a:spcPts val="300"/>
                        </a:spcBef>
                        <a:spcAft>
                          <a:spcPts val="100"/>
                        </a:spcAft>
                        <a:buClr>
                          <a:schemeClr val="accent1"/>
                        </a:buClr>
                        <a:buSzPts val="1000"/>
                        <a:buFont typeface="Arial"/>
                        <a:buChar char="•"/>
                        <a:tabLst/>
                        <a:defRPr/>
                      </a:pPr>
                      <a:r>
                        <a:rPr lang="fr-FR" sz="1050" b="1" dirty="0"/>
                        <a:t>Définition et mise en place de la conformité GDPR sur la plateforme Data.</a:t>
                      </a:r>
                    </a:p>
                  </a:txBody>
                  <a:tcPr marL="0" marR="0" marT="0" marB="0"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4249048149"/>
                  </a:ext>
                </a:extLst>
              </a:tr>
              <a:tr h="1185334">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algn="l" fontAlgn="ctr"/>
                      <a:endParaRPr lang="fr-FR" sz="1100" b="0" i="0" u="none" strike="noStrike">
                        <a:solidFill>
                          <a:srgbClr val="000000"/>
                        </a:solidFill>
                        <a:effectLst/>
                        <a:latin typeface="Arial" panose="020B0604020202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R="0" lvl="0" algn="l" defTabSz="914400" rtl="0" eaLnBrk="1" fontAlgn="auto" latinLnBrk="0" hangingPunct="1">
                        <a:lnSpc>
                          <a:spcPct val="110000"/>
                        </a:lnSpc>
                        <a:spcAft>
                          <a:spcPts val="0"/>
                        </a:spcAft>
                        <a:buClr>
                          <a:srgbClr val="313F4F"/>
                        </a:buClr>
                        <a:buSzPts val="1000"/>
                        <a:tabLst/>
                        <a:defRPr/>
                      </a:pPr>
                      <a:endParaRPr lang="fr-FR" sz="1100" b="1" dirty="0">
                        <a:solidFill>
                          <a:srgbClr val="000000"/>
                        </a:solidFill>
                        <a:latin typeface="+mn-lt"/>
                        <a:sym typeface="Arial"/>
                      </a:endParaRPr>
                    </a:p>
                  </a:txBody>
                  <a:tcPr marL="0" marR="0" marT="0" marB="0"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125027618"/>
                  </a:ext>
                </a:extLst>
              </a:tr>
            </a:tbl>
          </a:graphicData>
        </a:graphic>
      </p:graphicFrame>
      <p:pic>
        <p:nvPicPr>
          <p:cNvPr id="1028" name="Picture 4" descr="Groupe Henner — Wikipédia">
            <a:extLst>
              <a:ext uri="{FF2B5EF4-FFF2-40B4-BE49-F238E27FC236}">
                <a16:creationId xmlns:a16="http://schemas.microsoft.com/office/drawing/2014/main" id="{C309B10F-AA33-1A67-3681-809B93C84C5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6111" y="2684356"/>
            <a:ext cx="1060705" cy="12492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59538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E0240027-B419-7F7B-74A1-8BEC4BF9BCF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00" imgH="501" progId="TCLayout.ActiveDocument.1">
                  <p:embed/>
                </p:oleObj>
              </mc:Choice>
              <mc:Fallback>
                <p:oleObj name="think-cell Slide" r:id="rId3" imgW="500" imgH="501" progId="TCLayout.ActiveDocument.1">
                  <p:embed/>
                  <p:pic>
                    <p:nvPicPr>
                      <p:cNvPr id="10" name="think-cell data - do not delete" hidden="1">
                        <a:extLst>
                          <a:ext uri="{FF2B5EF4-FFF2-40B4-BE49-F238E27FC236}">
                            <a16:creationId xmlns:a16="http://schemas.microsoft.com/office/drawing/2014/main" id="{E0240027-B419-7F7B-74A1-8BEC4BF9BC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816B749C-7730-0E48-E95C-A8C8BCCDD0C1}"/>
              </a:ext>
            </a:extLst>
          </p:cNvPr>
          <p:cNvSpPr>
            <a:spLocks noGrp="1"/>
          </p:cNvSpPr>
          <p:nvPr>
            <p:ph type="title"/>
          </p:nvPr>
        </p:nvSpPr>
        <p:spPr/>
        <p:txBody>
          <a:bodyPr vert="horz"/>
          <a:lstStyle/>
          <a:p>
            <a:r>
              <a:rPr lang="fr-FR"/>
              <a:t>Extrait de nos références</a:t>
            </a:r>
          </a:p>
        </p:txBody>
      </p:sp>
      <p:sp>
        <p:nvSpPr>
          <p:cNvPr id="3" name="Espace réservé du numéro de diapositive 2">
            <a:extLst>
              <a:ext uri="{FF2B5EF4-FFF2-40B4-BE49-F238E27FC236}">
                <a16:creationId xmlns:a16="http://schemas.microsoft.com/office/drawing/2014/main" id="{A6A28303-BA13-1BDE-A87F-458C8133D46D}"/>
              </a:ext>
            </a:extLst>
          </p:cNvPr>
          <p:cNvSpPr>
            <a:spLocks noGrp="1"/>
          </p:cNvSpPr>
          <p:nvPr>
            <p:ph type="sldNum" sz="quarter" idx="11"/>
          </p:nvPr>
        </p:nvSpPr>
        <p:spPr/>
        <p:txBody>
          <a:bodyPr/>
          <a:lstStyle/>
          <a:p>
            <a:fld id="{BE9517EC-C298-4848-B090-11602D956FCE}" type="slidenum">
              <a:rPr lang="fr-FR" smtClean="0"/>
              <a:pPr/>
              <a:t>18</a:t>
            </a:fld>
            <a:endParaRPr lang="fr-FR"/>
          </a:p>
        </p:txBody>
      </p:sp>
      <p:sp>
        <p:nvSpPr>
          <p:cNvPr id="4" name="Espace réservé du texte 3">
            <a:extLst>
              <a:ext uri="{FF2B5EF4-FFF2-40B4-BE49-F238E27FC236}">
                <a16:creationId xmlns:a16="http://schemas.microsoft.com/office/drawing/2014/main" id="{2D9E47AB-4CCB-FE19-0A0F-0F3C5814F2B7}"/>
              </a:ext>
            </a:extLst>
          </p:cNvPr>
          <p:cNvSpPr>
            <a:spLocks noGrp="1"/>
          </p:cNvSpPr>
          <p:nvPr>
            <p:ph type="body" sz="quarter" idx="13"/>
          </p:nvPr>
        </p:nvSpPr>
        <p:spPr/>
        <p:txBody>
          <a:bodyPr/>
          <a:lstStyle/>
          <a:p>
            <a:r>
              <a:rPr lang="fr-FR"/>
              <a:t>Quelques exemples de missions réalisées ou en cours par nos consultants</a:t>
            </a:r>
          </a:p>
        </p:txBody>
      </p:sp>
      <p:graphicFrame>
        <p:nvGraphicFramePr>
          <p:cNvPr id="5" name="Tableau 8">
            <a:extLst>
              <a:ext uri="{FF2B5EF4-FFF2-40B4-BE49-F238E27FC236}">
                <a16:creationId xmlns:a16="http://schemas.microsoft.com/office/drawing/2014/main" id="{CA659D41-EFBE-2DB8-2EF8-27CF870D460D}"/>
              </a:ext>
            </a:extLst>
          </p:cNvPr>
          <p:cNvGraphicFramePr>
            <a:graphicFrameLocks/>
          </p:cNvGraphicFramePr>
          <p:nvPr>
            <p:extLst>
              <p:ext uri="{D42A27DB-BD31-4B8C-83A1-F6EECF244321}">
                <p14:modId xmlns:p14="http://schemas.microsoft.com/office/powerpoint/2010/main" val="1388004607"/>
              </p:ext>
            </p:extLst>
          </p:nvPr>
        </p:nvGraphicFramePr>
        <p:xfrm>
          <a:off x="381000" y="1825625"/>
          <a:ext cx="11430002" cy="4447647"/>
        </p:xfrm>
        <a:graphic>
          <a:graphicData uri="http://schemas.openxmlformats.org/drawingml/2006/table">
            <a:tbl>
              <a:tblPr firstRow="1" bandRow="1">
                <a:tableStyleId>{2D5ABB26-0587-4C30-8999-92F81FD0307C}</a:tableStyleId>
              </a:tblPr>
              <a:tblGrid>
                <a:gridCol w="1639824">
                  <a:extLst>
                    <a:ext uri="{9D8B030D-6E8A-4147-A177-3AD203B41FA5}">
                      <a16:colId xmlns:a16="http://schemas.microsoft.com/office/drawing/2014/main" val="2333855390"/>
                    </a:ext>
                  </a:extLst>
                </a:gridCol>
                <a:gridCol w="3644377">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378079">
                <a:tc>
                  <a:txBody>
                    <a:bodyPr/>
                    <a:lstStyle/>
                    <a:p>
                      <a:pPr algn="ctr"/>
                      <a:r>
                        <a:rPr lang="fr-FR" sz="1400" b="1" noProof="0"/>
                        <a:t>Client</a:t>
                      </a:r>
                    </a:p>
                  </a:txBody>
                  <a:tcPr anchor="ctr">
                    <a:lnR w="12700" cap="flat" cmpd="sng" algn="ctr">
                      <a:solidFill>
                        <a:schemeClr val="bg1"/>
                      </a:solidFill>
                      <a:prstDash val="solid"/>
                      <a:round/>
                      <a:headEnd type="none" w="med" len="med"/>
                      <a:tailEnd type="none" w="med" len="med"/>
                    </a:lnR>
                    <a:lnB w="12700" cap="flat" cmpd="sng" algn="ctr">
                      <a:solidFill>
                        <a:schemeClr val="bg1">
                          <a:lumMod val="75000"/>
                        </a:schemeClr>
                      </a:solidFill>
                      <a:prstDash val="sysDash"/>
                      <a:round/>
                      <a:headEnd type="none" w="med" len="med"/>
                      <a:tailEnd type="none" w="med" len="med"/>
                    </a:lnB>
                  </a:tcPr>
                </a:tc>
                <a:tc>
                  <a:txBody>
                    <a:bodyPr/>
                    <a:lstStyle/>
                    <a:p>
                      <a:pPr algn="ctr"/>
                      <a:r>
                        <a:rPr lang="fr-FR" sz="14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bg1">
                          <a:lumMod val="75000"/>
                        </a:schemeClr>
                      </a:solidFill>
                      <a:prstDash val="sysDash"/>
                      <a:round/>
                      <a:headEnd type="none" w="med" len="med"/>
                      <a:tailEnd type="none" w="med" len="med"/>
                    </a:lnB>
                  </a:tcPr>
                </a:tc>
                <a:tc>
                  <a:txBody>
                    <a:bodyPr/>
                    <a:lstStyle/>
                    <a:p>
                      <a:pPr algn="ctr"/>
                      <a:r>
                        <a:rPr lang="fr-FR" sz="1400" b="1" noProof="0"/>
                        <a:t>Réalisations </a:t>
                      </a:r>
                    </a:p>
                  </a:txBody>
                  <a:tcPr anchor="ctr">
                    <a:lnL w="12700" cap="flat" cmpd="sng" algn="ctr">
                      <a:solidFill>
                        <a:schemeClr val="bg1"/>
                      </a:solidFill>
                      <a:prstDash val="solid"/>
                      <a:round/>
                      <a:headEnd type="none" w="med" len="med"/>
                      <a:tailEnd type="none" w="med" len="med"/>
                    </a:lnL>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725442695"/>
                  </a:ext>
                </a:extLst>
              </a:tr>
              <a:tr h="2624278">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r>
                        <a:rPr lang="fr-FR" sz="900" b="1" i="1" kern="1200" noProof="0">
                          <a:solidFill>
                            <a:schemeClr val="tx1"/>
                          </a:solidFill>
                          <a:latin typeface="+mn-lt"/>
                          <a:ea typeface="+mn-ea"/>
                          <a:cs typeface="+mn-cs"/>
                        </a:rPr>
                        <a:t>ITNOVEM (filiale SNCF)</a:t>
                      </a: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0" algn="ctr" defTabSz="914400" rtl="0" eaLnBrk="1" fontAlgn="ctr" latinLnBrk="0" hangingPunct="1"/>
                      <a:r>
                        <a:rPr lang="fr-FR" sz="1100" kern="1200" dirty="0">
                          <a:solidFill>
                            <a:schemeClr val="tx1"/>
                          </a:solidFill>
                          <a:latin typeface="+mn-lt"/>
                          <a:ea typeface="+mn-ea"/>
                          <a:cs typeface="+mn-cs"/>
                        </a:rPr>
                        <a:t>Architectures - Azure</a:t>
                      </a:r>
                    </a:p>
                    <a:p>
                      <a:pPr marL="0" algn="ctr" defTabSz="914400" rtl="0" eaLnBrk="1" fontAlgn="ctr" latinLnBrk="0" hangingPunct="1"/>
                      <a:r>
                        <a:rPr lang="fr-FR" sz="1100" kern="1200" dirty="0">
                          <a:solidFill>
                            <a:schemeClr val="tx1"/>
                          </a:solidFill>
                          <a:latin typeface="+mn-lt"/>
                          <a:ea typeface="+mn-ea"/>
                          <a:cs typeface="+mn-cs"/>
                        </a:rPr>
                        <a:t> (data, </a:t>
                      </a:r>
                      <a:r>
                        <a:rPr lang="fr-FR" sz="1100" kern="1200" dirty="0" err="1">
                          <a:solidFill>
                            <a:schemeClr val="tx1"/>
                          </a:solidFill>
                          <a:latin typeface="+mn-lt"/>
                          <a:ea typeface="+mn-ea"/>
                          <a:cs typeface="+mn-cs"/>
                        </a:rPr>
                        <a:t>technical</a:t>
                      </a:r>
                      <a:r>
                        <a:rPr lang="fr-FR" sz="1100" kern="1200" dirty="0">
                          <a:solidFill>
                            <a:schemeClr val="tx1"/>
                          </a:solidFill>
                          <a:latin typeface="+mn-lt"/>
                          <a:ea typeface="+mn-ea"/>
                          <a:cs typeface="+mn-cs"/>
                        </a:rPr>
                        <a:t>, </a:t>
                      </a:r>
                      <a:r>
                        <a:rPr lang="fr-FR" sz="1100" kern="1200" dirty="0" err="1">
                          <a:solidFill>
                            <a:schemeClr val="tx1"/>
                          </a:solidFill>
                          <a:latin typeface="+mn-lt"/>
                          <a:ea typeface="+mn-ea"/>
                          <a:cs typeface="+mn-cs"/>
                        </a:rPr>
                        <a:t>functional</a:t>
                      </a:r>
                      <a:r>
                        <a:rPr lang="fr-FR" sz="1100" kern="1200" dirty="0">
                          <a:solidFill>
                            <a:schemeClr val="tx1"/>
                          </a:solidFill>
                          <a:latin typeface="+mn-lt"/>
                          <a:ea typeface="+mn-ea"/>
                          <a:cs typeface="+mn-cs"/>
                        </a:rPr>
                        <a:t>, application) </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6213" marR="0" lvl="0" indent="-176213" fontAlgn="auto">
                        <a:lnSpc>
                          <a:spcPct val="110000"/>
                        </a:lnSpc>
                        <a:spcBef>
                          <a:spcPts val="300"/>
                        </a:spcBef>
                        <a:spcAft>
                          <a:spcPts val="100"/>
                        </a:spcAft>
                        <a:buClr>
                          <a:schemeClr val="accent1"/>
                        </a:buClr>
                        <a:buSzPts val="1000"/>
                        <a:buFont typeface="Arial"/>
                        <a:buChar char="•"/>
                        <a:tabLst/>
                        <a:defRPr/>
                      </a:pPr>
                      <a:r>
                        <a:rPr lang="fr-FR" sz="1050" b="1" dirty="0"/>
                        <a:t>Conception d'architecture globale sur Azure</a:t>
                      </a:r>
                    </a:p>
                    <a:p>
                      <a:pPr marL="0" marR="0" lvl="0" indent="0" algn="l" defTabSz="914400" rtl="0" eaLnBrk="1" fontAlgn="auto" latinLnBrk="0" hangingPunct="1">
                        <a:lnSpc>
                          <a:spcPct val="110000"/>
                        </a:lnSpc>
                        <a:spcBef>
                          <a:spcPts val="300"/>
                        </a:spcBef>
                        <a:spcAft>
                          <a:spcPts val="100"/>
                        </a:spcAft>
                        <a:buClr>
                          <a:schemeClr val="accent1"/>
                        </a:buClr>
                        <a:buSzPts val="1000"/>
                        <a:buFont typeface="Arial"/>
                        <a:buNone/>
                        <a:tabLst/>
                        <a:defRPr/>
                      </a:pPr>
                      <a:r>
                        <a:rPr lang="fr-FR" sz="1050" b="1" dirty="0"/>
                        <a:t>Architecture Technique </a:t>
                      </a:r>
                      <a:r>
                        <a:rPr lang="fr-FR" sz="1050" dirty="0"/>
                        <a:t>: Serveur, Réseau, Stockage, Flux réseau, Flux de données.</a:t>
                      </a:r>
                    </a:p>
                    <a:p>
                      <a:pPr marL="0" marR="0" lvl="0" indent="0" fontAlgn="auto">
                        <a:lnSpc>
                          <a:spcPct val="110000"/>
                        </a:lnSpc>
                        <a:spcBef>
                          <a:spcPts val="300"/>
                        </a:spcBef>
                        <a:spcAft>
                          <a:spcPts val="100"/>
                        </a:spcAft>
                        <a:buClr>
                          <a:schemeClr val="accent1"/>
                        </a:buClr>
                        <a:buSzPts val="1000"/>
                        <a:buFont typeface="Arial"/>
                        <a:buNone/>
                        <a:tabLst/>
                        <a:defRPr/>
                      </a:pPr>
                      <a:r>
                        <a:rPr lang="fr-FR" sz="1050" b="1" dirty="0"/>
                        <a:t>Architecture Data </a:t>
                      </a:r>
                      <a:r>
                        <a:rPr lang="fr-FR" sz="1050" dirty="0"/>
                        <a:t>: Conception et mise en place</a:t>
                      </a:r>
                    </a:p>
                    <a:p>
                      <a:pPr marL="171450" marR="0" lvl="0" indent="-171450" fontAlgn="auto">
                        <a:lnSpc>
                          <a:spcPct val="110000"/>
                        </a:lnSpc>
                        <a:spcBef>
                          <a:spcPts val="300"/>
                        </a:spcBef>
                        <a:spcAft>
                          <a:spcPts val="100"/>
                        </a:spcAft>
                        <a:buClr>
                          <a:schemeClr val="accent1"/>
                        </a:buClr>
                        <a:buSzPts val="1000"/>
                        <a:buFontTx/>
                        <a:buChar char="-"/>
                        <a:tabLst/>
                        <a:defRPr/>
                      </a:pPr>
                      <a:r>
                        <a:rPr lang="fr-FR" sz="1050" dirty="0"/>
                        <a:t>Utilisation de </a:t>
                      </a:r>
                      <a:r>
                        <a:rPr lang="fr-FR" sz="1050" dirty="0" err="1"/>
                        <a:t>DataBricks</a:t>
                      </a:r>
                      <a:endParaRPr lang="fr-FR" sz="1050" dirty="0"/>
                    </a:p>
                    <a:p>
                      <a:pPr marL="171450" marR="0" lvl="0" indent="-171450" fontAlgn="auto">
                        <a:lnSpc>
                          <a:spcPct val="110000"/>
                        </a:lnSpc>
                        <a:spcBef>
                          <a:spcPts val="300"/>
                        </a:spcBef>
                        <a:spcAft>
                          <a:spcPts val="100"/>
                        </a:spcAft>
                        <a:buClr>
                          <a:schemeClr val="accent1"/>
                        </a:buClr>
                        <a:buSzPts val="1000"/>
                        <a:buFontTx/>
                        <a:buChar char="-"/>
                        <a:tabLst/>
                        <a:defRPr/>
                      </a:pPr>
                      <a:r>
                        <a:rPr lang="fr-FR" sz="1050" dirty="0"/>
                        <a:t>Conception de </a:t>
                      </a:r>
                      <a:r>
                        <a:rPr lang="fr-FR" sz="1050" dirty="0" err="1"/>
                        <a:t>Datalake</a:t>
                      </a:r>
                      <a:endParaRPr lang="fr-FR" sz="1050" dirty="0"/>
                    </a:p>
                    <a:p>
                      <a:pPr marL="171450" marR="0" lvl="0" indent="-171450" fontAlgn="auto">
                        <a:lnSpc>
                          <a:spcPct val="110000"/>
                        </a:lnSpc>
                        <a:spcBef>
                          <a:spcPts val="300"/>
                        </a:spcBef>
                        <a:spcAft>
                          <a:spcPts val="100"/>
                        </a:spcAft>
                        <a:buClr>
                          <a:schemeClr val="accent1"/>
                        </a:buClr>
                        <a:buSzPts val="1000"/>
                        <a:buFontTx/>
                        <a:buChar char="-"/>
                        <a:tabLst/>
                        <a:defRPr/>
                      </a:pPr>
                      <a:r>
                        <a:rPr lang="fr-FR" sz="1050" dirty="0"/>
                        <a:t>Minimisation des accès</a:t>
                      </a:r>
                    </a:p>
                    <a:p>
                      <a:pPr marL="171450" marR="0" lvl="0" indent="-171450" fontAlgn="auto">
                        <a:lnSpc>
                          <a:spcPct val="110000"/>
                        </a:lnSpc>
                        <a:spcBef>
                          <a:spcPts val="300"/>
                        </a:spcBef>
                        <a:spcAft>
                          <a:spcPts val="100"/>
                        </a:spcAft>
                        <a:buClr>
                          <a:schemeClr val="accent1"/>
                        </a:buClr>
                        <a:buSzPts val="1000"/>
                        <a:buFontTx/>
                        <a:buChar char="-"/>
                        <a:tabLst/>
                        <a:defRPr/>
                      </a:pPr>
                      <a:r>
                        <a:rPr lang="fr-FR" sz="1050" dirty="0"/>
                        <a:t>Journalisation des accès</a:t>
                      </a:r>
                    </a:p>
                    <a:p>
                      <a:pPr marL="0" marR="0" lvl="0" indent="0" fontAlgn="auto">
                        <a:lnSpc>
                          <a:spcPct val="110000"/>
                        </a:lnSpc>
                        <a:spcBef>
                          <a:spcPts val="300"/>
                        </a:spcBef>
                        <a:spcAft>
                          <a:spcPts val="100"/>
                        </a:spcAft>
                        <a:buClr>
                          <a:schemeClr val="accent1"/>
                        </a:buClr>
                        <a:buSzPts val="1000"/>
                        <a:buFont typeface="Arial"/>
                        <a:buNone/>
                        <a:tabLst/>
                        <a:defRPr/>
                      </a:pPr>
                      <a:r>
                        <a:rPr lang="fr-FR" sz="1050" b="1" dirty="0"/>
                        <a:t>Architecture Applicative Data </a:t>
                      </a:r>
                      <a:r>
                        <a:rPr lang="fr-FR" sz="1050" dirty="0"/>
                        <a:t>: conception et mise en place de produits data sur la plateforme.</a:t>
                      </a:r>
                    </a:p>
                    <a:p>
                      <a:pPr marL="171450" marR="0" lvl="0" indent="-171450" fontAlgn="auto">
                        <a:lnSpc>
                          <a:spcPct val="110000"/>
                        </a:lnSpc>
                        <a:spcBef>
                          <a:spcPts val="300"/>
                        </a:spcBef>
                        <a:spcAft>
                          <a:spcPts val="100"/>
                        </a:spcAft>
                        <a:buClr>
                          <a:schemeClr val="accent1"/>
                        </a:buClr>
                        <a:buSzPts val="1000"/>
                        <a:buFontTx/>
                        <a:buChar char="-"/>
                        <a:tabLst/>
                        <a:defRPr/>
                      </a:pPr>
                      <a:r>
                        <a:rPr lang="fr-FR" sz="1050" dirty="0"/>
                        <a:t>Conception et développement de pipeline de données pour plusieurs applications</a:t>
                      </a:r>
                    </a:p>
                    <a:p>
                      <a:pPr marL="628650" marR="0" lvl="1" indent="-171450" fontAlgn="auto">
                        <a:lnSpc>
                          <a:spcPct val="110000"/>
                        </a:lnSpc>
                        <a:spcBef>
                          <a:spcPts val="300"/>
                        </a:spcBef>
                        <a:spcAft>
                          <a:spcPts val="100"/>
                        </a:spcAft>
                        <a:buClr>
                          <a:schemeClr val="accent1"/>
                        </a:buClr>
                        <a:buSzPts val="1000"/>
                        <a:buFontTx/>
                        <a:buChar char="-"/>
                        <a:tabLst/>
                        <a:defRPr/>
                      </a:pPr>
                      <a:r>
                        <a:rPr lang="fr-FR" sz="1050" dirty="0"/>
                        <a:t>Application RH</a:t>
                      </a:r>
                    </a:p>
                    <a:p>
                      <a:pPr marL="628650" marR="0" lvl="1" indent="-171450" fontAlgn="auto">
                        <a:lnSpc>
                          <a:spcPct val="110000"/>
                        </a:lnSpc>
                        <a:spcBef>
                          <a:spcPts val="300"/>
                        </a:spcBef>
                        <a:spcAft>
                          <a:spcPts val="100"/>
                        </a:spcAft>
                        <a:buClr>
                          <a:schemeClr val="accent1"/>
                        </a:buClr>
                        <a:buSzPts val="1000"/>
                        <a:buFontTx/>
                        <a:buChar char="-"/>
                        <a:tabLst/>
                        <a:defRPr/>
                      </a:pPr>
                      <a:r>
                        <a:rPr lang="fr-FR" sz="1050" dirty="0"/>
                        <a:t>Application Bancaire</a:t>
                      </a:r>
                    </a:p>
                    <a:p>
                      <a:pPr marL="628650" marR="0" lvl="1" indent="-171450" fontAlgn="auto">
                        <a:lnSpc>
                          <a:spcPct val="110000"/>
                        </a:lnSpc>
                        <a:spcBef>
                          <a:spcPts val="300"/>
                        </a:spcBef>
                        <a:spcAft>
                          <a:spcPts val="100"/>
                        </a:spcAft>
                        <a:buClr>
                          <a:schemeClr val="accent1"/>
                        </a:buClr>
                        <a:buSzPts val="1000"/>
                        <a:buFontTx/>
                        <a:buChar char="-"/>
                        <a:tabLst/>
                        <a:defRPr/>
                      </a:pPr>
                      <a:r>
                        <a:rPr lang="fr-FR" sz="1050" dirty="0"/>
                        <a:t>Application de maintenance SNCF réseau</a:t>
                      </a:r>
                    </a:p>
                    <a:p>
                      <a:pPr marL="171450" marR="0" lvl="0" indent="-171450" fontAlgn="auto">
                        <a:lnSpc>
                          <a:spcPct val="110000"/>
                        </a:lnSpc>
                        <a:spcBef>
                          <a:spcPts val="300"/>
                        </a:spcBef>
                        <a:spcAft>
                          <a:spcPts val="100"/>
                        </a:spcAft>
                        <a:buClr>
                          <a:schemeClr val="accent1"/>
                        </a:buClr>
                        <a:buSzPts val="1000"/>
                        <a:buFontTx/>
                        <a:buChar char="-"/>
                        <a:tabLst/>
                        <a:defRPr/>
                      </a:pPr>
                      <a:endParaRPr lang="fr-FR" sz="1050" dirty="0"/>
                    </a:p>
                  </a:txBody>
                  <a:tcPr marL="0" marR="0" marT="0" marB="0"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4249048149"/>
                  </a:ext>
                </a:extLst>
              </a:tr>
              <a:tr h="1185334">
                <a:tc>
                  <a:txBody>
                    <a:bodyPr/>
                    <a:lstStyle/>
                    <a:p>
                      <a:pPr marL="0" marR="0" lvl="0" indent="0" algn="ctr" defTabSz="557240" rtl="0" eaLnBrk="1" fontAlgn="auto" latinLnBrk="0" hangingPunct="1">
                        <a:lnSpc>
                          <a:spcPct val="100000"/>
                        </a:lnSpc>
                        <a:spcBef>
                          <a:spcPts val="0"/>
                        </a:spcBef>
                        <a:spcAft>
                          <a:spcPts val="0"/>
                        </a:spcAft>
                        <a:buClrTx/>
                        <a:buSzTx/>
                        <a:buFontTx/>
                        <a:buNone/>
                        <a:tabLst/>
                        <a:defRPr/>
                      </a:pPr>
                      <a:endParaRPr lang="fr-FR" sz="900" b="1" i="1" kern="1200" noProof="0">
                        <a:solidFill>
                          <a:schemeClr val="tx1"/>
                        </a:solidFill>
                        <a:latin typeface="+mn-lt"/>
                        <a:ea typeface="+mn-ea"/>
                        <a:cs typeface="+mn-cs"/>
                      </a:endParaRPr>
                    </a:p>
                  </a:txBody>
                  <a:tcPr anchor="b">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algn="l" fontAlgn="ctr"/>
                      <a:endParaRPr lang="fr-FR" sz="1100" b="0" i="0" u="none" strike="noStrike">
                        <a:solidFill>
                          <a:srgbClr val="000000"/>
                        </a:solidFill>
                        <a:effectLst/>
                        <a:latin typeface="Arial" panose="020B060402020202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R="0" lvl="0" algn="l" defTabSz="914400" rtl="0" eaLnBrk="1" fontAlgn="auto" latinLnBrk="0" hangingPunct="1">
                        <a:lnSpc>
                          <a:spcPct val="110000"/>
                        </a:lnSpc>
                        <a:spcAft>
                          <a:spcPts val="0"/>
                        </a:spcAft>
                        <a:buClr>
                          <a:srgbClr val="313F4F"/>
                        </a:buClr>
                        <a:buSzPts val="1000"/>
                        <a:tabLst/>
                        <a:defRPr/>
                      </a:pPr>
                      <a:endParaRPr lang="fr-FR" sz="1100" b="1" dirty="0">
                        <a:solidFill>
                          <a:srgbClr val="000000"/>
                        </a:solidFill>
                        <a:latin typeface="+mn-lt"/>
                        <a:sym typeface="Arial"/>
                      </a:endParaRPr>
                    </a:p>
                  </a:txBody>
                  <a:tcPr marL="0" marR="0" marT="0" marB="0" anchor="ctr">
                    <a:lnL w="12700" cap="flat" cmpd="sng" algn="ctr">
                      <a:solidFill>
                        <a:schemeClr val="bg1"/>
                      </a:solidFill>
                      <a:prstDash val="solid"/>
                      <a:round/>
                      <a:headEnd type="none" w="med" len="med"/>
                      <a:tailEnd type="none" w="med" len="med"/>
                    </a:lnL>
                    <a:lnT w="12700" cap="flat" cmpd="sng" algn="ctr">
                      <a:solidFill>
                        <a:schemeClr val="bg1">
                          <a:lumMod val="75000"/>
                        </a:schemeClr>
                      </a:solidFill>
                      <a:prstDash val="sysDash"/>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1125027618"/>
                  </a:ext>
                </a:extLst>
              </a:tr>
            </a:tbl>
          </a:graphicData>
        </a:graphic>
      </p:graphicFrame>
      <p:pic>
        <p:nvPicPr>
          <p:cNvPr id="2050" name="Picture 2" descr="ITNOVEM. | Nos offres d'emploi">
            <a:extLst>
              <a:ext uri="{FF2B5EF4-FFF2-40B4-BE49-F238E27FC236}">
                <a16:creationId xmlns:a16="http://schemas.microsoft.com/office/drawing/2014/main" id="{9E06B6B6-CA4E-9A81-31C1-A63C85D84CF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8858" y="3090513"/>
            <a:ext cx="1583179" cy="6769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390148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NUM" val="6"/>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NUM" val="6"/>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NUM" val="6"/>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023 03_ACI partners">
  <a:themeElements>
    <a:clrScheme name="Personnalisé 5">
      <a:dk1>
        <a:srgbClr val="000000"/>
      </a:dk1>
      <a:lt1>
        <a:srgbClr val="FFFFFF"/>
      </a:lt1>
      <a:dk2>
        <a:srgbClr val="313F4F"/>
      </a:dk2>
      <a:lt2>
        <a:srgbClr val="F2F2F2"/>
      </a:lt2>
      <a:accent1>
        <a:srgbClr val="313F4F"/>
      </a:accent1>
      <a:accent2>
        <a:srgbClr val="425468"/>
      </a:accent2>
      <a:accent3>
        <a:srgbClr val="8295AE"/>
      </a:accent3>
      <a:accent4>
        <a:srgbClr val="678BA9"/>
      </a:accent4>
      <a:accent5>
        <a:srgbClr val="FA803D"/>
      </a:accent5>
      <a:accent6>
        <a:srgbClr val="FAEB37"/>
      </a:accent6>
      <a:hlink>
        <a:srgbClr val="8297B0"/>
      </a:hlink>
      <a:folHlink>
        <a:srgbClr val="678BA8"/>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4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2023 03_ACI partners" id="{C2E85A24-EC8A-44BD-934F-B55D994E1818}" vid="{048C62D8-7484-4431-9444-855DECC00AE4}"/>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EA5923CF42828478025696259AFA44C" ma:contentTypeVersion="13" ma:contentTypeDescription="Create a new document." ma:contentTypeScope="" ma:versionID="bc6f69bf5c0fab46b0890501e777c6a1">
  <xsd:schema xmlns:xsd="http://www.w3.org/2001/XMLSchema" xmlns:xs="http://www.w3.org/2001/XMLSchema" xmlns:p="http://schemas.microsoft.com/office/2006/metadata/properties" xmlns:ns2="b662136d-f4c7-4ecd-aecf-392677ef4b39" xmlns:ns3="5438b2ed-c33a-4943-80d4-1eb1a51ca64d" targetNamespace="http://schemas.microsoft.com/office/2006/metadata/properties" ma:root="true" ma:fieldsID="c6656d7fccc761501876d40b0bdff1b8" ns2:_="" ns3:_="">
    <xsd:import namespace="b662136d-f4c7-4ecd-aecf-392677ef4b39"/>
    <xsd:import namespace="5438b2ed-c33a-4943-80d4-1eb1a51ca64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662136d-f4c7-4ecd-aecf-392677ef4b3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9c4cb228-3045-4ce0-a5ba-35060aea63d2" ma:termSetId="09814cd3-568e-fe90-9814-8d621ff8fb84" ma:anchorId="fba54fb3-c3e1-fe81-a776-ca4b69148c4d" ma:open="true" ma:isKeyword="false">
      <xsd:complexType>
        <xsd:sequence>
          <xsd:element ref="pc:Terms" minOccurs="0" maxOccurs="1"/>
        </xsd:sequence>
      </xsd:complexType>
    </xsd:element>
    <xsd:element name="MediaServiceLocation" ma:index="19" nillable="true" ma:displayName="Location" ma:indexed="true" ma:internalName="MediaServiceLocatio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438b2ed-c33a-4943-80d4-1eb1a51ca64d"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c9b42586-e577-452a-859a-b23ae595a161}" ma:internalName="TaxCatchAll" ma:showField="CatchAllData" ma:web="5438b2ed-c33a-4943-80d4-1eb1a51ca64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b662136d-f4c7-4ecd-aecf-392677ef4b39">
      <Terms xmlns="http://schemas.microsoft.com/office/infopath/2007/PartnerControls"/>
    </lcf76f155ced4ddcb4097134ff3c332f>
    <TaxCatchAll xmlns="5438b2ed-c33a-4943-80d4-1eb1a51ca64d" xsi:nil="true"/>
  </documentManagement>
</p:properties>
</file>

<file path=customXml/itemProps1.xml><?xml version="1.0" encoding="utf-8"?>
<ds:datastoreItem xmlns:ds="http://schemas.openxmlformats.org/officeDocument/2006/customXml" ds:itemID="{1783928A-16BB-46DD-99FA-B3F8B6A54A96}">
  <ds:schemaRefs>
    <ds:schemaRef ds:uri="http://schemas.microsoft.com/sharepoint/v3/contenttype/forms"/>
  </ds:schemaRefs>
</ds:datastoreItem>
</file>

<file path=customXml/itemProps2.xml><?xml version="1.0" encoding="utf-8"?>
<ds:datastoreItem xmlns:ds="http://schemas.openxmlformats.org/officeDocument/2006/customXml" ds:itemID="{13630D37-05BB-4CBE-94F0-9594A1CAAB76}"/>
</file>

<file path=customXml/itemProps3.xml><?xml version="1.0" encoding="utf-8"?>
<ds:datastoreItem xmlns:ds="http://schemas.openxmlformats.org/officeDocument/2006/customXml" ds:itemID="{14B2C9DB-0A57-4B63-9B2F-1F2577DE39DB}">
  <ds:schemaRefs>
    <ds:schemaRef ds:uri="4f6f44f4-5674-4c2b-bc40-55542a1e461f"/>
    <ds:schemaRef ds:uri="93f4ea96-aa74-42f7-9ee2-d0081040e0e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b662136d-f4c7-4ecd-aecf-392677ef4b39"/>
    <ds:schemaRef ds:uri="5438b2ed-c33a-4943-80d4-1eb1a51ca64d"/>
  </ds:schemaRefs>
</ds:datastoreItem>
</file>

<file path=docProps/app.xml><?xml version="1.0" encoding="utf-8"?>
<Properties xmlns="http://schemas.openxmlformats.org/officeDocument/2006/extended-properties" xmlns:vt="http://schemas.openxmlformats.org/officeDocument/2006/docPropsVTypes">
  <Template>Default Theme</Template>
  <TotalTime>0</TotalTime>
  <Words>3538</Words>
  <Application>Microsoft Office PowerPoint</Application>
  <PresentationFormat>Widescreen</PresentationFormat>
  <Paragraphs>337</Paragraphs>
  <Slides>18</Slides>
  <Notes>1</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18</vt:i4>
      </vt:variant>
    </vt:vector>
  </HeadingPairs>
  <TitlesOfParts>
    <vt:vector size="23" baseType="lpstr">
      <vt:lpstr>Arial</vt:lpstr>
      <vt:lpstr>Calibri</vt:lpstr>
      <vt:lpstr>Raleway</vt:lpstr>
      <vt:lpstr>2023 03_ACI partners</vt:lpstr>
      <vt:lpstr>think-cell Slide</vt:lpstr>
      <vt:lpstr>Extrait de nos références 1</vt:lpstr>
      <vt:lpstr>Extrait de nos références</vt:lpstr>
      <vt:lpstr>Extrait de nos références</vt:lpstr>
      <vt:lpstr>Extrait de nos références</vt:lpstr>
      <vt:lpstr>Extrait de nos références</vt:lpstr>
      <vt:lpstr>Extrait de nos références</vt:lpstr>
      <vt:lpstr>Extrait de nos références</vt:lpstr>
      <vt:lpstr>Extrait de nos références</vt:lpstr>
      <vt:lpstr>Extrait de nos références</vt:lpstr>
      <vt:lpstr>Extrait de nos références</vt:lpstr>
      <vt:lpstr>Extrait de nos références</vt:lpstr>
      <vt:lpstr>Extrait de nos références</vt:lpstr>
      <vt:lpstr>Extrait de nos références</vt:lpstr>
      <vt:lpstr>Extrait de nos références</vt:lpstr>
      <vt:lpstr>Extrait de nos références</vt:lpstr>
      <vt:lpstr>Extrait de nos références</vt:lpstr>
      <vt:lpstr>Extrait de nos références</vt:lpstr>
      <vt:lpstr>Extrait de nos références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Accelerate Collective Intelligence</dc:title>
  <dc:creator>Adrien Pina</dc:creator>
  <cp:lastModifiedBy>Ismaël LICER</cp:lastModifiedBy>
  <cp:revision>23</cp:revision>
  <dcterms:created xsi:type="dcterms:W3CDTF">2023-09-06T09:59:04Z</dcterms:created>
  <dcterms:modified xsi:type="dcterms:W3CDTF">2025-04-17T15:13:10Z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0x010100AEA5923CF42828478025696259AFA44C</vt:lpwstr>
  </property>
  <property fmtid="{D5CDD505-2E9C-101B-9397-08002B2CF9AE}" pid="4" name="Order">
    <vt:r8>1599600</vt:r8>
  </property>
  <property fmtid="{D5CDD505-2E9C-101B-9397-08002B2CF9AE}" pid="5" name="xd_Signature">
    <vt:bool>false</vt:bool>
  </property>
  <property fmtid="{D5CDD505-2E9C-101B-9397-08002B2CF9AE}" pid="6" name="SharedWithUsers">
    <vt:lpwstr>1456;#Diana-Alexandra Stan;#1333;#Laurent Wlodarczyk;#16;#Vincent Falgéras;#1359;#Catalin Irimia;#53;#Moïse Gueye;#12;#Adrien Pina;#32;#Damien Maniere</vt:lpwstr>
  </property>
  <property fmtid="{D5CDD505-2E9C-101B-9397-08002B2CF9AE}" pid="7" name="xd_ProgID">
    <vt:lpwstr/>
  </property>
  <property fmtid="{D5CDD505-2E9C-101B-9397-08002B2CF9AE}" pid="8" name="ComplianceAssetId">
    <vt:lpwstr/>
  </property>
  <property fmtid="{D5CDD505-2E9C-101B-9397-08002B2CF9AE}" pid="9" name="TemplateUrl">
    <vt:lpwstr/>
  </property>
  <property fmtid="{D5CDD505-2E9C-101B-9397-08002B2CF9AE}" pid="10" name="_ExtendedDescription">
    <vt:lpwstr/>
  </property>
  <property fmtid="{D5CDD505-2E9C-101B-9397-08002B2CF9AE}" pid="11" name="TriggerFlowInfo">
    <vt:lpwstr/>
  </property>
</Properties>
</file>