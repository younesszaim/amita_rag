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notesSlides/notesSlide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147378323" r:id="rId5"/>
    <p:sldId id="2147378335" r:id="rId6"/>
    <p:sldId id="2147378336" r:id="rId7"/>
    <p:sldId id="2147378338" r:id="rId8"/>
    <p:sldId id="2147378649" r:id="rId9"/>
    <p:sldId id="2147378650" r:id="rId10"/>
    <p:sldId id="2147378654" r:id="rId11"/>
    <p:sldId id="2147378656" r:id="rId12"/>
  </p:sldIdLst>
  <p:sldSz cx="12192000" cy="6858000"/>
  <p:notesSz cx="6858000" cy="9144000"/>
  <p:custDataLst>
    <p:tags r:id="rId14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-Alexandra Stan" userId="2b14850f-a8de-4b8f-a1ca-aac948f0bd80" providerId="ADAL" clId="{ABEC9D42-81F6-4B8B-8873-0A2EE6B0A388}"/>
    <pc:docChg chg="undo custSel addSld delSld modSld sldOrd addSection delSection modSection">
      <pc:chgData name="Diana-Alexandra Stan" userId="2b14850f-a8de-4b8f-a1ca-aac948f0bd80" providerId="ADAL" clId="{ABEC9D42-81F6-4B8B-8873-0A2EE6B0A388}" dt="2024-05-21T09:42:10.192" v="97" actId="113"/>
      <pc:docMkLst>
        <pc:docMk/>
      </pc:docMkLst>
      <pc:sldChg chg="modSp mod">
        <pc:chgData name="Diana-Alexandra Stan" userId="2b14850f-a8de-4b8f-a1ca-aac948f0bd80" providerId="ADAL" clId="{ABEC9D42-81F6-4B8B-8873-0A2EE6B0A388}" dt="2024-05-14T09:13:08.592" v="1" actId="14734"/>
        <pc:sldMkLst>
          <pc:docMk/>
          <pc:sldMk cId="4278805120" sldId="2147378330"/>
        </pc:sldMkLst>
      </pc:sldChg>
      <pc:sldChg chg="delSp modSp add mod">
        <pc:chgData name="Diana-Alexandra Stan" userId="2b14850f-a8de-4b8f-a1ca-aac948f0bd80" providerId="ADAL" clId="{ABEC9D42-81F6-4B8B-8873-0A2EE6B0A388}" dt="2024-05-15T14:06:40.677" v="61" actId="20577"/>
        <pc:sldMkLst>
          <pc:docMk/>
          <pc:sldMk cId="464417022" sldId="2147378467"/>
        </pc:sldMkLst>
      </pc:sldChg>
      <pc:sldChg chg="delSp modSp add mod">
        <pc:chgData name="Diana-Alexandra Stan" userId="2b14850f-a8de-4b8f-a1ca-aac948f0bd80" providerId="ADAL" clId="{ABEC9D42-81F6-4B8B-8873-0A2EE6B0A388}" dt="2024-05-15T14:07:36.775" v="78" actId="20577"/>
        <pc:sldMkLst>
          <pc:docMk/>
          <pc:sldMk cId="3457511368" sldId="2147378469"/>
        </pc:sldMkLst>
      </pc:sldChg>
      <pc:sldChg chg="delSp modSp add mod">
        <pc:chgData name="Diana-Alexandra Stan" userId="2b14850f-a8de-4b8f-a1ca-aac948f0bd80" providerId="ADAL" clId="{ABEC9D42-81F6-4B8B-8873-0A2EE6B0A388}" dt="2024-05-15T14:06:45.780" v="70" actId="20577"/>
        <pc:sldMkLst>
          <pc:docMk/>
          <pc:sldMk cId="4110961314" sldId="2147378470"/>
        </pc:sldMkLst>
      </pc:sldChg>
      <pc:sldChg chg="delSp add mod">
        <pc:chgData name="Diana-Alexandra Stan" userId="2b14850f-a8de-4b8f-a1ca-aac948f0bd80" providerId="ADAL" clId="{ABEC9D42-81F6-4B8B-8873-0A2EE6B0A388}" dt="2024-05-15T14:04:25.593" v="40" actId="478"/>
        <pc:sldMkLst>
          <pc:docMk/>
          <pc:sldMk cId="560854086" sldId="2147378476"/>
        </pc:sldMkLst>
      </pc:sldChg>
      <pc:sldChg chg="delSp mod">
        <pc:chgData name="Diana-Alexandra Stan" userId="2b14850f-a8de-4b8f-a1ca-aac948f0bd80" providerId="ADAL" clId="{ABEC9D42-81F6-4B8B-8873-0A2EE6B0A388}" dt="2024-05-15T13:58:01.188" v="35" actId="478"/>
        <pc:sldMkLst>
          <pc:docMk/>
          <pc:sldMk cId="840874942" sldId="2147378477"/>
        </pc:sldMkLst>
      </pc:sldChg>
      <pc:sldChg chg="delSp modSp del mod">
        <pc:chgData name="Diana-Alexandra Stan" userId="2b14850f-a8de-4b8f-a1ca-aac948f0bd80" providerId="ADAL" clId="{ABEC9D42-81F6-4B8B-8873-0A2EE6B0A388}" dt="2024-05-15T14:10:18.443" v="79" actId="47"/>
        <pc:sldMkLst>
          <pc:docMk/>
          <pc:sldMk cId="4043005681" sldId="2147378658"/>
        </pc:sldMkLst>
      </pc:sldChg>
      <pc:sldChg chg="new del">
        <pc:chgData name="Diana-Alexandra Stan" userId="2b14850f-a8de-4b8f-a1ca-aac948f0bd80" providerId="ADAL" clId="{ABEC9D42-81F6-4B8B-8873-0A2EE6B0A388}" dt="2024-05-15T14:06:25.873" v="50" actId="47"/>
        <pc:sldMkLst>
          <pc:docMk/>
          <pc:sldMk cId="707896562" sldId="2147378660"/>
        </pc:sldMkLst>
      </pc:sldChg>
      <pc:sldChg chg="new del">
        <pc:chgData name="Diana-Alexandra Stan" userId="2b14850f-a8de-4b8f-a1ca-aac948f0bd80" providerId="ADAL" clId="{ABEC9D42-81F6-4B8B-8873-0A2EE6B0A388}" dt="2024-05-15T14:07:23.615" v="73" actId="47"/>
        <pc:sldMkLst>
          <pc:docMk/>
          <pc:sldMk cId="758949734" sldId="2147378660"/>
        </pc:sldMkLst>
      </pc:sldChg>
      <pc:sldChg chg="modSp add del mod">
        <pc:chgData name="Diana-Alexandra Stan" userId="2b14850f-a8de-4b8f-a1ca-aac948f0bd80" providerId="ADAL" clId="{ABEC9D42-81F6-4B8B-8873-0A2EE6B0A388}" dt="2024-05-14T09:34:53.937" v="26" actId="2696"/>
        <pc:sldMkLst>
          <pc:docMk/>
          <pc:sldMk cId="873405070" sldId="2147378660"/>
        </pc:sldMkLst>
      </pc:sldChg>
      <pc:sldChg chg="delSp modSp mod">
        <pc:chgData name="Diana-Alexandra Stan" userId="2b14850f-a8de-4b8f-a1ca-aac948f0bd80" providerId="ADAL" clId="{ABEC9D42-81F6-4B8B-8873-0A2EE6B0A388}" dt="2024-05-15T14:15:01.072" v="83" actId="1076"/>
        <pc:sldMkLst>
          <pc:docMk/>
          <pc:sldMk cId="1160057248" sldId="2147378660"/>
        </pc:sldMkLst>
      </pc:sldChg>
      <pc:sldChg chg="new del">
        <pc:chgData name="Diana-Alexandra Stan" userId="2b14850f-a8de-4b8f-a1ca-aac948f0bd80" providerId="ADAL" clId="{ABEC9D42-81F6-4B8B-8873-0A2EE6B0A388}" dt="2024-05-15T14:05:50.647" v="45" actId="47"/>
        <pc:sldMkLst>
          <pc:docMk/>
          <pc:sldMk cId="3462172794" sldId="2147378660"/>
        </pc:sldMkLst>
      </pc:sldChg>
      <pc:sldChg chg="del">
        <pc:chgData name="Diana-Alexandra Stan" userId="2b14850f-a8de-4b8f-a1ca-aac948f0bd80" providerId="ADAL" clId="{ABEC9D42-81F6-4B8B-8873-0A2EE6B0A388}" dt="2024-05-15T14:04:35.237" v="42" actId="47"/>
        <pc:sldMkLst>
          <pc:docMk/>
          <pc:sldMk cId="4238660116" sldId="2147378660"/>
        </pc:sldMkLst>
      </pc:sldChg>
      <pc:sldChg chg="add del">
        <pc:chgData name="Diana-Alexandra Stan" userId="2b14850f-a8de-4b8f-a1ca-aac948f0bd80" providerId="ADAL" clId="{ABEC9D42-81F6-4B8B-8873-0A2EE6B0A388}" dt="2024-05-14T09:33:45.886" v="7"/>
        <pc:sldMkLst>
          <pc:docMk/>
          <pc:sldMk cId="4285291089" sldId="2147378660"/>
        </pc:sldMkLst>
      </pc:sldChg>
      <pc:sldChg chg="addSp delSp new del mod">
        <pc:chgData name="Diana-Alexandra Stan" userId="2b14850f-a8de-4b8f-a1ca-aac948f0bd80" providerId="ADAL" clId="{ABEC9D42-81F6-4B8B-8873-0A2EE6B0A388}" dt="2024-05-15T13:39:15.783" v="31" actId="47"/>
        <pc:sldMkLst>
          <pc:docMk/>
          <pc:sldMk cId="2296911869" sldId="2147378661"/>
        </pc:sldMkLst>
      </pc:sldChg>
      <pc:sldChg chg="delSp modSp add del mod">
        <pc:chgData name="Diana-Alexandra Stan" userId="2b14850f-a8de-4b8f-a1ca-aac948f0bd80" providerId="ADAL" clId="{ABEC9D42-81F6-4B8B-8873-0A2EE6B0A388}" dt="2024-05-15T14:04:31.523" v="41" actId="47"/>
        <pc:sldMkLst>
          <pc:docMk/>
          <pc:sldMk cId="182839367" sldId="2147378662"/>
        </pc:sldMkLst>
      </pc:sldChg>
      <pc:sldChg chg="new del">
        <pc:chgData name="Diana-Alexandra Stan" userId="2b14850f-a8de-4b8f-a1ca-aac948f0bd80" providerId="ADAL" clId="{ABEC9D42-81F6-4B8B-8873-0A2EE6B0A388}" dt="2024-05-15T14:04:23.428" v="38" actId="47"/>
        <pc:sldMkLst>
          <pc:docMk/>
          <pc:sldMk cId="744371929" sldId="2147378663"/>
        </pc:sldMkLst>
      </pc:sldChg>
      <pc:sldChg chg="new del">
        <pc:chgData name="Diana-Alexandra Stan" userId="2b14850f-a8de-4b8f-a1ca-aac948f0bd80" providerId="ADAL" clId="{ABEC9D42-81F6-4B8B-8873-0A2EE6B0A388}" dt="2024-05-21T09:41:19.448" v="89" actId="47"/>
        <pc:sldMkLst>
          <pc:docMk/>
          <pc:sldMk cId="790569242" sldId="2147378720"/>
        </pc:sldMkLst>
      </pc:sldChg>
      <pc:sldChg chg="addSp delSp modSp add mod">
        <pc:chgData name="Diana-Alexandra Stan" userId="2b14850f-a8de-4b8f-a1ca-aac948f0bd80" providerId="ADAL" clId="{ABEC9D42-81F6-4B8B-8873-0A2EE6B0A388}" dt="2024-05-21T09:42:10.192" v="97" actId="113"/>
        <pc:sldMkLst>
          <pc:docMk/>
          <pc:sldMk cId="3975855007" sldId="2147378721"/>
        </pc:sldMkLst>
      </pc:sldChg>
    </pc:docChg>
  </pc:docChgLst>
  <pc:docChgLst>
    <pc:chgData name="Héni BEN MRAD" userId="29e18123-af16-4e2b-8963-6a004e026def" providerId="ADAL" clId="{78E63A4E-AD4F-490C-8E4A-EEC435BAB616}"/>
    <pc:docChg chg="undo custSel addSld delSld modSld sldOrd modSection">
      <pc:chgData name="Héni BEN MRAD" userId="29e18123-af16-4e2b-8963-6a004e026def" providerId="ADAL" clId="{78E63A4E-AD4F-490C-8E4A-EEC435BAB616}" dt="2024-05-16T07:28:05.329" v="34"/>
      <pc:docMkLst>
        <pc:docMk/>
      </pc:docMkLst>
      <pc:sldChg chg="modSp mod">
        <pc:chgData name="Héni BEN MRAD" userId="29e18123-af16-4e2b-8963-6a004e026def" providerId="ADAL" clId="{78E63A4E-AD4F-490C-8E4A-EEC435BAB616}" dt="2024-05-15T08:31:24.252" v="1" actId="1076"/>
        <pc:sldMkLst>
          <pc:docMk/>
          <pc:sldMk cId="17159160" sldId="2147378656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229247021" sldId="214737866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596813283" sldId="2147378663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36498837" sldId="2147378664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553861569" sldId="2147378665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78661884" sldId="2147378668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05728382" sldId="2147378669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43201548" sldId="2147378670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785727531" sldId="214737867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60049709" sldId="214737867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600413362" sldId="214737867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4230165508" sldId="214737867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53351736" sldId="2147378678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481359237" sldId="214737867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51729791" sldId="2147378681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425987383" sldId="214737868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868947623" sldId="214737868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882209703" sldId="214737868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955142616" sldId="2147378687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99446170" sldId="214737868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21991331" sldId="214737869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92800247" sldId="2147378691"/>
        </pc:sldMkLst>
      </pc:sldChg>
      <pc:sldChg chg="add del">
        <pc:chgData name="Héni BEN MRAD" userId="29e18123-af16-4e2b-8963-6a004e026def" providerId="ADAL" clId="{78E63A4E-AD4F-490C-8E4A-EEC435BAB616}" dt="2024-05-16T07:10:15.912" v="8" actId="47"/>
        <pc:sldMkLst>
          <pc:docMk/>
          <pc:sldMk cId="484516163" sldId="214737869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327284772" sldId="2147378692"/>
        </pc:sldMkLst>
      </pc:sldChg>
      <pc:sldChg chg="add del">
        <pc:chgData name="Héni BEN MRAD" userId="29e18123-af16-4e2b-8963-6a004e026def" providerId="ADAL" clId="{78E63A4E-AD4F-490C-8E4A-EEC435BAB616}" dt="2024-05-16T07:10:17.555" v="9" actId="47"/>
        <pc:sldMkLst>
          <pc:docMk/>
          <pc:sldMk cId="3785935496" sldId="2147378692"/>
        </pc:sldMkLst>
      </pc:sldChg>
      <pc:sldChg chg="add del">
        <pc:chgData name="Héni BEN MRAD" userId="29e18123-af16-4e2b-8963-6a004e026def" providerId="ADAL" clId="{78E63A4E-AD4F-490C-8E4A-EEC435BAB616}" dt="2024-05-16T07:10:18.352" v="10" actId="47"/>
        <pc:sldMkLst>
          <pc:docMk/>
          <pc:sldMk cId="269473791" sldId="2147378693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456009956" sldId="2147378694"/>
        </pc:sldMkLst>
      </pc:sldChg>
      <pc:sldChg chg="add del">
        <pc:chgData name="Héni BEN MRAD" userId="29e18123-af16-4e2b-8963-6a004e026def" providerId="ADAL" clId="{78E63A4E-AD4F-490C-8E4A-EEC435BAB616}" dt="2024-05-16T07:10:19.166" v="11" actId="47"/>
        <pc:sldMkLst>
          <pc:docMk/>
          <pc:sldMk cId="1313836966" sldId="2147378694"/>
        </pc:sldMkLst>
      </pc:sldChg>
      <pc:sldChg chg="add del">
        <pc:chgData name="Héni BEN MRAD" userId="29e18123-af16-4e2b-8963-6a004e026def" providerId="ADAL" clId="{78E63A4E-AD4F-490C-8E4A-EEC435BAB616}" dt="2024-05-16T07:10:19.998" v="12" actId="47"/>
        <pc:sldMkLst>
          <pc:docMk/>
          <pc:sldMk cId="3333659444" sldId="2147378695"/>
        </pc:sldMkLst>
      </pc:sldChg>
      <pc:sldChg chg="add del">
        <pc:chgData name="Héni BEN MRAD" userId="29e18123-af16-4e2b-8963-6a004e026def" providerId="ADAL" clId="{78E63A4E-AD4F-490C-8E4A-EEC435BAB616}" dt="2024-05-16T07:10:20.664" v="13" actId="47"/>
        <pc:sldMkLst>
          <pc:docMk/>
          <pc:sldMk cId="1725248626" sldId="2147378696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5575117" sldId="2147378696"/>
        </pc:sldMkLst>
      </pc:sldChg>
      <pc:sldChg chg="add del">
        <pc:chgData name="Héni BEN MRAD" userId="29e18123-af16-4e2b-8963-6a004e026def" providerId="ADAL" clId="{78E63A4E-AD4F-490C-8E4A-EEC435BAB616}" dt="2024-05-16T07:10:21.493" v="14" actId="47"/>
        <pc:sldMkLst>
          <pc:docMk/>
          <pc:sldMk cId="2244888204" sldId="2147378697"/>
        </pc:sldMkLst>
      </pc:sldChg>
      <pc:sldChg chg="add del">
        <pc:chgData name="Héni BEN MRAD" userId="29e18123-af16-4e2b-8963-6a004e026def" providerId="ADAL" clId="{78E63A4E-AD4F-490C-8E4A-EEC435BAB616}" dt="2024-05-16T07:10:22.179" v="15" actId="47"/>
        <pc:sldMkLst>
          <pc:docMk/>
          <pc:sldMk cId="149892603" sldId="2147378698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53131440" sldId="2147378698"/>
        </pc:sldMkLst>
      </pc:sldChg>
      <pc:sldChg chg="add del">
        <pc:chgData name="Héni BEN MRAD" userId="29e18123-af16-4e2b-8963-6a004e026def" providerId="ADAL" clId="{78E63A4E-AD4F-490C-8E4A-EEC435BAB616}" dt="2024-05-16T07:10:22.874" v="16" actId="47"/>
        <pc:sldMkLst>
          <pc:docMk/>
          <pc:sldMk cId="1058382084" sldId="2147378699"/>
        </pc:sldMkLst>
      </pc:sldChg>
      <pc:sldChg chg="add del">
        <pc:chgData name="Héni BEN MRAD" userId="29e18123-af16-4e2b-8963-6a004e026def" providerId="ADAL" clId="{78E63A4E-AD4F-490C-8E4A-EEC435BAB616}" dt="2024-05-16T07:10:23.492" v="17" actId="47"/>
        <pc:sldMkLst>
          <pc:docMk/>
          <pc:sldMk cId="1368798832" sldId="214737870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7934972" sldId="2147378700"/>
        </pc:sldMkLst>
      </pc:sldChg>
      <pc:sldChg chg="add del">
        <pc:chgData name="Héni BEN MRAD" userId="29e18123-af16-4e2b-8963-6a004e026def" providerId="ADAL" clId="{78E63A4E-AD4F-490C-8E4A-EEC435BAB616}" dt="2024-05-16T07:10:24.105" v="18" actId="47"/>
        <pc:sldMkLst>
          <pc:docMk/>
          <pc:sldMk cId="1216998310" sldId="214737870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436619141" sldId="2147378701"/>
        </pc:sldMkLst>
      </pc:sldChg>
      <pc:sldChg chg="add del">
        <pc:chgData name="Héni BEN MRAD" userId="29e18123-af16-4e2b-8963-6a004e026def" providerId="ADAL" clId="{78E63A4E-AD4F-490C-8E4A-EEC435BAB616}" dt="2024-05-16T07:10:24.817" v="19" actId="47"/>
        <pc:sldMkLst>
          <pc:docMk/>
          <pc:sldMk cId="92800247" sldId="2147378702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1453969738" sldId="2147378703"/>
        </pc:sldMkLst>
      </pc:sldChg>
      <pc:sldChg chg="add del">
        <pc:chgData name="Héni BEN MRAD" userId="29e18123-af16-4e2b-8963-6a004e026def" providerId="ADAL" clId="{78E63A4E-AD4F-490C-8E4A-EEC435BAB616}" dt="2024-05-16T07:10:25.399" v="20" actId="47"/>
        <pc:sldMkLst>
          <pc:docMk/>
          <pc:sldMk cId="3327284772" sldId="2147378703"/>
        </pc:sldMkLst>
      </pc:sldChg>
      <pc:sldChg chg="add del">
        <pc:chgData name="Héni BEN MRAD" userId="29e18123-af16-4e2b-8963-6a004e026def" providerId="ADAL" clId="{78E63A4E-AD4F-490C-8E4A-EEC435BAB616}" dt="2024-05-16T07:10:26.031" v="21" actId="47"/>
        <pc:sldMkLst>
          <pc:docMk/>
          <pc:sldMk cId="456009956" sldId="2147378704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9515716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981362468" sldId="2147378705"/>
        </pc:sldMkLst>
      </pc:sldChg>
      <pc:sldChg chg="add del">
        <pc:chgData name="Héni BEN MRAD" userId="29e18123-af16-4e2b-8963-6a004e026def" providerId="ADAL" clId="{78E63A4E-AD4F-490C-8E4A-EEC435BAB616}" dt="2024-05-16T07:10:26.660" v="22" actId="47"/>
        <pc:sldMkLst>
          <pc:docMk/>
          <pc:sldMk cId="264557511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66727073" sldId="2147378706"/>
        </pc:sldMkLst>
      </pc:sldChg>
      <pc:sldChg chg="add del">
        <pc:chgData name="Héni BEN MRAD" userId="29e18123-af16-4e2b-8963-6a004e026def" providerId="ADAL" clId="{78E63A4E-AD4F-490C-8E4A-EEC435BAB616}" dt="2024-05-16T07:10:27.279" v="23" actId="47"/>
        <pc:sldMkLst>
          <pc:docMk/>
          <pc:sldMk cId="353131440" sldId="2147378706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186096818" sldId="2147378706"/>
        </pc:sldMkLst>
      </pc:sldChg>
      <pc:sldChg chg="add del">
        <pc:chgData name="Héni BEN MRAD" userId="29e18123-af16-4e2b-8963-6a004e026def" providerId="ADAL" clId="{78E63A4E-AD4F-490C-8E4A-EEC435BAB616}" dt="2024-05-16T07:10:28.168" v="24" actId="47"/>
        <pc:sldMkLst>
          <pc:docMk/>
          <pc:sldMk cId="2647934972" sldId="2147378707"/>
        </pc:sldMkLst>
      </pc:sldChg>
      <pc:sldChg chg="add del">
        <pc:chgData name="Héni BEN MRAD" userId="29e18123-af16-4e2b-8963-6a004e026def" providerId="ADAL" clId="{78E63A4E-AD4F-490C-8E4A-EEC435BAB616}" dt="2024-05-16T07:10:28.782" v="25" actId="47"/>
        <pc:sldMkLst>
          <pc:docMk/>
          <pc:sldMk cId="3436619141" sldId="2147378708"/>
        </pc:sldMkLst>
      </pc:sldChg>
      <pc:sldChg chg="add del">
        <pc:chgData name="Héni BEN MRAD" userId="29e18123-af16-4e2b-8963-6a004e026def" providerId="ADAL" clId="{78E63A4E-AD4F-490C-8E4A-EEC435BAB616}" dt="2024-05-16T07:10:31.211" v="26" actId="47"/>
        <pc:sldMkLst>
          <pc:docMk/>
          <pc:sldMk cId="1453969738" sldId="214737870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698827131" sldId="214737870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4190672234" sldId="2147378709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2823448428" sldId="2147378710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61900893" sldId="2147378711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945530814" sldId="2147378712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793402826" sldId="2147378713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3916433297" sldId="2147378714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07029331" sldId="2147378715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962818013" sldId="2147378717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280056239" sldId="2147378718"/>
        </pc:sldMkLst>
      </pc:sldChg>
      <pc:sldChg chg="add del">
        <pc:chgData name="Héni BEN MRAD" userId="29e18123-af16-4e2b-8963-6a004e026def" providerId="ADAL" clId="{78E63A4E-AD4F-490C-8E4A-EEC435BAB616}" dt="2024-05-16T07:28:01.308" v="33"/>
        <pc:sldMkLst>
          <pc:docMk/>
          <pc:sldMk cId="654307286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308491393" sldId="214737871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706009947" sldId="2147378719"/>
        </pc:sldMkLst>
      </pc:sldChg>
      <pc:sldChg chg="add">
        <pc:chgData name="Héni BEN MRAD" userId="29e18123-af16-4e2b-8963-6a004e026def" providerId="ADAL" clId="{78E63A4E-AD4F-490C-8E4A-EEC435BAB616}" dt="2024-05-16T07:28:05.329" v="34"/>
        <pc:sldMkLst>
          <pc:docMk/>
          <pc:sldMk cId="3919194427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71410912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75036908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31977721" sldId="2147378721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80514243" sldId="2147378721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7814840" sldId="2147378722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08938016" sldId="2147378722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063390252" sldId="2147378723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282623194" sldId="21473787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171A1-F55B-4300-A18E-75AE39E64350}" type="datetimeFigureOut">
              <a:rPr lang="fr-FR" smtClean="0"/>
              <a:t>17/04/2025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6B738-3D5C-4851-BA0A-F593F390B82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72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96B738-3D5C-4851-BA0A-F593F390B82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69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436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27283" y="5292725"/>
            <a:ext cx="2937434" cy="106362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D741F203-39C2-8465-9E74-15F19FD3D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8883" y="5292725"/>
            <a:ext cx="3128893" cy="106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ble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097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5C6E4F6-E88F-E84E-0950-25AFB4F532BB}"/>
              </a:ext>
            </a:extLst>
          </p:cNvPr>
          <p:cNvSpPr/>
          <p:nvPr/>
        </p:nvSpPr>
        <p:spPr>
          <a:xfrm>
            <a:off x="155574" y="152400"/>
            <a:ext cx="3378933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40474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7620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0195042A-90D0-34D6-C22D-45B6A12E2B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81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5923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E6D46E39-FB99-4BF4-B965-51E151375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4563" y="4818826"/>
            <a:ext cx="5285016" cy="179657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4428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g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955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0FB9975-02E6-5AA9-F3E3-25070AE0C3B8}"/>
              </a:ext>
            </a:extLst>
          </p:cNvPr>
          <p:cNvSpPr/>
          <p:nvPr/>
        </p:nvSpPr>
        <p:spPr>
          <a:xfrm>
            <a:off x="155574" y="152399"/>
            <a:ext cx="3378933" cy="65532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39417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5125"/>
          </a:xfrm>
        </p:spPr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6563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Raleway Light" panose="020B0003030101060003" pitchFamily="34" charset="0"/>
              </a:defRPr>
            </a:lvl1pPr>
          </a:lstStyle>
          <a:p>
            <a:pPr lvl="0"/>
            <a:r>
              <a:rPr lang="fr-FR" noProof="0">
                <a:latin typeface="+mj-lt"/>
              </a:rPr>
              <a:t>© ACI partners | Confidentiel 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1597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017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04549" y="6340476"/>
            <a:ext cx="7318401" cy="36000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0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904195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D53CA171-068E-EDB1-7CF5-A2BB8CAEC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9041952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9727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5953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anchor="t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11430003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382865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8708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78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07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06551"/>
            <a:ext cx="7569001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825624"/>
            <a:ext cx="7569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0388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994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7641002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7641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06551"/>
            <a:ext cx="3708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825624"/>
            <a:ext cx="3708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495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6617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395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878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235060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49" y="152400"/>
            <a:ext cx="6977863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6424" y="3001630"/>
            <a:ext cx="3464313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16424" y="3684766"/>
            <a:ext cx="3464313" cy="2420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D8B5DCD-0FE5-F4AD-0455-D5B227CF48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38587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504AF62D-622A-D8B8-3FE8-9BE1D7C5570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D877059-911D-4C8C-1E64-B46C382ACAEF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</p:spTree>
    <p:extLst>
      <p:ext uri="{BB962C8B-B14F-4D97-AF65-F5344CB8AC3E}">
        <p14:creationId xmlns:p14="http://schemas.microsoft.com/office/powerpoint/2010/main" val="29636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8547708" y="152400"/>
            <a:ext cx="348840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50" y="152400"/>
            <a:ext cx="348806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4430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4622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E1B4779-6E96-2CA5-5365-456599D8CBF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65253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C7704363-0CA5-9867-A073-FE0383F81B1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9203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83F5E8D-DC34-CB01-5C9C-813B260B891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C0554B0-77F5-A099-E6B3-4C58136521C5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E3DB172-92D7-C172-A50E-E0AD69B3B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2488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88450C6-721F-B2DE-95DE-354A7DBC99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52680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86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FAA9235A-9DEE-240D-62CA-3BB48AA0E80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FF93BCF-02C7-5B52-B82D-E8ED9FA8B91E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BD2340-73DA-9C03-F51E-998F2842EFEC}"/>
              </a:ext>
            </a:extLst>
          </p:cNvPr>
          <p:cNvSpPr/>
          <p:nvPr/>
        </p:nvSpPr>
        <p:spPr>
          <a:xfrm>
            <a:off x="9711014" y="152399"/>
            <a:ext cx="2325411" cy="65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7385603" y="152400"/>
            <a:ext cx="232541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60192" y="152400"/>
            <a:ext cx="2325411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919C13D-903B-D43A-1004-108D8D4CAE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60829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C2AC75B3-5077-A8E7-F76B-E38A6BAA97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1013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07A97C8-3D95-3EBF-02A0-2FC800E6D2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240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0FBE1A0-53D3-A6FE-FC6D-A8478AAC1B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86424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EC0B694-A32E-D8D4-5AEB-39330B9DB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1651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A1B7DB9-8E34-E736-7AD2-27C2B58449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1835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33707480-81A3-6CB5-CA74-7672CEA9414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10471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A1A5CE3D-0051-E316-AF39-06D78C0D635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85060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0F88CFB0-191C-5F38-84E6-E8F622972A3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59649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pic>
        <p:nvPicPr>
          <p:cNvPr id="20" name="Graphic 26">
            <a:extLst>
              <a:ext uri="{FF2B5EF4-FFF2-40B4-BE49-F238E27FC236}">
                <a16:creationId xmlns:a16="http://schemas.microsoft.com/office/drawing/2014/main" id="{05496D6C-CD74-616D-FDD2-01CD0DD43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8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873534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359" imgH="360" progId="TCLayout.ActiveDocument.1">
                  <p:embed/>
                </p:oleObj>
              </mc:Choice>
              <mc:Fallback>
                <p:oleObj name="think-cell Slide" r:id="rId17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485693"/>
            <a:ext cx="11430003" cy="36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825625"/>
            <a:ext cx="1143000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4549" y="6340475"/>
            <a:ext cx="7318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30" y="6340475"/>
            <a:ext cx="591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900" b="0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EAE1AD28-E865-978A-DD49-D21AF449B7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65B99EF-19E1-E906-69E0-E7404B75E831}"/>
              </a:ext>
            </a:extLst>
          </p:cNvPr>
          <p:cNvSpPr txBox="1"/>
          <p:nvPr/>
        </p:nvSpPr>
        <p:spPr>
          <a:xfrm>
            <a:off x="380997" y="6407621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</p:spTree>
    <p:extLst>
      <p:ext uri="{BB962C8B-B14F-4D97-AF65-F5344CB8AC3E}">
        <p14:creationId xmlns:p14="http://schemas.microsoft.com/office/powerpoint/2010/main" val="30414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2" r:id="rId2"/>
    <p:sldLayoutId id="2147483659" r:id="rId3"/>
    <p:sldLayoutId id="2147483653" r:id="rId4"/>
    <p:sldLayoutId id="2147483655" r:id="rId5"/>
    <p:sldLayoutId id="2147483649" r:id="rId6"/>
    <p:sldLayoutId id="2147483650" r:id="rId7"/>
    <p:sldLayoutId id="2147483663" r:id="rId8"/>
    <p:sldLayoutId id="2147483662" r:id="rId9"/>
    <p:sldLayoutId id="2147483657" r:id="rId10"/>
    <p:sldLayoutId id="2147483651" r:id="rId11"/>
    <p:sldLayoutId id="2147483661" r:id="rId12"/>
    <p:sldLayoutId id="2147483660" r:id="rId13"/>
    <p:sldLayoutId id="214748365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2000" kern="120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0.xml"/><Relationship Id="rId6" Type="http://schemas.openxmlformats.org/officeDocument/2006/relationships/image" Target="../media/image11.jpe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6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1.xml"/><Relationship Id="rId5" Type="http://schemas.openxmlformats.org/officeDocument/2006/relationships/image" Target="../media/image12.png"/><Relationship Id="rId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2.xml"/><Relationship Id="rId5" Type="http://schemas.openxmlformats.org/officeDocument/2006/relationships/image" Target="../media/image13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3.xml"/><Relationship Id="rId5" Type="http://schemas.openxmlformats.org/officeDocument/2006/relationships/image" Target="../media/image13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4.xml"/><Relationship Id="rId5" Type="http://schemas.openxmlformats.org/officeDocument/2006/relationships/image" Target="../media/image14.jpe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5.xml"/><Relationship Id="rId5" Type="http://schemas.openxmlformats.org/officeDocument/2006/relationships/image" Target="../media/image15.jpe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6.xml"/><Relationship Id="rId5" Type="http://schemas.openxmlformats.org/officeDocument/2006/relationships/image" Target="../media/image16.png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7.xml"/><Relationship Id="rId5" Type="http://schemas.openxmlformats.org/officeDocument/2006/relationships/image" Target="../media/image17.jpe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4552978"/>
              </p:ext>
            </p:extLst>
          </p:nvPr>
        </p:nvGraphicFramePr>
        <p:xfrm>
          <a:off x="361541" y="1808163"/>
          <a:ext cx="11430002" cy="3871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BPCE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Volonté d’acquisition d’un outil FO-MO de financement structuré pour fiabiliser la production (diminution des risques opérationnels), faciliter les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internes et externes (dont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réglementaires), et optimiser le suivi MO (gain PNB)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Finalisation du cahier des charges &amp; début de conception détaillé des besoins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Simulation du coût et ROI des solutions éditeurs selon plusieurs scénarii et support de BPCE Achat dans la négociation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Réalisation du dossier de choix et complétion itérative avec les éléments clés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906517"/>
                  </a:ext>
                </a:extLst>
              </a:tr>
            </a:tbl>
          </a:graphicData>
        </a:graphic>
      </p:graphicFrame>
      <p:pic>
        <p:nvPicPr>
          <p:cNvPr id="3" name="Image 2" descr="Une image contenant dessin&#10;&#10;Description générée automatiquement">
            <a:extLst>
              <a:ext uri="{FF2B5EF4-FFF2-40B4-BE49-F238E27FC236}">
                <a16:creationId xmlns:a16="http://schemas.microsoft.com/office/drawing/2014/main" id="{E3B115B0-13B0-9106-D765-F189196E3D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19" y="2290988"/>
            <a:ext cx="10668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2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7219538"/>
              </p:ext>
            </p:extLst>
          </p:nvPr>
        </p:nvGraphicFramePr>
        <p:xfrm>
          <a:off x="361541" y="1808164"/>
          <a:ext cx="11430002" cy="4449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292643">
                <a:tc>
                  <a:txBody>
                    <a:bodyPr/>
                    <a:lstStyle/>
                    <a:p>
                      <a:r>
                        <a:rPr lang="fr-FR" sz="1400" b="1" noProof="0" dirty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1293165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1013511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6980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CIB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CACIB souhait mettre en place une Data Gouvernance (Data Office/filières métiers) ainsi que des contrôles Data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Quality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pour contrôler les données traitées/exploitées au sein de différentes filières à l'aide de l'outil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SmartDQ</a:t>
                      </a: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b="1" dirty="0"/>
                        <a:t>Déploiement d’une gouvernance des données : </a:t>
                      </a:r>
                      <a:r>
                        <a:rPr lang="fr-FR" sz="1100" i="1" dirty="0"/>
                        <a:t>data </a:t>
                      </a:r>
                      <a:r>
                        <a:rPr lang="fr-FR" sz="1100" i="1" dirty="0" err="1"/>
                        <a:t>lineage</a:t>
                      </a:r>
                      <a:r>
                        <a:rPr lang="fr-FR" sz="1100" i="1" dirty="0"/>
                        <a:t> via la mise en œuvre d’un glossaire métiers (</a:t>
                      </a:r>
                      <a:r>
                        <a:rPr lang="fr-FR" sz="1100" i="1" dirty="0" err="1"/>
                        <a:t>Collibra</a:t>
                      </a:r>
                      <a:r>
                        <a:rPr lang="fr-FR" sz="1100" i="1" dirty="0"/>
                        <a:t>), cartographie des flux de données entre outils/SI, data modeling, structuration des process (RACI et Data </a:t>
                      </a:r>
                      <a:r>
                        <a:rPr lang="fr-FR" sz="1100" i="1" dirty="0" err="1"/>
                        <a:t>Owners</a:t>
                      </a:r>
                      <a:r>
                        <a:rPr lang="fr-FR" sz="1100" i="1" dirty="0"/>
                        <a:t>), déclinaison des instances au niveau central et au sein des différentes filières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b="1" dirty="0"/>
                        <a:t>Modélisation des données et déploiement d’un outil de contrôle de la qualité : </a:t>
                      </a:r>
                      <a:r>
                        <a:rPr kumimoji="0" lang="fr-F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définition d’indicateurs qualité pertinents, mise en place de contrôles, </a:t>
                      </a:r>
                      <a:r>
                        <a:rPr kumimoji="0" lang="fr-FR" sz="11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testing</a:t>
                      </a:r>
                      <a:r>
                        <a:rPr kumimoji="0" lang="fr-F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 contrôles, plan de </a:t>
                      </a:r>
                      <a:r>
                        <a:rPr kumimoji="0" lang="fr-FR" sz="11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remediation</a:t>
                      </a:r>
                      <a:r>
                        <a:rPr kumimoji="0" lang="fr-F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 sur les processus existants, correction des écarts 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b="1" dirty="0"/>
                        <a:t>Conduite du changement : </a:t>
                      </a:r>
                      <a:r>
                        <a:rPr lang="fr-FR" sz="1100" i="1" dirty="0"/>
                        <a:t>sensibilisation départements Métiers/IT sur les enjeux Data, diffusion de procédures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9449350"/>
                  </a:ext>
                </a:extLst>
              </a:tr>
            </a:tbl>
          </a:graphicData>
        </a:graphic>
      </p:graphicFrame>
      <p:pic>
        <p:nvPicPr>
          <p:cNvPr id="5" name="Image 17">
            <a:extLst>
              <a:ext uri="{FF2B5EF4-FFF2-40B4-BE49-F238E27FC236}">
                <a16:creationId xmlns:a16="http://schemas.microsoft.com/office/drawing/2014/main" id="{94F89D1B-4418-A093-3B67-71EDB8B0F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62" y="4539054"/>
            <a:ext cx="1580204" cy="39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167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54493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7519272"/>
              </p:ext>
            </p:extLst>
          </p:nvPr>
        </p:nvGraphicFramePr>
        <p:xfrm>
          <a:off x="381000" y="1825625"/>
          <a:ext cx="11430002" cy="39816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S.A.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 publication de la proposition législative dite « CRR3 / CRD6 » en octobre 2021 a marqué le démarrage d’un processus législatif qui aboutira au 1er janvier 2025. La Direction des Risques Groupe a ainsi engagé un programme de cadrage et de fabrication des solutions « Bâle IV » pour répondre aux nouveaux besoins de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Analyse de la documentation réglementaire et du périmètre d’application des nouvelles données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Analyse des flux de données actuels et des impacts des nouveaux contrôles sur la qualité des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reportings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déjà en production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Ateliers avec les référents métiers pour confirmer les impacts et cadrer les travaux de mise en qualité des données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Suivi d’avancement avec la Direction des Risques Groupe : participation aux groupes de travail transverses, alimentation des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reportings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, participation à la Comitologie Groupe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746876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S.A.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Organisation des processus de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reporting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mise en place du Valuation Data Set (VDS),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reporting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réglementaire demandé par le SRB (Single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Resolution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Board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), visant à produire sous 24h la vision de la résolution de la quasi-totalité des actifs à la maille granulaire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Conduite des Self-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Assessment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 (SA) sur la disponibilité des données requises par le SRB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Sur la base des SA, identifications des différents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sourcing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de données parmi les outils internes de gestion, de comptabilités et de risques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Conception de l'architecture ambitionnée de la remontée des données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Rédactions des spécifications fonctionnelles et techniques du moteur VDS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Suivi et mise en qualité de la collecte des données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Mise en place du premier Dry Run VDS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A5573F4E-A57C-E7D0-8249-FD8AD8403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57" y="3189026"/>
            <a:ext cx="1080078" cy="55556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CE6AA3F-A03C-8DAB-F2A4-C8529F2CA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57" y="4679164"/>
            <a:ext cx="1080078" cy="5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43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9510760"/>
              </p:ext>
            </p:extLst>
          </p:nvPr>
        </p:nvGraphicFramePr>
        <p:xfrm>
          <a:off x="381000" y="1825625"/>
          <a:ext cx="11430002" cy="28743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S.A.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Suite à un exercice de production du ratio MREL ayant relevé des problématiques de qualité de donnée, le Groupe CA a choisi de structurer un plan de remédiation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Diagnostic/Analyse de situation sur la production du 31/12/2019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du plan de remédiation pour corriger les écarts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Coordination des travaux identifiés avec les départements (ALM, Compta, IT, Refinancement,…)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 la feuille de route 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746876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</a:tbl>
          </a:graphicData>
        </a:graphic>
      </p:graphicFrame>
      <p:pic>
        <p:nvPicPr>
          <p:cNvPr id="9" name="Image 14">
            <a:extLst>
              <a:ext uri="{FF2B5EF4-FFF2-40B4-BE49-F238E27FC236}">
                <a16:creationId xmlns:a16="http://schemas.microsoft.com/office/drawing/2014/main" id="{00F3BE95-D424-BF83-357E-67CD0B8D0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58" y="2338138"/>
            <a:ext cx="1080078" cy="5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394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4443164"/>
              </p:ext>
            </p:extLst>
          </p:nvPr>
        </p:nvGraphicFramePr>
        <p:xfrm>
          <a:off x="381000" y="1825625"/>
          <a:ext cx="11430002" cy="42254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Pernod Ricard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Suivi et optimisation du processus de consolidation budgétaire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i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Coordination et amélioration des cycles budgétaires :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Budget/</a:t>
                      </a: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Forecast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 : Construction du budget en début d’année fiscale et revue trimestrielle (</a:t>
                      </a: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forecast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Collecte des données essentielles OPEX &amp; CAPEX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Suivi de la refacturation intra groupe.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Monthly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</a:t>
                      </a: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 : remontée mensuelle des dépenses IT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Contrôle de la qualité des données reçues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Alimentation du support de </a:t>
                      </a: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Suivi de KPI clés (qualité des données envoyés à l’IT, délais de soumissions, écarts potentiels…)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i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Pilotage des initiatives et projets digitaux du groupe :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Maintien de la solution API développée par le </a:t>
                      </a: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CoE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Back Office du groupe nécessaire à l’envoi automatique des dépenses IT réalisées chaque mois.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Investigation des erreurs d’alimentation des données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Participation à la comitologie du groupe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Amélioration continue de la structure de coûts dans chacune des filiales pour refléter la nouvelle organisation PR, et mieux suivre les coûts IT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Formation des financiers locaux aux nouvelles méthodes de suivis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Accompagnement dans le déploiement local (configuration des ERP, de l’API).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746876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</a:tbl>
          </a:graphicData>
        </a:graphic>
      </p:graphicFrame>
      <p:pic>
        <p:nvPicPr>
          <p:cNvPr id="17" name="Picture 2" descr="pernod ricard logo - Tournaire">
            <a:extLst>
              <a:ext uri="{FF2B5EF4-FFF2-40B4-BE49-F238E27FC236}">
                <a16:creationId xmlns:a16="http://schemas.microsoft.com/office/drawing/2014/main" id="{0D7EF531-C6B1-EE15-BAE7-66D4CEF1FB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0" t="22607" r="12040"/>
          <a:stretch/>
        </p:blipFill>
        <p:spPr bwMode="auto">
          <a:xfrm>
            <a:off x="718747" y="3429000"/>
            <a:ext cx="1225383" cy="58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583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344794"/>
              </p:ext>
            </p:extLst>
          </p:nvPr>
        </p:nvGraphicFramePr>
        <p:xfrm>
          <a:off x="381000" y="1825625"/>
          <a:ext cx="11430002" cy="4064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11444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Malakoff Humanis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Industrialisation d’un modèle de ciblage des prestations indûment payées et d’un score prédictif de la vulnérabilité des entreprises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Coordination des travaux de fiabilisation et d’industrialisation des modèles et des flux</a:t>
                      </a:r>
                      <a:b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Accompagnement des métiers dans la préparation des campagnes de recouvrement d’indus, dans l’utilisation des outils déployés et dans le pilotage de l’activité opérationnelle</a:t>
                      </a:r>
                      <a:b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Design, spécification et livraison d’un formulaire accessible depuis l’Espace Client Particulier</a:t>
                      </a:r>
                      <a:b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Réalisation de la documentation des deux projets (participation à un audit Positive AI)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1301579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Malakoff Humanis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Identification des personnes en ALD et statuts 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éxonérants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lvl="0" algn="l" defTabSz="914400" rtl="0" eaLnBrk="1" fontAlgn="auto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Clr>
                          <a:srgbClr val="313F4F"/>
                        </a:buClr>
                        <a:buSzPts val="1000"/>
                        <a:tabLst/>
                        <a:defRPr/>
                      </a:pPr>
                      <a:r>
                        <a:rPr lang="fr-FR" sz="1100" dirty="0"/>
                        <a:t>Langage utilisé: SQL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Clr>
                          <a:srgbClr val="313F4F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dirty="0"/>
                        <a:t>Identification des personnes en ALD (Affection Longue Durée) ou statuts exonérants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Clr>
                          <a:srgbClr val="313F4F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dirty="0"/>
                        <a:t>Création de score ou de modèle sous </a:t>
                      </a:r>
                      <a:r>
                        <a:rPr lang="fr-FR" sz="1100" dirty="0" err="1"/>
                        <a:t>Dataiku</a:t>
                      </a:r>
                      <a:r>
                        <a:rPr lang="fr-FR" sz="1100" dirty="0"/>
                        <a:t> DSS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Clr>
                          <a:srgbClr val="313F4F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dirty="0"/>
                        <a:t>Implémentation de règles métiers via des tables de paramétrages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Clr>
                          <a:srgbClr val="313F4F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dirty="0"/>
                        <a:t>Nettoyage de données et création d'indicateur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Clr>
                          <a:srgbClr val="313F4F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dirty="0"/>
                        <a:t>Utilisation d'API pour récupérer ou pousser des données</a:t>
                      </a:r>
                      <a:endParaRPr lang="fr-FR" sz="1100" b="1" dirty="0">
                        <a:solidFill>
                          <a:srgbClr val="000000"/>
                        </a:solidFill>
                        <a:latin typeface="+mn-lt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  <a:tr h="1301579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Clr>
                          <a:srgbClr val="313F4F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1100" b="1" dirty="0">
                        <a:solidFill>
                          <a:srgbClr val="000000"/>
                        </a:solidFill>
                        <a:latin typeface="+mn-lt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631887"/>
                  </a:ext>
                </a:extLst>
              </a:tr>
            </a:tbl>
          </a:graphicData>
        </a:graphic>
      </p:graphicFrame>
      <p:pic>
        <p:nvPicPr>
          <p:cNvPr id="6" name="Image 5" descr="Une image contenant dessin&#10;&#10;Description générée automatiquement">
            <a:extLst>
              <a:ext uri="{FF2B5EF4-FFF2-40B4-BE49-F238E27FC236}">
                <a16:creationId xmlns:a16="http://schemas.microsoft.com/office/drawing/2014/main" id="{20A80DFE-091A-F306-8687-A29B47C4CA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31" y="3698789"/>
            <a:ext cx="1312111" cy="479858"/>
          </a:xfrm>
          <a:prstGeom prst="rect">
            <a:avLst/>
          </a:prstGeom>
        </p:spPr>
      </p:pic>
      <p:pic>
        <p:nvPicPr>
          <p:cNvPr id="7" name="Image 6" descr="Une image contenant dessin&#10;&#10;Description générée automatiquement">
            <a:extLst>
              <a:ext uri="{FF2B5EF4-FFF2-40B4-BE49-F238E27FC236}">
                <a16:creationId xmlns:a16="http://schemas.microsoft.com/office/drawing/2014/main" id="{969BE04B-6264-4139-DFE1-291CECA851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31" y="2446483"/>
            <a:ext cx="1312111" cy="47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621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463628"/>
              </p:ext>
            </p:extLst>
          </p:nvPr>
        </p:nvGraphicFramePr>
        <p:xfrm>
          <a:off x="381000" y="1825625"/>
          <a:ext cx="11430002" cy="41264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9824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644377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2624278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Groupe Henner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intégration</a:t>
                      </a:r>
                    </a:p>
                    <a:p>
                      <a:pPr algn="ctr" fontAlgn="ctr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SSO, ETL/ESB/Software AG/BPM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Analyse des besoins métiers et cartographie des besoins d’architecture technique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Réalisation d’un RFI des plateformes data : </a:t>
                      </a:r>
                      <a:r>
                        <a:rPr lang="fr-FR" sz="1050" dirty="0" err="1"/>
                        <a:t>Snowflake</a:t>
                      </a:r>
                      <a:r>
                        <a:rPr lang="fr-FR" sz="1050" dirty="0"/>
                        <a:t>, </a:t>
                      </a:r>
                      <a:r>
                        <a:rPr lang="fr-FR" sz="1050" dirty="0" err="1"/>
                        <a:t>DataBricks</a:t>
                      </a:r>
                      <a:r>
                        <a:rPr lang="fr-FR" sz="1050" dirty="0"/>
                        <a:t>, Cloudera, HPE, AWS, Azure, GCP.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Comparaison et choix </a:t>
                      </a:r>
                      <a:r>
                        <a:rPr lang="fr-FR" sz="1050" dirty="0"/>
                        <a:t>du cloud provider AWS ou Azure.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Réalisation d’un RFI Gouvernance de la donnée avec la matrice de choix : </a:t>
                      </a:r>
                      <a:r>
                        <a:rPr lang="fr-FR" sz="1050" dirty="0"/>
                        <a:t>Castor, Data Galaxy, </a:t>
                      </a:r>
                      <a:r>
                        <a:rPr lang="fr-FR" sz="1050" dirty="0" err="1"/>
                        <a:t>Qualitadd</a:t>
                      </a:r>
                      <a:r>
                        <a:rPr lang="fr-FR" sz="1050" dirty="0"/>
                        <a:t>, Meta Analytics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Ecriture du RFP : </a:t>
                      </a:r>
                      <a:r>
                        <a:rPr lang="fr-FR" sz="1050" dirty="0"/>
                        <a:t>mise en place &amp; migration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Définition de l’intégration de la plateforme data dans le SI Henner : </a:t>
                      </a:r>
                      <a:r>
                        <a:rPr lang="fr-FR" sz="1050" dirty="0"/>
                        <a:t>SSO, ETL, ESB et BPM </a:t>
                      </a:r>
                      <a:r>
                        <a:rPr lang="fr-FR" sz="1050" dirty="0" err="1"/>
                        <a:t>SoftwareAG</a:t>
                      </a:r>
                      <a:endParaRPr lang="fr-FR" sz="1050" dirty="0"/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Planning de migration </a:t>
                      </a:r>
                      <a:r>
                        <a:rPr lang="fr-FR" sz="1050" dirty="0"/>
                        <a:t>de </a:t>
                      </a:r>
                      <a:r>
                        <a:rPr lang="fr-FR" sz="1050" dirty="0" err="1"/>
                        <a:t>SQLServer</a:t>
                      </a:r>
                      <a:r>
                        <a:rPr lang="fr-FR" sz="1050" dirty="0"/>
                        <a:t> vers </a:t>
                      </a:r>
                      <a:r>
                        <a:rPr lang="fr-FR" sz="1050" dirty="0" err="1"/>
                        <a:t>Snowflake</a:t>
                      </a:r>
                      <a:endParaRPr lang="fr-FR" sz="1050" dirty="0"/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Rédaction du DAT, du plan de formation de l’équipe Data 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1" dirty="0"/>
                        <a:t>Définition et mise en place de la conformité GDPR sur la plateforme Data.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1185334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lvl="0" algn="l" defTabSz="914400" rtl="0" eaLnBrk="1" fontAlgn="auto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Clr>
                          <a:srgbClr val="313F4F"/>
                        </a:buClr>
                        <a:buSzPts val="1000"/>
                        <a:tabLst/>
                        <a:defRPr/>
                      </a:pPr>
                      <a:endParaRPr lang="fr-FR" sz="1100" b="1" dirty="0">
                        <a:solidFill>
                          <a:srgbClr val="000000"/>
                        </a:solidFill>
                        <a:latin typeface="+mn-lt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</a:tbl>
          </a:graphicData>
        </a:graphic>
      </p:graphicFrame>
      <p:pic>
        <p:nvPicPr>
          <p:cNvPr id="1028" name="Picture 4" descr="Groupe Henner — Wikipédia">
            <a:extLst>
              <a:ext uri="{FF2B5EF4-FFF2-40B4-BE49-F238E27FC236}">
                <a16:creationId xmlns:a16="http://schemas.microsoft.com/office/drawing/2014/main" id="{C309B10F-AA33-1A67-3681-809B93C84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111" y="2684356"/>
            <a:ext cx="1060705" cy="1249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953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2351073"/>
              </p:ext>
            </p:extLst>
          </p:nvPr>
        </p:nvGraphicFramePr>
        <p:xfrm>
          <a:off x="381000" y="1825625"/>
          <a:ext cx="11430002" cy="41876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9824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644377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78079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2624278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Conception et mise en place d’un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datalake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sur GCP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fr-FR" sz="1050" b="0" dirty="0"/>
                        <a:t>Conception et mise en place d’un </a:t>
                      </a:r>
                      <a:r>
                        <a:rPr lang="fr-FR" sz="1050" b="0" dirty="0" err="1"/>
                        <a:t>datalake</a:t>
                      </a:r>
                      <a:r>
                        <a:rPr lang="fr-FR" sz="1050" b="0" dirty="0"/>
                        <a:t> sur GCP pour BNP communication group</a:t>
                      </a:r>
                    </a:p>
                    <a:p>
                      <a:pPr marL="175895" marR="0" lvl="0" indent="-175895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0" dirty="0"/>
                        <a:t>Utilisation de GCP big </a:t>
                      </a:r>
                      <a:r>
                        <a:rPr lang="fr-FR" sz="1050" b="0" dirty="0" err="1"/>
                        <a:t>query</a:t>
                      </a:r>
                      <a:r>
                        <a:rPr lang="fr-FR" sz="1050" b="0" dirty="0"/>
                        <a:t>, </a:t>
                      </a:r>
                      <a:r>
                        <a:rPr lang="fr-FR" sz="1050" b="0" dirty="0" err="1"/>
                        <a:t>Airflow</a:t>
                      </a:r>
                      <a:r>
                        <a:rPr lang="fr-FR" sz="1050" b="0" dirty="0"/>
                        <a:t>, Data Studio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0" dirty="0"/>
                        <a:t>Développement de pipeline data</a:t>
                      </a:r>
                    </a:p>
                    <a:p>
                      <a:pPr marL="175895" marR="0" lvl="0" indent="-175895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0" dirty="0"/>
                        <a:t>Intégration de données médias : </a:t>
                      </a:r>
                      <a:r>
                        <a:rPr lang="fr-FR" sz="1050" b="0" dirty="0" err="1"/>
                        <a:t>Tracking</a:t>
                      </a:r>
                      <a:r>
                        <a:rPr lang="fr-FR" sz="1050" b="0" dirty="0"/>
                        <a:t> de site web, Facebook, </a:t>
                      </a:r>
                      <a:r>
                        <a:rPr lang="fr-FR" sz="1050" b="0" dirty="0" err="1"/>
                        <a:t>Linkedin</a:t>
                      </a:r>
                      <a:r>
                        <a:rPr lang="fr-FR" sz="1050" b="0" dirty="0"/>
                        <a:t>, </a:t>
                      </a:r>
                      <a:r>
                        <a:rPr lang="fr-FR" sz="1050" b="0" dirty="0" err="1"/>
                        <a:t>Ads</a:t>
                      </a:r>
                      <a:endParaRPr lang="fr-FR" sz="1050" b="0" dirty="0"/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0" dirty="0"/>
                        <a:t>Mise en place de Dashboard de pilotage de campagne sous 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050" b="0" dirty="0"/>
                        <a:t>ROI via d’optimisation média de la plateforme de 78%</a:t>
                      </a:r>
                    </a:p>
                    <a:p>
                      <a:pPr marL="171450" marR="0" lvl="0" indent="-171450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Tx/>
                        <a:buChar char="-"/>
                        <a:tabLst/>
                        <a:defRPr/>
                      </a:pPr>
                      <a:endParaRPr lang="fr-FR" sz="105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1185334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lvl="0" algn="l" defTabSz="914400" rtl="0" eaLnBrk="1" fontAlgn="auto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Clr>
                          <a:srgbClr val="313F4F"/>
                        </a:buClr>
                        <a:buSzPts val="1000"/>
                        <a:tabLst/>
                        <a:defRPr/>
                      </a:pPr>
                      <a:endParaRPr lang="fr-FR" sz="1100" b="1" dirty="0">
                        <a:solidFill>
                          <a:srgbClr val="000000"/>
                        </a:solidFill>
                        <a:latin typeface="+mn-lt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</a:tbl>
          </a:graphicData>
        </a:graphic>
      </p:graphicFrame>
      <p:pic>
        <p:nvPicPr>
          <p:cNvPr id="3074" name="Picture 2" descr="Travailler chez BNP PARIBAS, jobs, recrutement et opportunités de carrière.">
            <a:extLst>
              <a:ext uri="{FF2B5EF4-FFF2-40B4-BE49-F238E27FC236}">
                <a16:creationId xmlns:a16="http://schemas.microsoft.com/office/drawing/2014/main" id="{12C41A15-B278-0471-548F-0F2F60A4A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332" y="2816352"/>
            <a:ext cx="1775091" cy="913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91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3 03_ACI partners">
  <a:themeElements>
    <a:clrScheme name="Personnalisé 5">
      <a:dk1>
        <a:srgbClr val="000000"/>
      </a:dk1>
      <a:lt1>
        <a:srgbClr val="FFFFFF"/>
      </a:lt1>
      <a:dk2>
        <a:srgbClr val="313F4F"/>
      </a:dk2>
      <a:lt2>
        <a:srgbClr val="F2F2F2"/>
      </a:lt2>
      <a:accent1>
        <a:srgbClr val="313F4F"/>
      </a:accent1>
      <a:accent2>
        <a:srgbClr val="425468"/>
      </a:accent2>
      <a:accent3>
        <a:srgbClr val="8295AE"/>
      </a:accent3>
      <a:accent4>
        <a:srgbClr val="678BA9"/>
      </a:accent4>
      <a:accent5>
        <a:srgbClr val="FA803D"/>
      </a:accent5>
      <a:accent6>
        <a:srgbClr val="FAEB37"/>
      </a:accent6>
      <a:hlink>
        <a:srgbClr val="8297B0"/>
      </a:hlink>
      <a:folHlink>
        <a:srgbClr val="678B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 03_ACI partners" id="{C2E85A24-EC8A-44BD-934F-B55D994E1818}" vid="{048C62D8-7484-4431-9444-855DECC00AE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eate a new document." ma:contentTypeScope="" ma:versionID="bc6f69bf5c0fab46b0890501e777c6a1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6656d7fccc761501876d40b0bdff1b8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Props1.xml><?xml version="1.0" encoding="utf-8"?>
<ds:datastoreItem xmlns:ds="http://schemas.openxmlformats.org/officeDocument/2006/customXml" ds:itemID="{1783928A-16BB-46DD-99FA-B3F8B6A54A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091D40-A015-494B-94E4-0825E2C81B64}"/>
</file>

<file path=customXml/itemProps3.xml><?xml version="1.0" encoding="utf-8"?>
<ds:datastoreItem xmlns:ds="http://schemas.openxmlformats.org/officeDocument/2006/customXml" ds:itemID="{14B2C9DB-0A57-4B63-9B2F-1F2577DE39DB}">
  <ds:schemaRefs>
    <ds:schemaRef ds:uri="4f6f44f4-5674-4c2b-bc40-55542a1e461f"/>
    <ds:schemaRef ds:uri="93f4ea96-aa74-42f7-9ee2-d0081040e0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b662136d-f4c7-4ecd-aecf-392677ef4b39"/>
    <ds:schemaRef ds:uri="5438b2ed-c33a-4943-80d4-1eb1a51ca64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1264</Words>
  <Application>Microsoft Office PowerPoint</Application>
  <PresentationFormat>Widescreen</PresentationFormat>
  <Paragraphs>126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Raleway</vt:lpstr>
      <vt:lpstr>2023 03_ACI partners</vt:lpstr>
      <vt:lpstr>think-cell Slide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Collective Intelligence</dc:title>
  <dc:creator>Adrien Pina</dc:creator>
  <cp:lastModifiedBy>Ismaël LICER</cp:lastModifiedBy>
  <cp:revision>22</cp:revision>
  <dcterms:created xsi:type="dcterms:W3CDTF">2023-09-06T09:59:04Z</dcterms:created>
  <dcterms:modified xsi:type="dcterms:W3CDTF">2025-04-17T15:15:25Z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  <property fmtid="{D5CDD505-2E9C-101B-9397-08002B2CF9AE}" pid="4" name="Order">
    <vt:r8>1599300</vt:r8>
  </property>
  <property fmtid="{D5CDD505-2E9C-101B-9397-08002B2CF9AE}" pid="5" name="xd_Signature">
    <vt:bool>false</vt:bool>
  </property>
  <property fmtid="{D5CDD505-2E9C-101B-9397-08002B2CF9AE}" pid="6" name="SharedWithUsers">
    <vt:lpwstr>1456;#Diana-Alexandra Stan;#1333;#Laurent Wlodarczyk;#16;#Vincent Falgéras;#1359;#Catalin Irimia;#53;#Moïse Gueye;#12;#Adrien Pina;#32;#Damien Maniere</vt:lpwstr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