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147378322" r:id="rId5"/>
    <p:sldId id="2147378326" r:id="rId6"/>
    <p:sldId id="2147378330" r:id="rId7"/>
  </p:sldIdLst>
  <p:sldSz cx="12192000" cy="6858000"/>
  <p:notesSz cx="6858000" cy="91440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éférences courtes" id="{FA5D18A6-A89E-4126-A8CF-BB317364FD49}">
          <p14:sldIdLst>
            <p14:sldId id="2147378322"/>
            <p14:sldId id="2147378326"/>
            <p14:sldId id="21473783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59" imgH="360" progId="TCLayout.ActiveDocument.1">
                  <p:embed/>
                </p:oleObj>
              </mc:Choice>
              <mc:Fallback>
                <p:oleObj name="think-cell Slide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jpe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0093053"/>
              </p:ext>
            </p:extLst>
          </p:nvPr>
        </p:nvGraphicFramePr>
        <p:xfrm>
          <a:off x="361541" y="1808163"/>
          <a:ext cx="11430002" cy="3433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Groupama d’OC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Diagnostic du processus de contrôle permanent des risques de Groupama d’Oc dans le cadre de Solvabilité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Prise de connaissance de la documentation interne à GOC et au groupe et entretien avec les membres de la Direction des risques et des membres du CODIR :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Préparation de questionnaires adaptés par interlocuteurs pour la mission terrain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 40 interviews terrains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Conservation des minutes comme tiers de confiance et rédaction d’un rapport de synthèse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Présentation du pré-rapport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Ajustement et présentation orale du rapport au CODIR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3" name="Picture 5" descr="Groupama d'Oc | LinkedIn">
            <a:extLst>
              <a:ext uri="{FF2B5EF4-FFF2-40B4-BE49-F238E27FC236}">
                <a16:creationId xmlns:a16="http://schemas.microsoft.com/office/drawing/2014/main" id="{2240666F-309D-D440-AC67-6303EEE7D7BA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05" y="3954339"/>
            <a:ext cx="819150" cy="81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7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2777843"/>
              </p:ext>
            </p:extLst>
          </p:nvPr>
        </p:nvGraphicFramePr>
        <p:xfrm>
          <a:off x="361541" y="1808163"/>
          <a:ext cx="11430002" cy="4001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lt"/>
                          <a:cs typeface="Arial" panose="020B0604020202020204" pitchFamily="34" charset="0"/>
                        </a:rPr>
                        <a:t>Rédaction de la politique de risques d’investissement Projets et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besoin et de l’existant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 la politique de risque Financement de projet et Infrastructure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périmètre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Gouvernance et processus de décision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guidelines d’octroie selon le secteur et après définition des typologies de risques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Principe de revue de portefeuille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de la politique de risque avec les métiers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4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3E00E60D-2E0F-C9B2-13CC-80F011C8B569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3542976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6912757"/>
              </p:ext>
            </p:extLst>
          </p:nvPr>
        </p:nvGraphicFramePr>
        <p:xfrm>
          <a:off x="361541" y="1808163"/>
          <a:ext cx="11430002" cy="3114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Création d’une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force par CA-CIB pour un rapprochement de LCR. Ils possèdent deux outils de production du LCR (gestion et compta). Un comité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backtesting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 été mis en place pour évaluer les écarts entre les 2 outils mais il n’est pas suffisant pour tout identifier. Le but de la mission est de réconcilier ces 2 outils pour identifier les écarts restants.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du schéma et de l’organisation des 2 outils + ateliers avec les interlocuteurs concernés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et gestion de la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force avec les différents métiers (Finance, MOA, ALM, Trésorerie, Risques, IT, Compta…)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 la source des écarts et mise en place de plans de corrections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règles de gestion pour mettre en évidence les écarts selon les différents produits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 outil tactique de rapprochement sur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Dataiku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de report d’analyse sur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DF2D1750-2F7D-7F86-BA24-20F3D1D91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41" y="3317678"/>
            <a:ext cx="1798827" cy="10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eate a new document." ma:contentTypeScope="" ma:versionID="bc6f69bf5c0fab46b0890501e777c6a1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6656d7fccc761501876d40b0bdff1b8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customXml/itemProps3.xml><?xml version="1.0" encoding="utf-8"?>
<ds:datastoreItem xmlns:ds="http://schemas.openxmlformats.org/officeDocument/2006/customXml" ds:itemID="{0013AEC7-18CB-4B92-A080-FEEAEFEE044B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367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Raleway</vt:lpstr>
      <vt:lpstr>2023 03_ACI partners</vt:lpstr>
      <vt:lpstr>think-cell Slide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Ismaël LICER</cp:lastModifiedBy>
  <cp:revision>21</cp:revision>
  <dcterms:created xsi:type="dcterms:W3CDTF">2023-09-06T09:59:04Z</dcterms:created>
  <dcterms:modified xsi:type="dcterms:W3CDTF">2025-04-17T15:13:30Z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1598300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