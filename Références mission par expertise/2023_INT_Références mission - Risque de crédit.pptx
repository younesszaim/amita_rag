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378326" r:id="rId5"/>
  </p:sldIdLst>
  <p:sldSz cx="12192000" cy="6858000"/>
  <p:notesSz cx="6858000" cy="9144000"/>
  <p:custDataLst>
    <p:tags r:id="rId7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éférences courtes" id="{FA5D18A6-A89E-4126-A8CF-BB317364FD49}">
          <p14:sldIdLst>
            <p14:sldId id="2147378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208815"/>
              </p:ext>
            </p:extLst>
          </p:nvPr>
        </p:nvGraphicFramePr>
        <p:xfrm>
          <a:off x="361541" y="1808163"/>
          <a:ext cx="11430002" cy="4001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lt"/>
                          <a:cs typeface="Arial" panose="020B0604020202020204" pitchFamily="34" charset="0"/>
                        </a:rPr>
                        <a:t>Rédaction de la politique de risques d’investissement Projets et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besoin et de l’existant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 la politique de risque Financement de projet et Infrastructure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périmètre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Gouvernance et processus de décision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guidelines d’octroie selon le secteur et après définition des typologies de risques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Principe de revue de portefeuille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de la politique de risque avec les métiers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4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3E00E60D-2E0F-C9B2-13CC-80F011C8B569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3542976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82C8C-6531-4C57-9C07-EA501528D946}"/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84</Words>
  <Application>Microsoft Office PowerPoint</Application>
  <PresentationFormat>Grand écran</PresentationFormat>
  <Paragraphs>15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20</cp:revision>
  <dcterms:created xsi:type="dcterms:W3CDTF">2023-09-06T09:59:04Z</dcterms:created>
  <dcterms:modified xsi:type="dcterms:W3CDTF">2024-05-28T15:27:23Z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1600300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