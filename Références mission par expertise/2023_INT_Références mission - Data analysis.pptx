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heme/theme2.xml" ContentType="application/vnd.openxmlformats-officedocument.them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0"/>
  </p:notesMasterIdLst>
  <p:sldIdLst>
    <p:sldId id="2147378325" r:id="rId5"/>
    <p:sldId id="2147378330" r:id="rId6"/>
    <p:sldId id="2147378338" r:id="rId7"/>
    <p:sldId id="2147378337" r:id="rId8"/>
    <p:sldId id="2147378650" r:id="rId9"/>
  </p:sldIdLst>
  <p:sldSz cx="12192000" cy="6858000"/>
  <p:notesSz cx="6858000" cy="9144000"/>
  <p:custDataLst>
    <p:tags r:id="rId11"/>
  </p:custData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45" y="183"/>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ana-Alexandra Stan" userId="2b14850f-a8de-4b8f-a1ca-aac948f0bd80" providerId="ADAL" clId="{ABEC9D42-81F6-4B8B-8873-0A2EE6B0A388}"/>
    <pc:docChg chg="undo custSel addSld delSld modSld sldOrd addSection delSection modSection">
      <pc:chgData name="Diana-Alexandra Stan" userId="2b14850f-a8de-4b8f-a1ca-aac948f0bd80" providerId="ADAL" clId="{ABEC9D42-81F6-4B8B-8873-0A2EE6B0A388}" dt="2024-05-21T09:42:10.192" v="97" actId="113"/>
      <pc:docMkLst>
        <pc:docMk/>
      </pc:docMkLst>
      <pc:sldChg chg="modSp mod">
        <pc:chgData name="Diana-Alexandra Stan" userId="2b14850f-a8de-4b8f-a1ca-aac948f0bd80" providerId="ADAL" clId="{ABEC9D42-81F6-4B8B-8873-0A2EE6B0A388}" dt="2024-05-14T09:13:08.592" v="1" actId="14734"/>
        <pc:sldMkLst>
          <pc:docMk/>
          <pc:sldMk cId="4278805120" sldId="2147378330"/>
        </pc:sldMkLst>
      </pc:sldChg>
      <pc:sldChg chg="delSp modSp add mod">
        <pc:chgData name="Diana-Alexandra Stan" userId="2b14850f-a8de-4b8f-a1ca-aac948f0bd80" providerId="ADAL" clId="{ABEC9D42-81F6-4B8B-8873-0A2EE6B0A388}" dt="2024-05-15T14:06:40.677" v="61" actId="20577"/>
        <pc:sldMkLst>
          <pc:docMk/>
          <pc:sldMk cId="464417022" sldId="2147378467"/>
        </pc:sldMkLst>
      </pc:sldChg>
      <pc:sldChg chg="delSp modSp add mod">
        <pc:chgData name="Diana-Alexandra Stan" userId="2b14850f-a8de-4b8f-a1ca-aac948f0bd80" providerId="ADAL" clId="{ABEC9D42-81F6-4B8B-8873-0A2EE6B0A388}" dt="2024-05-15T14:07:36.775" v="78" actId="20577"/>
        <pc:sldMkLst>
          <pc:docMk/>
          <pc:sldMk cId="3457511368" sldId="2147378469"/>
        </pc:sldMkLst>
      </pc:sldChg>
      <pc:sldChg chg="delSp modSp add mod">
        <pc:chgData name="Diana-Alexandra Stan" userId="2b14850f-a8de-4b8f-a1ca-aac948f0bd80" providerId="ADAL" clId="{ABEC9D42-81F6-4B8B-8873-0A2EE6B0A388}" dt="2024-05-15T14:06:45.780" v="70" actId="20577"/>
        <pc:sldMkLst>
          <pc:docMk/>
          <pc:sldMk cId="4110961314" sldId="2147378470"/>
        </pc:sldMkLst>
      </pc:sldChg>
      <pc:sldChg chg="delSp add mod">
        <pc:chgData name="Diana-Alexandra Stan" userId="2b14850f-a8de-4b8f-a1ca-aac948f0bd80" providerId="ADAL" clId="{ABEC9D42-81F6-4B8B-8873-0A2EE6B0A388}" dt="2024-05-15T14:04:25.593" v="40" actId="478"/>
        <pc:sldMkLst>
          <pc:docMk/>
          <pc:sldMk cId="560854086" sldId="2147378476"/>
        </pc:sldMkLst>
      </pc:sldChg>
      <pc:sldChg chg="delSp mod">
        <pc:chgData name="Diana-Alexandra Stan" userId="2b14850f-a8de-4b8f-a1ca-aac948f0bd80" providerId="ADAL" clId="{ABEC9D42-81F6-4B8B-8873-0A2EE6B0A388}" dt="2024-05-15T13:58:01.188" v="35" actId="478"/>
        <pc:sldMkLst>
          <pc:docMk/>
          <pc:sldMk cId="840874942" sldId="2147378477"/>
        </pc:sldMkLst>
      </pc:sldChg>
      <pc:sldChg chg="delSp modSp del mod">
        <pc:chgData name="Diana-Alexandra Stan" userId="2b14850f-a8de-4b8f-a1ca-aac948f0bd80" providerId="ADAL" clId="{ABEC9D42-81F6-4B8B-8873-0A2EE6B0A388}" dt="2024-05-15T14:10:18.443" v="79" actId="47"/>
        <pc:sldMkLst>
          <pc:docMk/>
          <pc:sldMk cId="4043005681" sldId="2147378658"/>
        </pc:sldMkLst>
      </pc:sldChg>
      <pc:sldChg chg="new del">
        <pc:chgData name="Diana-Alexandra Stan" userId="2b14850f-a8de-4b8f-a1ca-aac948f0bd80" providerId="ADAL" clId="{ABEC9D42-81F6-4B8B-8873-0A2EE6B0A388}" dt="2024-05-15T14:06:25.873" v="50" actId="47"/>
        <pc:sldMkLst>
          <pc:docMk/>
          <pc:sldMk cId="707896562" sldId="2147378660"/>
        </pc:sldMkLst>
      </pc:sldChg>
      <pc:sldChg chg="new del">
        <pc:chgData name="Diana-Alexandra Stan" userId="2b14850f-a8de-4b8f-a1ca-aac948f0bd80" providerId="ADAL" clId="{ABEC9D42-81F6-4B8B-8873-0A2EE6B0A388}" dt="2024-05-15T14:07:23.615" v="73" actId="47"/>
        <pc:sldMkLst>
          <pc:docMk/>
          <pc:sldMk cId="758949734" sldId="2147378660"/>
        </pc:sldMkLst>
      </pc:sldChg>
      <pc:sldChg chg="modSp add del mod">
        <pc:chgData name="Diana-Alexandra Stan" userId="2b14850f-a8de-4b8f-a1ca-aac948f0bd80" providerId="ADAL" clId="{ABEC9D42-81F6-4B8B-8873-0A2EE6B0A388}" dt="2024-05-14T09:34:53.937" v="26" actId="2696"/>
        <pc:sldMkLst>
          <pc:docMk/>
          <pc:sldMk cId="873405070" sldId="2147378660"/>
        </pc:sldMkLst>
      </pc:sldChg>
      <pc:sldChg chg="delSp modSp mod">
        <pc:chgData name="Diana-Alexandra Stan" userId="2b14850f-a8de-4b8f-a1ca-aac948f0bd80" providerId="ADAL" clId="{ABEC9D42-81F6-4B8B-8873-0A2EE6B0A388}" dt="2024-05-15T14:15:01.072" v="83" actId="1076"/>
        <pc:sldMkLst>
          <pc:docMk/>
          <pc:sldMk cId="1160057248" sldId="2147378660"/>
        </pc:sldMkLst>
      </pc:sldChg>
      <pc:sldChg chg="new del">
        <pc:chgData name="Diana-Alexandra Stan" userId="2b14850f-a8de-4b8f-a1ca-aac948f0bd80" providerId="ADAL" clId="{ABEC9D42-81F6-4B8B-8873-0A2EE6B0A388}" dt="2024-05-15T14:05:50.647" v="45" actId="47"/>
        <pc:sldMkLst>
          <pc:docMk/>
          <pc:sldMk cId="3462172794" sldId="2147378660"/>
        </pc:sldMkLst>
      </pc:sldChg>
      <pc:sldChg chg="del">
        <pc:chgData name="Diana-Alexandra Stan" userId="2b14850f-a8de-4b8f-a1ca-aac948f0bd80" providerId="ADAL" clId="{ABEC9D42-81F6-4B8B-8873-0A2EE6B0A388}" dt="2024-05-15T14:04:35.237" v="42" actId="47"/>
        <pc:sldMkLst>
          <pc:docMk/>
          <pc:sldMk cId="4238660116" sldId="2147378660"/>
        </pc:sldMkLst>
      </pc:sldChg>
      <pc:sldChg chg="add del">
        <pc:chgData name="Diana-Alexandra Stan" userId="2b14850f-a8de-4b8f-a1ca-aac948f0bd80" providerId="ADAL" clId="{ABEC9D42-81F6-4B8B-8873-0A2EE6B0A388}" dt="2024-05-14T09:33:45.886" v="7"/>
        <pc:sldMkLst>
          <pc:docMk/>
          <pc:sldMk cId="4285291089" sldId="2147378660"/>
        </pc:sldMkLst>
      </pc:sldChg>
      <pc:sldChg chg="addSp delSp new del mod">
        <pc:chgData name="Diana-Alexandra Stan" userId="2b14850f-a8de-4b8f-a1ca-aac948f0bd80" providerId="ADAL" clId="{ABEC9D42-81F6-4B8B-8873-0A2EE6B0A388}" dt="2024-05-15T13:39:15.783" v="31" actId="47"/>
        <pc:sldMkLst>
          <pc:docMk/>
          <pc:sldMk cId="2296911869" sldId="2147378661"/>
        </pc:sldMkLst>
      </pc:sldChg>
      <pc:sldChg chg="delSp modSp add del mod">
        <pc:chgData name="Diana-Alexandra Stan" userId="2b14850f-a8de-4b8f-a1ca-aac948f0bd80" providerId="ADAL" clId="{ABEC9D42-81F6-4B8B-8873-0A2EE6B0A388}" dt="2024-05-15T14:04:31.523" v="41" actId="47"/>
        <pc:sldMkLst>
          <pc:docMk/>
          <pc:sldMk cId="182839367" sldId="2147378662"/>
        </pc:sldMkLst>
      </pc:sldChg>
      <pc:sldChg chg="new del">
        <pc:chgData name="Diana-Alexandra Stan" userId="2b14850f-a8de-4b8f-a1ca-aac948f0bd80" providerId="ADAL" clId="{ABEC9D42-81F6-4B8B-8873-0A2EE6B0A388}" dt="2024-05-15T14:04:23.428" v="38" actId="47"/>
        <pc:sldMkLst>
          <pc:docMk/>
          <pc:sldMk cId="744371929" sldId="2147378663"/>
        </pc:sldMkLst>
      </pc:sldChg>
      <pc:sldChg chg="new del">
        <pc:chgData name="Diana-Alexandra Stan" userId="2b14850f-a8de-4b8f-a1ca-aac948f0bd80" providerId="ADAL" clId="{ABEC9D42-81F6-4B8B-8873-0A2EE6B0A388}" dt="2024-05-21T09:41:19.448" v="89" actId="47"/>
        <pc:sldMkLst>
          <pc:docMk/>
          <pc:sldMk cId="790569242" sldId="2147378720"/>
        </pc:sldMkLst>
      </pc:sldChg>
      <pc:sldChg chg="addSp delSp modSp add mod">
        <pc:chgData name="Diana-Alexandra Stan" userId="2b14850f-a8de-4b8f-a1ca-aac948f0bd80" providerId="ADAL" clId="{ABEC9D42-81F6-4B8B-8873-0A2EE6B0A388}" dt="2024-05-21T09:42:10.192" v="97" actId="113"/>
        <pc:sldMkLst>
          <pc:docMk/>
          <pc:sldMk cId="3975855007" sldId="2147378721"/>
        </pc:sldMkLst>
      </pc:sldChg>
    </pc:docChg>
  </pc:docChgLst>
  <pc:docChgLst>
    <pc:chgData name="Héni BEN MRAD" userId="29e18123-af16-4e2b-8963-6a004e026def" providerId="ADAL" clId="{78E63A4E-AD4F-490C-8E4A-EEC435BAB616}"/>
    <pc:docChg chg="undo custSel addSld delSld modSld sldOrd modSection">
      <pc:chgData name="Héni BEN MRAD" userId="29e18123-af16-4e2b-8963-6a004e026def" providerId="ADAL" clId="{78E63A4E-AD4F-490C-8E4A-EEC435BAB616}" dt="2024-05-16T07:28:05.329" v="34"/>
      <pc:docMkLst>
        <pc:docMk/>
      </pc:docMkLst>
      <pc:sldChg chg="modSp mod">
        <pc:chgData name="Héni BEN MRAD" userId="29e18123-af16-4e2b-8963-6a004e026def" providerId="ADAL" clId="{78E63A4E-AD4F-490C-8E4A-EEC435BAB616}" dt="2024-05-15T08:31:24.252" v="1" actId="1076"/>
        <pc:sldMkLst>
          <pc:docMk/>
          <pc:sldMk cId="17159160" sldId="2147378656"/>
        </pc:sldMkLst>
      </pc:sldChg>
      <pc:sldChg chg="add">
        <pc:chgData name="Héni BEN MRAD" userId="29e18123-af16-4e2b-8963-6a004e026def" providerId="ADAL" clId="{78E63A4E-AD4F-490C-8E4A-EEC435BAB616}" dt="2024-05-16T07:06:45.009" v="4"/>
        <pc:sldMkLst>
          <pc:docMk/>
          <pc:sldMk cId="3229247021" sldId="2147378662"/>
        </pc:sldMkLst>
      </pc:sldChg>
      <pc:sldChg chg="add">
        <pc:chgData name="Héni BEN MRAD" userId="29e18123-af16-4e2b-8963-6a004e026def" providerId="ADAL" clId="{78E63A4E-AD4F-490C-8E4A-EEC435BAB616}" dt="2024-05-16T07:06:45.009" v="4"/>
        <pc:sldMkLst>
          <pc:docMk/>
          <pc:sldMk cId="3596813283" sldId="2147378663"/>
        </pc:sldMkLst>
      </pc:sldChg>
      <pc:sldChg chg="add">
        <pc:chgData name="Héni BEN MRAD" userId="29e18123-af16-4e2b-8963-6a004e026def" providerId="ADAL" clId="{78E63A4E-AD4F-490C-8E4A-EEC435BAB616}" dt="2024-05-16T07:06:45.009" v="4"/>
        <pc:sldMkLst>
          <pc:docMk/>
          <pc:sldMk cId="236498837" sldId="2147378664"/>
        </pc:sldMkLst>
      </pc:sldChg>
      <pc:sldChg chg="add">
        <pc:chgData name="Héni BEN MRAD" userId="29e18123-af16-4e2b-8963-6a004e026def" providerId="ADAL" clId="{78E63A4E-AD4F-490C-8E4A-EEC435BAB616}" dt="2024-05-16T07:06:45.009" v="4"/>
        <pc:sldMkLst>
          <pc:docMk/>
          <pc:sldMk cId="2553861569" sldId="2147378665"/>
        </pc:sldMkLst>
      </pc:sldChg>
      <pc:sldChg chg="add">
        <pc:chgData name="Héni BEN MRAD" userId="29e18123-af16-4e2b-8963-6a004e026def" providerId="ADAL" clId="{78E63A4E-AD4F-490C-8E4A-EEC435BAB616}" dt="2024-05-16T07:06:45.009" v="4"/>
        <pc:sldMkLst>
          <pc:docMk/>
          <pc:sldMk cId="578661884" sldId="2147378668"/>
        </pc:sldMkLst>
      </pc:sldChg>
      <pc:sldChg chg="add">
        <pc:chgData name="Héni BEN MRAD" userId="29e18123-af16-4e2b-8963-6a004e026def" providerId="ADAL" clId="{78E63A4E-AD4F-490C-8E4A-EEC435BAB616}" dt="2024-05-16T07:06:45.009" v="4"/>
        <pc:sldMkLst>
          <pc:docMk/>
          <pc:sldMk cId="405728382" sldId="2147378669"/>
        </pc:sldMkLst>
      </pc:sldChg>
      <pc:sldChg chg="add">
        <pc:chgData name="Héni BEN MRAD" userId="29e18123-af16-4e2b-8963-6a004e026def" providerId="ADAL" clId="{78E63A4E-AD4F-490C-8E4A-EEC435BAB616}" dt="2024-05-16T07:06:45.009" v="4"/>
        <pc:sldMkLst>
          <pc:docMk/>
          <pc:sldMk cId="443201548" sldId="2147378670"/>
        </pc:sldMkLst>
      </pc:sldChg>
      <pc:sldChg chg="add">
        <pc:chgData name="Héni BEN MRAD" userId="29e18123-af16-4e2b-8963-6a004e026def" providerId="ADAL" clId="{78E63A4E-AD4F-490C-8E4A-EEC435BAB616}" dt="2024-05-16T07:06:45.009" v="4"/>
        <pc:sldMkLst>
          <pc:docMk/>
          <pc:sldMk cId="3785727531" sldId="2147378672"/>
        </pc:sldMkLst>
      </pc:sldChg>
      <pc:sldChg chg="add">
        <pc:chgData name="Héni BEN MRAD" userId="29e18123-af16-4e2b-8963-6a004e026def" providerId="ADAL" clId="{78E63A4E-AD4F-490C-8E4A-EEC435BAB616}" dt="2024-05-16T07:06:45.009" v="4"/>
        <pc:sldMkLst>
          <pc:docMk/>
          <pc:sldMk cId="560049709" sldId="2147378673"/>
        </pc:sldMkLst>
      </pc:sldChg>
      <pc:sldChg chg="add">
        <pc:chgData name="Héni BEN MRAD" userId="29e18123-af16-4e2b-8963-6a004e026def" providerId="ADAL" clId="{78E63A4E-AD4F-490C-8E4A-EEC435BAB616}" dt="2024-05-16T07:07:24.590" v="5"/>
        <pc:sldMkLst>
          <pc:docMk/>
          <pc:sldMk cId="3600413362" sldId="2147378674"/>
        </pc:sldMkLst>
      </pc:sldChg>
      <pc:sldChg chg="add">
        <pc:chgData name="Héni BEN MRAD" userId="29e18123-af16-4e2b-8963-6a004e026def" providerId="ADAL" clId="{78E63A4E-AD4F-490C-8E4A-EEC435BAB616}" dt="2024-05-16T07:07:24.590" v="5"/>
        <pc:sldMkLst>
          <pc:docMk/>
          <pc:sldMk cId="4230165508" sldId="2147378676"/>
        </pc:sldMkLst>
      </pc:sldChg>
      <pc:sldChg chg="add">
        <pc:chgData name="Héni BEN MRAD" userId="29e18123-af16-4e2b-8963-6a004e026def" providerId="ADAL" clId="{78E63A4E-AD4F-490C-8E4A-EEC435BAB616}" dt="2024-05-16T07:07:24.590" v="5"/>
        <pc:sldMkLst>
          <pc:docMk/>
          <pc:sldMk cId="53351736" sldId="2147378678"/>
        </pc:sldMkLst>
      </pc:sldChg>
      <pc:sldChg chg="add">
        <pc:chgData name="Héni BEN MRAD" userId="29e18123-af16-4e2b-8963-6a004e026def" providerId="ADAL" clId="{78E63A4E-AD4F-490C-8E4A-EEC435BAB616}" dt="2024-05-16T07:07:24.590" v="5"/>
        <pc:sldMkLst>
          <pc:docMk/>
          <pc:sldMk cId="3481359237" sldId="2147378679"/>
        </pc:sldMkLst>
      </pc:sldChg>
      <pc:sldChg chg="add">
        <pc:chgData name="Héni BEN MRAD" userId="29e18123-af16-4e2b-8963-6a004e026def" providerId="ADAL" clId="{78E63A4E-AD4F-490C-8E4A-EEC435BAB616}" dt="2024-05-16T07:07:24.590" v="5"/>
        <pc:sldMkLst>
          <pc:docMk/>
          <pc:sldMk cId="3151729791" sldId="2147378681"/>
        </pc:sldMkLst>
      </pc:sldChg>
      <pc:sldChg chg="add">
        <pc:chgData name="Héni BEN MRAD" userId="29e18123-af16-4e2b-8963-6a004e026def" providerId="ADAL" clId="{78E63A4E-AD4F-490C-8E4A-EEC435BAB616}" dt="2024-05-16T07:07:24.590" v="5"/>
        <pc:sldMkLst>
          <pc:docMk/>
          <pc:sldMk cId="2425987383" sldId="2147378683"/>
        </pc:sldMkLst>
      </pc:sldChg>
      <pc:sldChg chg="add">
        <pc:chgData name="Héni BEN MRAD" userId="29e18123-af16-4e2b-8963-6a004e026def" providerId="ADAL" clId="{78E63A4E-AD4F-490C-8E4A-EEC435BAB616}" dt="2024-05-16T07:07:24.590" v="5"/>
        <pc:sldMkLst>
          <pc:docMk/>
          <pc:sldMk cId="2868947623" sldId="2147378684"/>
        </pc:sldMkLst>
      </pc:sldChg>
      <pc:sldChg chg="add">
        <pc:chgData name="Héni BEN MRAD" userId="29e18123-af16-4e2b-8963-6a004e026def" providerId="ADAL" clId="{78E63A4E-AD4F-490C-8E4A-EEC435BAB616}" dt="2024-05-16T07:07:24.590" v="5"/>
        <pc:sldMkLst>
          <pc:docMk/>
          <pc:sldMk cId="3882209703" sldId="2147378686"/>
        </pc:sldMkLst>
      </pc:sldChg>
      <pc:sldChg chg="add">
        <pc:chgData name="Héni BEN MRAD" userId="29e18123-af16-4e2b-8963-6a004e026def" providerId="ADAL" clId="{78E63A4E-AD4F-490C-8E4A-EEC435BAB616}" dt="2024-05-16T07:07:24.590" v="5"/>
        <pc:sldMkLst>
          <pc:docMk/>
          <pc:sldMk cId="3955142616" sldId="2147378687"/>
        </pc:sldMkLst>
      </pc:sldChg>
      <pc:sldChg chg="add">
        <pc:chgData name="Héni BEN MRAD" userId="29e18123-af16-4e2b-8963-6a004e026def" providerId="ADAL" clId="{78E63A4E-AD4F-490C-8E4A-EEC435BAB616}" dt="2024-05-16T07:07:24.590" v="5"/>
        <pc:sldMkLst>
          <pc:docMk/>
          <pc:sldMk cId="3199446170" sldId="2147378689"/>
        </pc:sldMkLst>
      </pc:sldChg>
      <pc:sldChg chg="add">
        <pc:chgData name="Héni BEN MRAD" userId="29e18123-af16-4e2b-8963-6a004e026def" providerId="ADAL" clId="{78E63A4E-AD4F-490C-8E4A-EEC435BAB616}" dt="2024-05-16T07:07:24.590" v="5"/>
        <pc:sldMkLst>
          <pc:docMk/>
          <pc:sldMk cId="3121991331" sldId="2147378690"/>
        </pc:sldMkLst>
      </pc:sldChg>
      <pc:sldChg chg="add del">
        <pc:chgData name="Héni BEN MRAD" userId="29e18123-af16-4e2b-8963-6a004e026def" providerId="ADAL" clId="{78E63A4E-AD4F-490C-8E4A-EEC435BAB616}" dt="2024-05-16T07:11:47.685" v="31"/>
        <pc:sldMkLst>
          <pc:docMk/>
          <pc:sldMk cId="92800247" sldId="2147378691"/>
        </pc:sldMkLst>
      </pc:sldChg>
      <pc:sldChg chg="add del">
        <pc:chgData name="Héni BEN MRAD" userId="29e18123-af16-4e2b-8963-6a004e026def" providerId="ADAL" clId="{78E63A4E-AD4F-490C-8E4A-EEC435BAB616}" dt="2024-05-16T07:10:15.912" v="8" actId="47"/>
        <pc:sldMkLst>
          <pc:docMk/>
          <pc:sldMk cId="484516163" sldId="2147378691"/>
        </pc:sldMkLst>
      </pc:sldChg>
      <pc:sldChg chg="add del">
        <pc:chgData name="Héni BEN MRAD" userId="29e18123-af16-4e2b-8963-6a004e026def" providerId="ADAL" clId="{78E63A4E-AD4F-490C-8E4A-EEC435BAB616}" dt="2024-05-16T07:11:47.685" v="31"/>
        <pc:sldMkLst>
          <pc:docMk/>
          <pc:sldMk cId="3327284772" sldId="2147378692"/>
        </pc:sldMkLst>
      </pc:sldChg>
      <pc:sldChg chg="add del">
        <pc:chgData name="Héni BEN MRAD" userId="29e18123-af16-4e2b-8963-6a004e026def" providerId="ADAL" clId="{78E63A4E-AD4F-490C-8E4A-EEC435BAB616}" dt="2024-05-16T07:10:17.555" v="9" actId="47"/>
        <pc:sldMkLst>
          <pc:docMk/>
          <pc:sldMk cId="3785935496" sldId="2147378692"/>
        </pc:sldMkLst>
      </pc:sldChg>
      <pc:sldChg chg="add del">
        <pc:chgData name="Héni BEN MRAD" userId="29e18123-af16-4e2b-8963-6a004e026def" providerId="ADAL" clId="{78E63A4E-AD4F-490C-8E4A-EEC435BAB616}" dt="2024-05-16T07:10:18.352" v="10" actId="47"/>
        <pc:sldMkLst>
          <pc:docMk/>
          <pc:sldMk cId="269473791" sldId="2147378693"/>
        </pc:sldMkLst>
      </pc:sldChg>
      <pc:sldChg chg="add del">
        <pc:chgData name="Héni BEN MRAD" userId="29e18123-af16-4e2b-8963-6a004e026def" providerId="ADAL" clId="{78E63A4E-AD4F-490C-8E4A-EEC435BAB616}" dt="2024-05-16T07:11:47.685" v="31"/>
        <pc:sldMkLst>
          <pc:docMk/>
          <pc:sldMk cId="456009956" sldId="2147378694"/>
        </pc:sldMkLst>
      </pc:sldChg>
      <pc:sldChg chg="add del">
        <pc:chgData name="Héni BEN MRAD" userId="29e18123-af16-4e2b-8963-6a004e026def" providerId="ADAL" clId="{78E63A4E-AD4F-490C-8E4A-EEC435BAB616}" dt="2024-05-16T07:10:19.166" v="11" actId="47"/>
        <pc:sldMkLst>
          <pc:docMk/>
          <pc:sldMk cId="1313836966" sldId="2147378694"/>
        </pc:sldMkLst>
      </pc:sldChg>
      <pc:sldChg chg="add del">
        <pc:chgData name="Héni BEN MRAD" userId="29e18123-af16-4e2b-8963-6a004e026def" providerId="ADAL" clId="{78E63A4E-AD4F-490C-8E4A-EEC435BAB616}" dt="2024-05-16T07:10:19.998" v="12" actId="47"/>
        <pc:sldMkLst>
          <pc:docMk/>
          <pc:sldMk cId="3333659444" sldId="2147378695"/>
        </pc:sldMkLst>
      </pc:sldChg>
      <pc:sldChg chg="add del">
        <pc:chgData name="Héni BEN MRAD" userId="29e18123-af16-4e2b-8963-6a004e026def" providerId="ADAL" clId="{78E63A4E-AD4F-490C-8E4A-EEC435BAB616}" dt="2024-05-16T07:10:20.664" v="13" actId="47"/>
        <pc:sldMkLst>
          <pc:docMk/>
          <pc:sldMk cId="1725248626" sldId="2147378696"/>
        </pc:sldMkLst>
      </pc:sldChg>
      <pc:sldChg chg="add del">
        <pc:chgData name="Héni BEN MRAD" userId="29e18123-af16-4e2b-8963-6a004e026def" providerId="ADAL" clId="{78E63A4E-AD4F-490C-8E4A-EEC435BAB616}" dt="2024-05-16T07:11:47.685" v="31"/>
        <pc:sldMkLst>
          <pc:docMk/>
          <pc:sldMk cId="2645575117" sldId="2147378696"/>
        </pc:sldMkLst>
      </pc:sldChg>
      <pc:sldChg chg="add del">
        <pc:chgData name="Héni BEN MRAD" userId="29e18123-af16-4e2b-8963-6a004e026def" providerId="ADAL" clId="{78E63A4E-AD4F-490C-8E4A-EEC435BAB616}" dt="2024-05-16T07:10:21.493" v="14" actId="47"/>
        <pc:sldMkLst>
          <pc:docMk/>
          <pc:sldMk cId="2244888204" sldId="2147378697"/>
        </pc:sldMkLst>
      </pc:sldChg>
      <pc:sldChg chg="add del">
        <pc:chgData name="Héni BEN MRAD" userId="29e18123-af16-4e2b-8963-6a004e026def" providerId="ADAL" clId="{78E63A4E-AD4F-490C-8E4A-EEC435BAB616}" dt="2024-05-16T07:10:22.179" v="15" actId="47"/>
        <pc:sldMkLst>
          <pc:docMk/>
          <pc:sldMk cId="149892603" sldId="2147378698"/>
        </pc:sldMkLst>
      </pc:sldChg>
      <pc:sldChg chg="add del">
        <pc:chgData name="Héni BEN MRAD" userId="29e18123-af16-4e2b-8963-6a004e026def" providerId="ADAL" clId="{78E63A4E-AD4F-490C-8E4A-EEC435BAB616}" dt="2024-05-16T07:11:47.685" v="31"/>
        <pc:sldMkLst>
          <pc:docMk/>
          <pc:sldMk cId="353131440" sldId="2147378698"/>
        </pc:sldMkLst>
      </pc:sldChg>
      <pc:sldChg chg="add del">
        <pc:chgData name="Héni BEN MRAD" userId="29e18123-af16-4e2b-8963-6a004e026def" providerId="ADAL" clId="{78E63A4E-AD4F-490C-8E4A-EEC435BAB616}" dt="2024-05-16T07:10:22.874" v="16" actId="47"/>
        <pc:sldMkLst>
          <pc:docMk/>
          <pc:sldMk cId="1058382084" sldId="2147378699"/>
        </pc:sldMkLst>
      </pc:sldChg>
      <pc:sldChg chg="add del">
        <pc:chgData name="Héni BEN MRAD" userId="29e18123-af16-4e2b-8963-6a004e026def" providerId="ADAL" clId="{78E63A4E-AD4F-490C-8E4A-EEC435BAB616}" dt="2024-05-16T07:10:23.492" v="17" actId="47"/>
        <pc:sldMkLst>
          <pc:docMk/>
          <pc:sldMk cId="1368798832" sldId="2147378700"/>
        </pc:sldMkLst>
      </pc:sldChg>
      <pc:sldChg chg="add del">
        <pc:chgData name="Héni BEN MRAD" userId="29e18123-af16-4e2b-8963-6a004e026def" providerId="ADAL" clId="{78E63A4E-AD4F-490C-8E4A-EEC435BAB616}" dt="2024-05-16T07:11:47.685" v="31"/>
        <pc:sldMkLst>
          <pc:docMk/>
          <pc:sldMk cId="2647934972" sldId="2147378700"/>
        </pc:sldMkLst>
      </pc:sldChg>
      <pc:sldChg chg="add del">
        <pc:chgData name="Héni BEN MRAD" userId="29e18123-af16-4e2b-8963-6a004e026def" providerId="ADAL" clId="{78E63A4E-AD4F-490C-8E4A-EEC435BAB616}" dt="2024-05-16T07:10:24.105" v="18" actId="47"/>
        <pc:sldMkLst>
          <pc:docMk/>
          <pc:sldMk cId="1216998310" sldId="2147378701"/>
        </pc:sldMkLst>
      </pc:sldChg>
      <pc:sldChg chg="add del">
        <pc:chgData name="Héni BEN MRAD" userId="29e18123-af16-4e2b-8963-6a004e026def" providerId="ADAL" clId="{78E63A4E-AD4F-490C-8E4A-EEC435BAB616}" dt="2024-05-16T07:11:47.685" v="31"/>
        <pc:sldMkLst>
          <pc:docMk/>
          <pc:sldMk cId="3436619141" sldId="2147378701"/>
        </pc:sldMkLst>
      </pc:sldChg>
      <pc:sldChg chg="add del">
        <pc:chgData name="Héni BEN MRAD" userId="29e18123-af16-4e2b-8963-6a004e026def" providerId="ADAL" clId="{78E63A4E-AD4F-490C-8E4A-EEC435BAB616}" dt="2024-05-16T07:10:24.817" v="19" actId="47"/>
        <pc:sldMkLst>
          <pc:docMk/>
          <pc:sldMk cId="92800247" sldId="2147378702"/>
        </pc:sldMkLst>
      </pc:sldChg>
      <pc:sldChg chg="add del">
        <pc:chgData name="Héni BEN MRAD" userId="29e18123-af16-4e2b-8963-6a004e026def" providerId="ADAL" clId="{78E63A4E-AD4F-490C-8E4A-EEC435BAB616}" dt="2024-05-16T07:11:47.685" v="31"/>
        <pc:sldMkLst>
          <pc:docMk/>
          <pc:sldMk cId="1453969738" sldId="2147378703"/>
        </pc:sldMkLst>
      </pc:sldChg>
      <pc:sldChg chg="add del">
        <pc:chgData name="Héni BEN MRAD" userId="29e18123-af16-4e2b-8963-6a004e026def" providerId="ADAL" clId="{78E63A4E-AD4F-490C-8E4A-EEC435BAB616}" dt="2024-05-16T07:10:25.399" v="20" actId="47"/>
        <pc:sldMkLst>
          <pc:docMk/>
          <pc:sldMk cId="3327284772" sldId="2147378703"/>
        </pc:sldMkLst>
      </pc:sldChg>
      <pc:sldChg chg="add del">
        <pc:chgData name="Héni BEN MRAD" userId="29e18123-af16-4e2b-8963-6a004e026def" providerId="ADAL" clId="{78E63A4E-AD4F-490C-8E4A-EEC435BAB616}" dt="2024-05-16T07:10:26.031" v="21" actId="47"/>
        <pc:sldMkLst>
          <pc:docMk/>
          <pc:sldMk cId="456009956" sldId="2147378704"/>
        </pc:sldMkLst>
      </pc:sldChg>
      <pc:sldChg chg="add del">
        <pc:chgData name="Héni BEN MRAD" userId="29e18123-af16-4e2b-8963-6a004e026def" providerId="ADAL" clId="{78E63A4E-AD4F-490C-8E4A-EEC435BAB616}" dt="2024-05-16T07:10:44.821" v="28"/>
        <pc:sldMkLst>
          <pc:docMk/>
          <pc:sldMk cId="395157167" sldId="2147378705"/>
        </pc:sldMkLst>
      </pc:sldChg>
      <pc:sldChg chg="add del">
        <pc:chgData name="Héni BEN MRAD" userId="29e18123-af16-4e2b-8963-6a004e026def" providerId="ADAL" clId="{78E63A4E-AD4F-490C-8E4A-EEC435BAB616}" dt="2024-05-16T07:11:03.057" v="30"/>
        <pc:sldMkLst>
          <pc:docMk/>
          <pc:sldMk cId="1981362468" sldId="2147378705"/>
        </pc:sldMkLst>
      </pc:sldChg>
      <pc:sldChg chg="add del">
        <pc:chgData name="Héni BEN MRAD" userId="29e18123-af16-4e2b-8963-6a004e026def" providerId="ADAL" clId="{78E63A4E-AD4F-490C-8E4A-EEC435BAB616}" dt="2024-05-16T07:10:26.660" v="22" actId="47"/>
        <pc:sldMkLst>
          <pc:docMk/>
          <pc:sldMk cId="2645575117" sldId="2147378705"/>
        </pc:sldMkLst>
      </pc:sldChg>
      <pc:sldChg chg="add del">
        <pc:chgData name="Héni BEN MRAD" userId="29e18123-af16-4e2b-8963-6a004e026def" providerId="ADAL" clId="{78E63A4E-AD4F-490C-8E4A-EEC435BAB616}" dt="2024-05-16T07:11:03.057" v="30"/>
        <pc:sldMkLst>
          <pc:docMk/>
          <pc:sldMk cId="66727073" sldId="2147378706"/>
        </pc:sldMkLst>
      </pc:sldChg>
      <pc:sldChg chg="add del">
        <pc:chgData name="Héni BEN MRAD" userId="29e18123-af16-4e2b-8963-6a004e026def" providerId="ADAL" clId="{78E63A4E-AD4F-490C-8E4A-EEC435BAB616}" dt="2024-05-16T07:10:27.279" v="23" actId="47"/>
        <pc:sldMkLst>
          <pc:docMk/>
          <pc:sldMk cId="353131440" sldId="2147378706"/>
        </pc:sldMkLst>
      </pc:sldChg>
      <pc:sldChg chg="add del">
        <pc:chgData name="Héni BEN MRAD" userId="29e18123-af16-4e2b-8963-6a004e026def" providerId="ADAL" clId="{78E63A4E-AD4F-490C-8E4A-EEC435BAB616}" dt="2024-05-16T07:10:44.821" v="28"/>
        <pc:sldMkLst>
          <pc:docMk/>
          <pc:sldMk cId="1186096818" sldId="2147378706"/>
        </pc:sldMkLst>
      </pc:sldChg>
      <pc:sldChg chg="add del">
        <pc:chgData name="Héni BEN MRAD" userId="29e18123-af16-4e2b-8963-6a004e026def" providerId="ADAL" clId="{78E63A4E-AD4F-490C-8E4A-EEC435BAB616}" dt="2024-05-16T07:10:28.168" v="24" actId="47"/>
        <pc:sldMkLst>
          <pc:docMk/>
          <pc:sldMk cId="2647934972" sldId="2147378707"/>
        </pc:sldMkLst>
      </pc:sldChg>
      <pc:sldChg chg="add del">
        <pc:chgData name="Héni BEN MRAD" userId="29e18123-af16-4e2b-8963-6a004e026def" providerId="ADAL" clId="{78E63A4E-AD4F-490C-8E4A-EEC435BAB616}" dt="2024-05-16T07:10:28.782" v="25" actId="47"/>
        <pc:sldMkLst>
          <pc:docMk/>
          <pc:sldMk cId="3436619141" sldId="2147378708"/>
        </pc:sldMkLst>
      </pc:sldChg>
      <pc:sldChg chg="add del">
        <pc:chgData name="Héni BEN MRAD" userId="29e18123-af16-4e2b-8963-6a004e026def" providerId="ADAL" clId="{78E63A4E-AD4F-490C-8E4A-EEC435BAB616}" dt="2024-05-16T07:10:31.211" v="26" actId="47"/>
        <pc:sldMkLst>
          <pc:docMk/>
          <pc:sldMk cId="1453969738" sldId="2147378709"/>
        </pc:sldMkLst>
      </pc:sldChg>
      <pc:sldChg chg="add del">
        <pc:chgData name="Héni BEN MRAD" userId="29e18123-af16-4e2b-8963-6a004e026def" providerId="ADAL" clId="{78E63A4E-AD4F-490C-8E4A-EEC435BAB616}" dt="2024-05-16T07:11:03.057" v="30"/>
        <pc:sldMkLst>
          <pc:docMk/>
          <pc:sldMk cId="3698827131" sldId="2147378709"/>
        </pc:sldMkLst>
      </pc:sldChg>
      <pc:sldChg chg="add del">
        <pc:chgData name="Héni BEN MRAD" userId="29e18123-af16-4e2b-8963-6a004e026def" providerId="ADAL" clId="{78E63A4E-AD4F-490C-8E4A-EEC435BAB616}" dt="2024-05-16T07:10:44.821" v="28"/>
        <pc:sldMkLst>
          <pc:docMk/>
          <pc:sldMk cId="4190672234" sldId="2147378709"/>
        </pc:sldMkLst>
      </pc:sldChg>
      <pc:sldChg chg="add">
        <pc:chgData name="Héni BEN MRAD" userId="29e18123-af16-4e2b-8963-6a004e026def" providerId="ADAL" clId="{78E63A4E-AD4F-490C-8E4A-EEC435BAB616}" dt="2024-05-16T07:08:27.713" v="7"/>
        <pc:sldMkLst>
          <pc:docMk/>
          <pc:sldMk cId="2823448428" sldId="2147378710"/>
        </pc:sldMkLst>
      </pc:sldChg>
      <pc:sldChg chg="add">
        <pc:chgData name="Héni BEN MRAD" userId="29e18123-af16-4e2b-8963-6a004e026def" providerId="ADAL" clId="{78E63A4E-AD4F-490C-8E4A-EEC435BAB616}" dt="2024-05-16T07:08:27.713" v="7"/>
        <pc:sldMkLst>
          <pc:docMk/>
          <pc:sldMk cId="4061900893" sldId="2147378711"/>
        </pc:sldMkLst>
      </pc:sldChg>
      <pc:sldChg chg="add">
        <pc:chgData name="Héni BEN MRAD" userId="29e18123-af16-4e2b-8963-6a004e026def" providerId="ADAL" clId="{78E63A4E-AD4F-490C-8E4A-EEC435BAB616}" dt="2024-05-16T07:08:27.713" v="7"/>
        <pc:sldMkLst>
          <pc:docMk/>
          <pc:sldMk cId="945530814" sldId="2147378712"/>
        </pc:sldMkLst>
      </pc:sldChg>
      <pc:sldChg chg="add">
        <pc:chgData name="Héni BEN MRAD" userId="29e18123-af16-4e2b-8963-6a004e026def" providerId="ADAL" clId="{78E63A4E-AD4F-490C-8E4A-EEC435BAB616}" dt="2024-05-16T07:08:27.713" v="7"/>
        <pc:sldMkLst>
          <pc:docMk/>
          <pc:sldMk cId="1793402826" sldId="2147378713"/>
        </pc:sldMkLst>
      </pc:sldChg>
      <pc:sldChg chg="add">
        <pc:chgData name="Héni BEN MRAD" userId="29e18123-af16-4e2b-8963-6a004e026def" providerId="ADAL" clId="{78E63A4E-AD4F-490C-8E4A-EEC435BAB616}" dt="2024-05-16T07:08:27.713" v="7"/>
        <pc:sldMkLst>
          <pc:docMk/>
          <pc:sldMk cId="3916433297" sldId="2147378714"/>
        </pc:sldMkLst>
      </pc:sldChg>
      <pc:sldChg chg="add">
        <pc:chgData name="Héni BEN MRAD" userId="29e18123-af16-4e2b-8963-6a004e026def" providerId="ADAL" clId="{78E63A4E-AD4F-490C-8E4A-EEC435BAB616}" dt="2024-05-16T07:08:27.713" v="7"/>
        <pc:sldMkLst>
          <pc:docMk/>
          <pc:sldMk cId="4007029331" sldId="2147378715"/>
        </pc:sldMkLst>
      </pc:sldChg>
      <pc:sldChg chg="add">
        <pc:chgData name="Héni BEN MRAD" userId="29e18123-af16-4e2b-8963-6a004e026def" providerId="ADAL" clId="{78E63A4E-AD4F-490C-8E4A-EEC435BAB616}" dt="2024-05-16T07:08:27.713" v="7"/>
        <pc:sldMkLst>
          <pc:docMk/>
          <pc:sldMk cId="1962818013" sldId="2147378717"/>
        </pc:sldMkLst>
      </pc:sldChg>
      <pc:sldChg chg="add">
        <pc:chgData name="Héni BEN MRAD" userId="29e18123-af16-4e2b-8963-6a004e026def" providerId="ADAL" clId="{78E63A4E-AD4F-490C-8E4A-EEC435BAB616}" dt="2024-05-16T07:08:27.713" v="7"/>
        <pc:sldMkLst>
          <pc:docMk/>
          <pc:sldMk cId="4280056239" sldId="2147378718"/>
        </pc:sldMkLst>
      </pc:sldChg>
      <pc:sldChg chg="add del">
        <pc:chgData name="Héni BEN MRAD" userId="29e18123-af16-4e2b-8963-6a004e026def" providerId="ADAL" clId="{78E63A4E-AD4F-490C-8E4A-EEC435BAB616}" dt="2024-05-16T07:28:01.308" v="33"/>
        <pc:sldMkLst>
          <pc:docMk/>
          <pc:sldMk cId="654307286" sldId="2147378719"/>
        </pc:sldMkLst>
      </pc:sldChg>
      <pc:sldChg chg="add del">
        <pc:chgData name="Héni BEN MRAD" userId="29e18123-af16-4e2b-8963-6a004e026def" providerId="ADAL" clId="{78E63A4E-AD4F-490C-8E4A-EEC435BAB616}" dt="2024-05-16T07:11:03.057" v="30"/>
        <pc:sldMkLst>
          <pc:docMk/>
          <pc:sldMk cId="1308491393" sldId="2147378719"/>
        </pc:sldMkLst>
      </pc:sldChg>
      <pc:sldChg chg="add del">
        <pc:chgData name="Héni BEN MRAD" userId="29e18123-af16-4e2b-8963-6a004e026def" providerId="ADAL" clId="{78E63A4E-AD4F-490C-8E4A-EEC435BAB616}" dt="2024-05-16T07:10:44.821" v="28"/>
        <pc:sldMkLst>
          <pc:docMk/>
          <pc:sldMk cId="3706009947" sldId="2147378719"/>
        </pc:sldMkLst>
      </pc:sldChg>
      <pc:sldChg chg="add">
        <pc:chgData name="Héni BEN MRAD" userId="29e18123-af16-4e2b-8963-6a004e026def" providerId="ADAL" clId="{78E63A4E-AD4F-490C-8E4A-EEC435BAB616}" dt="2024-05-16T07:28:05.329" v="34"/>
        <pc:sldMkLst>
          <pc:docMk/>
          <pc:sldMk cId="3919194427" sldId="2147378719"/>
        </pc:sldMkLst>
      </pc:sldChg>
      <pc:sldChg chg="add del">
        <pc:chgData name="Héni BEN MRAD" userId="29e18123-af16-4e2b-8963-6a004e026def" providerId="ADAL" clId="{78E63A4E-AD4F-490C-8E4A-EEC435BAB616}" dt="2024-05-16T07:11:03.057" v="30"/>
        <pc:sldMkLst>
          <pc:docMk/>
          <pc:sldMk cId="471410912" sldId="2147378720"/>
        </pc:sldMkLst>
      </pc:sldChg>
      <pc:sldChg chg="add del">
        <pc:chgData name="Héni BEN MRAD" userId="29e18123-af16-4e2b-8963-6a004e026def" providerId="ADAL" clId="{78E63A4E-AD4F-490C-8E4A-EEC435BAB616}" dt="2024-05-16T07:10:44.821" v="28"/>
        <pc:sldMkLst>
          <pc:docMk/>
          <pc:sldMk cId="2275036908" sldId="2147378720"/>
        </pc:sldMkLst>
      </pc:sldChg>
      <pc:sldChg chg="add del">
        <pc:chgData name="Héni BEN MRAD" userId="29e18123-af16-4e2b-8963-6a004e026def" providerId="ADAL" clId="{78E63A4E-AD4F-490C-8E4A-EEC435BAB616}" dt="2024-05-16T07:10:44.821" v="28"/>
        <pc:sldMkLst>
          <pc:docMk/>
          <pc:sldMk cId="2231977721" sldId="2147378721"/>
        </pc:sldMkLst>
      </pc:sldChg>
      <pc:sldChg chg="add del">
        <pc:chgData name="Héni BEN MRAD" userId="29e18123-af16-4e2b-8963-6a004e026def" providerId="ADAL" clId="{78E63A4E-AD4F-490C-8E4A-EEC435BAB616}" dt="2024-05-16T07:11:03.057" v="30"/>
        <pc:sldMkLst>
          <pc:docMk/>
          <pc:sldMk cId="3380514243" sldId="2147378721"/>
        </pc:sldMkLst>
      </pc:sldChg>
      <pc:sldChg chg="add del">
        <pc:chgData name="Héni BEN MRAD" userId="29e18123-af16-4e2b-8963-6a004e026def" providerId="ADAL" clId="{78E63A4E-AD4F-490C-8E4A-EEC435BAB616}" dt="2024-05-16T07:10:44.821" v="28"/>
        <pc:sldMkLst>
          <pc:docMk/>
          <pc:sldMk cId="27814840" sldId="2147378722"/>
        </pc:sldMkLst>
      </pc:sldChg>
      <pc:sldChg chg="add del">
        <pc:chgData name="Héni BEN MRAD" userId="29e18123-af16-4e2b-8963-6a004e026def" providerId="ADAL" clId="{78E63A4E-AD4F-490C-8E4A-EEC435BAB616}" dt="2024-05-16T07:11:03.057" v="30"/>
        <pc:sldMkLst>
          <pc:docMk/>
          <pc:sldMk cId="3308938016" sldId="2147378722"/>
        </pc:sldMkLst>
      </pc:sldChg>
      <pc:sldChg chg="add del">
        <pc:chgData name="Héni BEN MRAD" userId="29e18123-af16-4e2b-8963-6a004e026def" providerId="ADAL" clId="{78E63A4E-AD4F-490C-8E4A-EEC435BAB616}" dt="2024-05-16T07:10:44.821" v="28"/>
        <pc:sldMkLst>
          <pc:docMk/>
          <pc:sldMk cId="1063390252" sldId="2147378723"/>
        </pc:sldMkLst>
      </pc:sldChg>
      <pc:sldChg chg="add del">
        <pc:chgData name="Héni BEN MRAD" userId="29e18123-af16-4e2b-8963-6a004e026def" providerId="ADAL" clId="{78E63A4E-AD4F-490C-8E4A-EEC435BAB616}" dt="2024-05-16T07:11:03.057" v="30"/>
        <pc:sldMkLst>
          <pc:docMk/>
          <pc:sldMk cId="4282623194" sldId="214737872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A171A1-F55B-4300-A18E-75AE39E64350}" type="datetimeFigureOut">
              <a:rPr lang="fr-FR" smtClean="0"/>
              <a:t>17/04/2025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6B738-3D5C-4851-BA0A-F593F390B820}" type="slidenum">
              <a:rPr lang="fr-FR" smtClean="0"/>
              <a:t>‹#›</a:t>
            </a:fld>
            <a:endParaRPr lang="fr-FR"/>
          </a:p>
        </p:txBody>
      </p:sp>
    </p:spTree>
    <p:extLst>
      <p:ext uri="{BB962C8B-B14F-4D97-AF65-F5344CB8AC3E}">
        <p14:creationId xmlns:p14="http://schemas.microsoft.com/office/powerpoint/2010/main" val="3800726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7.sv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7" Type="http://schemas.openxmlformats.org/officeDocument/2006/relationships/image" Target="../media/image7.svg"/><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9.sv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8.png"/><Relationship Id="rId5" Type="http://schemas.openxmlformats.org/officeDocument/2006/relationships/image" Target="../media/image1.emf"/><Relationship Id="rId4" Type="http://schemas.openxmlformats.org/officeDocument/2006/relationships/oleObject" Target="../embeddings/oleObject13.bin"/></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9.sv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8.png"/><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9.sv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8.png"/><Relationship Id="rId5" Type="http://schemas.openxmlformats.org/officeDocument/2006/relationships/image" Target="../media/image1.emf"/><Relationship Id="rId4" Type="http://schemas.openxmlformats.org/officeDocument/2006/relationships/oleObject" Target="../embeddings/oleObject15.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iapositive de titre_Externe">
    <p:spTree>
      <p:nvGrpSpPr>
        <p:cNvPr id="1" name=""/>
        <p:cNvGrpSpPr/>
        <p:nvPr/>
      </p:nvGrpSpPr>
      <p:grpSpPr>
        <a:xfrm>
          <a:off x="0" y="0"/>
          <a:ext cx="0" cy="0"/>
          <a:chOff x="0" y="0"/>
          <a:chExt cx="0" cy="0"/>
        </a:xfrm>
      </p:grpSpPr>
      <p:graphicFrame>
        <p:nvGraphicFramePr>
          <p:cNvPr id="2" name="Objet 1" hidden="1">
            <a:extLst>
              <a:ext uri="{FF2B5EF4-FFF2-40B4-BE49-F238E27FC236}">
                <a16:creationId xmlns:a16="http://schemas.microsoft.com/office/drawing/2014/main" id="{E0B0A3D8-21A4-F5D5-5B3B-C72A37F17A21}"/>
              </a:ext>
            </a:extLst>
          </p:cNvPr>
          <p:cNvGraphicFramePr>
            <a:graphicFrameLocks noChangeAspect="1"/>
          </p:cNvGraphicFramePr>
          <p:nvPr>
            <p:custDataLst>
              <p:tags r:id="rId1"/>
            </p:custDataLst>
            <p:extLst>
              <p:ext uri="{D42A27DB-BD31-4B8C-83A1-F6EECF244321}">
                <p14:modId xmlns:p14="http://schemas.microsoft.com/office/powerpoint/2010/main" val="42543619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2" name="Objet 1" hidden="1">
                        <a:extLst>
                          <a:ext uri="{FF2B5EF4-FFF2-40B4-BE49-F238E27FC236}">
                            <a16:creationId xmlns:a16="http://schemas.microsoft.com/office/drawing/2014/main" id="{E0B0A3D8-21A4-F5D5-5B3B-C72A37F17A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2ACAC907-7AE2-D996-69FC-C62EA15EA5AE}"/>
              </a:ext>
            </a:extLst>
          </p:cNvPr>
          <p:cNvSpPr/>
          <p:nvPr/>
        </p:nvSpPr>
        <p:spPr>
          <a:xfrm>
            <a:off x="0" y="6356350"/>
            <a:ext cx="12192000" cy="5016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 name="Picture Placeholder 4">
            <a:extLst>
              <a:ext uri="{FF2B5EF4-FFF2-40B4-BE49-F238E27FC236}">
                <a16:creationId xmlns:a16="http://schemas.microsoft.com/office/drawing/2014/main" id="{E997B2FF-1643-491F-8D5A-25CFB3CD989C}"/>
              </a:ext>
            </a:extLst>
          </p:cNvPr>
          <p:cNvPicPr>
            <a:picLocks noChangeAspect="1"/>
          </p:cNvPicPr>
          <p:nvPr/>
        </p:nvPicPr>
        <p:blipFill rotWithShape="1">
          <a:blip r:embed="rId5"/>
          <a:srcRect t="587" b="587"/>
          <a:stretch/>
        </p:blipFill>
        <p:spPr>
          <a:xfrm>
            <a:off x="155575" y="152400"/>
            <a:ext cx="11880850" cy="6553200"/>
          </a:xfrm>
          <a:prstGeom prst="rect">
            <a:avLst/>
          </a:prstGeom>
        </p:spPr>
      </p:pic>
      <p:sp>
        <p:nvSpPr>
          <p:cNvPr id="11" name="Rectangle 10">
            <a:extLst>
              <a:ext uri="{FF2B5EF4-FFF2-40B4-BE49-F238E27FC236}">
                <a16:creationId xmlns:a16="http://schemas.microsoft.com/office/drawing/2014/main" id="{4217B688-488C-4892-82A3-163CE502109F}"/>
              </a:ext>
            </a:extLst>
          </p:cNvPr>
          <p:cNvSpPr/>
          <p:nvPr/>
        </p:nvSpPr>
        <p:spPr>
          <a:xfrm>
            <a:off x="155574" y="152400"/>
            <a:ext cx="11880851" cy="6553200"/>
          </a:xfrm>
          <a:prstGeom prst="rect">
            <a:avLst/>
          </a:prstGeom>
          <a:gradFill>
            <a:gsLst>
              <a:gs pos="66000">
                <a:srgbClr val="000000">
                  <a:alpha val="31000"/>
                </a:srgbClr>
              </a:gs>
              <a:gs pos="8000">
                <a:srgbClr val="000000">
                  <a:alpha val="4000"/>
                </a:srgbClr>
              </a:gs>
              <a:gs pos="0">
                <a:schemeClr val="tx1">
                  <a:alpha val="0"/>
                </a:schemeClr>
              </a:gs>
              <a:gs pos="100000">
                <a:schemeClr val="tx1">
                  <a:alpha val="3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2160"/>
          </a:p>
        </p:txBody>
      </p:sp>
      <p:sp>
        <p:nvSpPr>
          <p:cNvPr id="20" name="Text Placeholder 14">
            <a:extLst>
              <a:ext uri="{FF2B5EF4-FFF2-40B4-BE49-F238E27FC236}">
                <a16:creationId xmlns:a16="http://schemas.microsoft.com/office/drawing/2014/main" id="{5F468BBF-A5CB-9041-9700-D3151961C099}"/>
              </a:ext>
            </a:extLst>
          </p:cNvPr>
          <p:cNvSpPr>
            <a:spLocks noGrp="1"/>
          </p:cNvSpPr>
          <p:nvPr>
            <p:ph type="body" sz="quarter" idx="19" hasCustomPrompt="1"/>
          </p:nvPr>
        </p:nvSpPr>
        <p:spPr>
          <a:xfrm>
            <a:off x="551057" y="5292725"/>
            <a:ext cx="3827463" cy="1063625"/>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rmAutofit/>
          </a:bodyPr>
          <a:lstStyle>
            <a:lvl1pPr marL="0" indent="0">
              <a:buNone/>
              <a:defRPr b="0" i="0">
                <a:solidFill>
                  <a:schemeClr val="bg1"/>
                </a:solidFill>
                <a:latin typeface="+mn-lt"/>
              </a:defRPr>
            </a:lvl1pPr>
          </a:lstStyle>
          <a:p>
            <a:pPr lvl="0"/>
            <a:r>
              <a:rPr lang="en-GB"/>
              <a:t>Sous-titre</a:t>
            </a:r>
            <a:endParaRPr lang="fr-FR"/>
          </a:p>
        </p:txBody>
      </p:sp>
      <p:sp>
        <p:nvSpPr>
          <p:cNvPr id="21" name="Text Placeholder 18">
            <a:extLst>
              <a:ext uri="{FF2B5EF4-FFF2-40B4-BE49-F238E27FC236}">
                <a16:creationId xmlns:a16="http://schemas.microsoft.com/office/drawing/2014/main" id="{5C036A9B-3E60-9C42-AA1E-52B7183BC77F}"/>
              </a:ext>
            </a:extLst>
          </p:cNvPr>
          <p:cNvSpPr>
            <a:spLocks noGrp="1"/>
          </p:cNvSpPr>
          <p:nvPr>
            <p:ph type="body" sz="quarter" idx="20" hasCustomPrompt="1"/>
          </p:nvPr>
        </p:nvSpPr>
        <p:spPr>
          <a:xfrm>
            <a:off x="551720" y="4975739"/>
            <a:ext cx="3826800" cy="237600"/>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Autofit/>
          </a:bodyPr>
          <a:lstStyle>
            <a:lvl1pPr marL="0" indent="0">
              <a:buNone/>
              <a:defRPr sz="1600" b="0" i="0">
                <a:solidFill>
                  <a:schemeClr val="bg1"/>
                </a:solidFill>
                <a:latin typeface="+mn-lt"/>
              </a:defRPr>
            </a:lvl1pPr>
          </a:lstStyle>
          <a:p>
            <a:r>
              <a:rPr lang="en-GB" err="1"/>
              <a:t>Thème</a:t>
            </a:r>
            <a:endParaRPr lang="fr-FR"/>
          </a:p>
        </p:txBody>
      </p:sp>
      <p:sp>
        <p:nvSpPr>
          <p:cNvPr id="13" name="Text Placeholder 18">
            <a:extLst>
              <a:ext uri="{FF2B5EF4-FFF2-40B4-BE49-F238E27FC236}">
                <a16:creationId xmlns:a16="http://schemas.microsoft.com/office/drawing/2014/main" id="{0DAF740A-5832-474D-B3E9-9E352D04B42C}"/>
              </a:ext>
            </a:extLst>
          </p:cNvPr>
          <p:cNvSpPr>
            <a:spLocks noGrp="1"/>
          </p:cNvSpPr>
          <p:nvPr>
            <p:ph type="body" sz="quarter" idx="21" hasCustomPrompt="1"/>
          </p:nvPr>
        </p:nvSpPr>
        <p:spPr>
          <a:xfrm>
            <a:off x="551720" y="264050"/>
            <a:ext cx="3826800" cy="237600"/>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Autofit/>
          </a:bodyPr>
          <a:lstStyle>
            <a:lvl1pPr marL="0" indent="0">
              <a:buNone/>
              <a:defRPr sz="1600" b="0" i="0">
                <a:solidFill>
                  <a:schemeClr val="bg1"/>
                </a:solidFill>
                <a:latin typeface="+mn-lt"/>
              </a:defRPr>
            </a:lvl1pPr>
          </a:lstStyle>
          <a:p>
            <a:r>
              <a:rPr lang="en-GB"/>
              <a:t>Date</a:t>
            </a:r>
            <a:endParaRPr lang="fr-FR"/>
          </a:p>
        </p:txBody>
      </p:sp>
      <p:sp>
        <p:nvSpPr>
          <p:cNvPr id="3" name="Titre 2">
            <a:extLst>
              <a:ext uri="{FF2B5EF4-FFF2-40B4-BE49-F238E27FC236}">
                <a16:creationId xmlns:a16="http://schemas.microsoft.com/office/drawing/2014/main" id="{77144D3E-4538-47FE-9291-A9AD3DA2C797}"/>
              </a:ext>
            </a:extLst>
          </p:cNvPr>
          <p:cNvSpPr>
            <a:spLocks noGrp="1"/>
          </p:cNvSpPr>
          <p:nvPr>
            <p:ph type="title"/>
          </p:nvPr>
        </p:nvSpPr>
        <p:spPr>
          <a:xfrm>
            <a:off x="551057" y="2167739"/>
            <a:ext cx="10816719" cy="2728614"/>
          </a:xfrm>
        </p:spPr>
        <p:txBody>
          <a:bodyPr vert="horz">
            <a:normAutofit/>
          </a:bodyPr>
          <a:lstStyle>
            <a:lvl1pPr marL="0" indent="0" algn="r" defTabSz="914400" rtl="0" eaLnBrk="1" latinLnBrk="0" hangingPunct="1">
              <a:lnSpc>
                <a:spcPct val="80000"/>
              </a:lnSpc>
              <a:spcBef>
                <a:spcPts val="1000"/>
              </a:spcBef>
              <a:buFont typeface="Arial" panose="020B0604020202020204" pitchFamily="34" charset="0"/>
              <a:buNone/>
              <a:defRPr lang="fr-FR" sz="8800" b="1" i="0" kern="1200" spc="-200" dirty="0">
                <a:solidFill>
                  <a:schemeClr val="bg1"/>
                </a:solidFill>
                <a:latin typeface="+mj-lt"/>
                <a:ea typeface="+mn-ea"/>
                <a:cs typeface="+mn-cs"/>
              </a:defRPr>
            </a:lvl1pPr>
          </a:lstStyle>
          <a:p>
            <a:r>
              <a:rPr lang="fr-FR"/>
              <a:t>Modifiez le style du titre</a:t>
            </a:r>
          </a:p>
        </p:txBody>
      </p:sp>
      <p:sp>
        <p:nvSpPr>
          <p:cNvPr id="6" name="Espace réservé pour une image  5">
            <a:extLst>
              <a:ext uri="{FF2B5EF4-FFF2-40B4-BE49-F238E27FC236}">
                <a16:creationId xmlns:a16="http://schemas.microsoft.com/office/drawing/2014/main" id="{AFCADCEA-D7EF-4A23-BEC7-7D6DFD55D920}"/>
              </a:ext>
            </a:extLst>
          </p:cNvPr>
          <p:cNvSpPr>
            <a:spLocks noGrp="1"/>
          </p:cNvSpPr>
          <p:nvPr>
            <p:ph type="pic" sz="quarter" idx="22" hasCustomPrompt="1"/>
          </p:nvPr>
        </p:nvSpPr>
        <p:spPr>
          <a:xfrm>
            <a:off x="4627283" y="5292725"/>
            <a:ext cx="2937434" cy="1063625"/>
          </a:xfrm>
        </p:spPr>
        <p:txBody>
          <a:bodyPr/>
          <a:lstStyle>
            <a:lvl1pPr marL="0" indent="0">
              <a:buNone/>
              <a:defRPr sz="1600">
                <a:solidFill>
                  <a:schemeClr val="bg1"/>
                </a:solidFill>
              </a:defRPr>
            </a:lvl1pPr>
          </a:lstStyle>
          <a:p>
            <a:r>
              <a:rPr lang="fr-FR"/>
              <a:t>Insérer le logo client</a:t>
            </a:r>
          </a:p>
        </p:txBody>
      </p:sp>
      <p:pic>
        <p:nvPicPr>
          <p:cNvPr id="5" name="Graphic 2">
            <a:extLst>
              <a:ext uri="{FF2B5EF4-FFF2-40B4-BE49-F238E27FC236}">
                <a16:creationId xmlns:a16="http://schemas.microsoft.com/office/drawing/2014/main" id="{D741F203-39C2-8465-9E74-15F19FD3D56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238883" y="5292725"/>
            <a:ext cx="3128893" cy="1063625"/>
          </a:xfrm>
          <a:prstGeom prst="rect">
            <a:avLst/>
          </a:prstGeom>
        </p:spPr>
      </p:pic>
    </p:spTree>
    <p:extLst>
      <p:ext uri="{BB962C8B-B14F-4D97-AF65-F5344CB8AC3E}">
        <p14:creationId xmlns:p14="http://schemas.microsoft.com/office/powerpoint/2010/main" val="497042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nde gauche bleue">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40509726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25C6E4F6-E88F-E84E-0950-25AFB4F532BB}"/>
              </a:ext>
            </a:extLst>
          </p:cNvPr>
          <p:cNvSpPr/>
          <p:nvPr/>
        </p:nvSpPr>
        <p:spPr>
          <a:xfrm>
            <a:off x="155574" y="152400"/>
            <a:ext cx="3378933" cy="6553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80997" y="2030353"/>
            <a:ext cx="2749065" cy="360000"/>
          </a:xfrm>
        </p:spPr>
        <p:txBody>
          <a:bodyPr vert="horz"/>
          <a:lstStyle>
            <a:lvl1pPr>
              <a:defRPr>
                <a:solidFill>
                  <a:schemeClr val="bg1"/>
                </a:solidFill>
              </a:defRPr>
            </a:lvl1pPr>
          </a:lstStyle>
          <a:p>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34508" y="6340474"/>
            <a:ext cx="5888442" cy="365125"/>
          </a:xfrm>
        </p:spPr>
        <p:txBody>
          <a:bodyPr/>
          <a:lstStyle/>
          <a:p>
            <a:endParaRPr lang="fr-FR"/>
          </a:p>
        </p:txBody>
      </p:sp>
      <p:sp>
        <p:nvSpPr>
          <p:cNvPr id="4" name="Espace réservé du numéro de diapositive 3">
            <a:extLst>
              <a:ext uri="{FF2B5EF4-FFF2-40B4-BE49-F238E27FC236}">
                <a16:creationId xmlns:a16="http://schemas.microsoft.com/office/drawing/2014/main" id="{1BF62DE9-7AC1-E144-7ADD-B32A018D6683}"/>
              </a:ext>
            </a:extLst>
          </p:cNvPr>
          <p:cNvSpPr>
            <a:spLocks noGrp="1"/>
          </p:cNvSpPr>
          <p:nvPr>
            <p:ph type="sldNum" sz="quarter" idx="11"/>
          </p:nvPr>
        </p:nvSpPr>
        <p:spPr/>
        <p:txBody>
          <a:bodyPr/>
          <a:lstStyle/>
          <a:p>
            <a:fld id="{BE9517EC-C298-4848-B090-11602D956FCE}" type="slidenum">
              <a:rPr lang="fr-FR" smtClean="0"/>
              <a:pPr/>
              <a:t>‹#›</a:t>
            </a:fld>
            <a:endParaRPr lang="fr-FR"/>
          </a:p>
        </p:txBody>
      </p:sp>
      <p:sp>
        <p:nvSpPr>
          <p:cNvPr id="8" name="TextBox 8">
            <a:extLst>
              <a:ext uri="{FF2B5EF4-FFF2-40B4-BE49-F238E27FC236}">
                <a16:creationId xmlns:a16="http://schemas.microsoft.com/office/drawing/2014/main" id="{B1B33616-6D65-DB30-4453-6813484D6A8F}"/>
              </a:ext>
            </a:extLst>
          </p:cNvPr>
          <p:cNvSpPr txBox="1"/>
          <p:nvPr/>
        </p:nvSpPr>
        <p:spPr>
          <a:xfrm>
            <a:off x="380997" y="6407620"/>
            <a:ext cx="1723549" cy="230832"/>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chemeClr val="bg1"/>
                </a:solidFill>
                <a:effectLst/>
                <a:uLnTx/>
                <a:uFillTx/>
                <a:latin typeface="+mj-lt"/>
                <a:ea typeface="+mn-ea"/>
                <a:cs typeface="+mn-cs"/>
              </a:rPr>
              <a:t>© ACI partners | Confidentiel </a:t>
            </a:r>
          </a:p>
        </p:txBody>
      </p:sp>
      <p:sp>
        <p:nvSpPr>
          <p:cNvPr id="9" name="Espace réservé du contenu 11">
            <a:extLst>
              <a:ext uri="{FF2B5EF4-FFF2-40B4-BE49-F238E27FC236}">
                <a16:creationId xmlns:a16="http://schemas.microsoft.com/office/drawing/2014/main" id="{0195042A-90D0-34D6-C22D-45B6A12E2BEA}"/>
              </a:ext>
            </a:extLst>
          </p:cNvPr>
          <p:cNvSpPr>
            <a:spLocks noGrp="1"/>
          </p:cNvSpPr>
          <p:nvPr>
            <p:ph sz="quarter" idx="12"/>
          </p:nvPr>
        </p:nvSpPr>
        <p:spPr>
          <a:xfrm>
            <a:off x="3706694" y="1606555"/>
            <a:ext cx="8104305" cy="457040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91813693"/>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apositive de titre_Interne">
    <p:spTree>
      <p:nvGrpSpPr>
        <p:cNvPr id="1" name=""/>
        <p:cNvGrpSpPr/>
        <p:nvPr/>
      </p:nvGrpSpPr>
      <p:grpSpPr>
        <a:xfrm>
          <a:off x="0" y="0"/>
          <a:ext cx="0" cy="0"/>
          <a:chOff x="0" y="0"/>
          <a:chExt cx="0" cy="0"/>
        </a:xfrm>
      </p:grpSpPr>
      <p:graphicFrame>
        <p:nvGraphicFramePr>
          <p:cNvPr id="2" name="Objet 1" hidden="1">
            <a:extLst>
              <a:ext uri="{FF2B5EF4-FFF2-40B4-BE49-F238E27FC236}">
                <a16:creationId xmlns:a16="http://schemas.microsoft.com/office/drawing/2014/main" id="{E0B0A3D8-21A4-F5D5-5B3B-C72A37F17A21}"/>
              </a:ext>
            </a:extLst>
          </p:cNvPr>
          <p:cNvGraphicFramePr>
            <a:graphicFrameLocks noChangeAspect="1"/>
          </p:cNvGraphicFramePr>
          <p:nvPr>
            <p:custDataLst>
              <p:tags r:id="rId1"/>
            </p:custDataLst>
            <p:extLst>
              <p:ext uri="{D42A27DB-BD31-4B8C-83A1-F6EECF244321}">
                <p14:modId xmlns:p14="http://schemas.microsoft.com/office/powerpoint/2010/main" val="41459237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2" name="Objet 1" hidden="1">
                        <a:extLst>
                          <a:ext uri="{FF2B5EF4-FFF2-40B4-BE49-F238E27FC236}">
                            <a16:creationId xmlns:a16="http://schemas.microsoft.com/office/drawing/2014/main" id="{E0B0A3D8-21A4-F5D5-5B3B-C72A37F17A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2ACAC907-7AE2-D996-69FC-C62EA15EA5AE}"/>
              </a:ext>
            </a:extLst>
          </p:cNvPr>
          <p:cNvSpPr/>
          <p:nvPr/>
        </p:nvSpPr>
        <p:spPr>
          <a:xfrm>
            <a:off x="0" y="6356350"/>
            <a:ext cx="12192000" cy="5016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 name="Picture Placeholder 4">
            <a:extLst>
              <a:ext uri="{FF2B5EF4-FFF2-40B4-BE49-F238E27FC236}">
                <a16:creationId xmlns:a16="http://schemas.microsoft.com/office/drawing/2014/main" id="{E997B2FF-1643-491F-8D5A-25CFB3CD989C}"/>
              </a:ext>
            </a:extLst>
          </p:cNvPr>
          <p:cNvPicPr>
            <a:picLocks noChangeAspect="1"/>
          </p:cNvPicPr>
          <p:nvPr/>
        </p:nvPicPr>
        <p:blipFill rotWithShape="1">
          <a:blip r:embed="rId5"/>
          <a:srcRect t="587" b="587"/>
          <a:stretch/>
        </p:blipFill>
        <p:spPr>
          <a:xfrm>
            <a:off x="155575" y="152400"/>
            <a:ext cx="11880850" cy="6553200"/>
          </a:xfrm>
          <a:prstGeom prst="rect">
            <a:avLst/>
          </a:prstGeom>
        </p:spPr>
      </p:pic>
      <p:sp>
        <p:nvSpPr>
          <p:cNvPr id="11" name="Rectangle 10">
            <a:extLst>
              <a:ext uri="{FF2B5EF4-FFF2-40B4-BE49-F238E27FC236}">
                <a16:creationId xmlns:a16="http://schemas.microsoft.com/office/drawing/2014/main" id="{4217B688-488C-4892-82A3-163CE502109F}"/>
              </a:ext>
            </a:extLst>
          </p:cNvPr>
          <p:cNvSpPr/>
          <p:nvPr/>
        </p:nvSpPr>
        <p:spPr>
          <a:xfrm>
            <a:off x="155574" y="152400"/>
            <a:ext cx="11880851" cy="6553200"/>
          </a:xfrm>
          <a:prstGeom prst="rect">
            <a:avLst/>
          </a:prstGeom>
          <a:gradFill>
            <a:gsLst>
              <a:gs pos="66000">
                <a:srgbClr val="000000">
                  <a:alpha val="31000"/>
                </a:srgbClr>
              </a:gs>
              <a:gs pos="8000">
                <a:srgbClr val="000000">
                  <a:alpha val="4000"/>
                </a:srgbClr>
              </a:gs>
              <a:gs pos="0">
                <a:schemeClr val="tx1">
                  <a:alpha val="0"/>
                </a:schemeClr>
              </a:gs>
              <a:gs pos="100000">
                <a:schemeClr val="tx1">
                  <a:alpha val="3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2160"/>
          </a:p>
        </p:txBody>
      </p:sp>
      <p:sp>
        <p:nvSpPr>
          <p:cNvPr id="20" name="Text Placeholder 14">
            <a:extLst>
              <a:ext uri="{FF2B5EF4-FFF2-40B4-BE49-F238E27FC236}">
                <a16:creationId xmlns:a16="http://schemas.microsoft.com/office/drawing/2014/main" id="{5F468BBF-A5CB-9041-9700-D3151961C099}"/>
              </a:ext>
            </a:extLst>
          </p:cNvPr>
          <p:cNvSpPr>
            <a:spLocks noGrp="1"/>
          </p:cNvSpPr>
          <p:nvPr>
            <p:ph type="body" sz="quarter" idx="19" hasCustomPrompt="1"/>
          </p:nvPr>
        </p:nvSpPr>
        <p:spPr>
          <a:xfrm>
            <a:off x="551057" y="5292725"/>
            <a:ext cx="3827463" cy="1063625"/>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rmAutofit/>
          </a:bodyPr>
          <a:lstStyle>
            <a:lvl1pPr marL="0" indent="0">
              <a:buNone/>
              <a:defRPr b="0" i="0">
                <a:solidFill>
                  <a:schemeClr val="bg1"/>
                </a:solidFill>
                <a:latin typeface="+mn-lt"/>
              </a:defRPr>
            </a:lvl1pPr>
          </a:lstStyle>
          <a:p>
            <a:pPr lvl="0"/>
            <a:r>
              <a:rPr lang="en-GB"/>
              <a:t>Sous-titre</a:t>
            </a:r>
            <a:endParaRPr lang="fr-FR"/>
          </a:p>
        </p:txBody>
      </p:sp>
      <p:sp>
        <p:nvSpPr>
          <p:cNvPr id="21" name="Text Placeholder 18">
            <a:extLst>
              <a:ext uri="{FF2B5EF4-FFF2-40B4-BE49-F238E27FC236}">
                <a16:creationId xmlns:a16="http://schemas.microsoft.com/office/drawing/2014/main" id="{5C036A9B-3E60-9C42-AA1E-52B7183BC77F}"/>
              </a:ext>
            </a:extLst>
          </p:cNvPr>
          <p:cNvSpPr>
            <a:spLocks noGrp="1"/>
          </p:cNvSpPr>
          <p:nvPr>
            <p:ph type="body" sz="quarter" idx="20" hasCustomPrompt="1"/>
          </p:nvPr>
        </p:nvSpPr>
        <p:spPr>
          <a:xfrm>
            <a:off x="551720" y="4975739"/>
            <a:ext cx="3826800" cy="237600"/>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Autofit/>
          </a:bodyPr>
          <a:lstStyle>
            <a:lvl1pPr marL="0" indent="0">
              <a:buNone/>
              <a:defRPr sz="1600" b="0" i="0">
                <a:solidFill>
                  <a:schemeClr val="bg1"/>
                </a:solidFill>
                <a:latin typeface="+mn-lt"/>
              </a:defRPr>
            </a:lvl1pPr>
          </a:lstStyle>
          <a:p>
            <a:r>
              <a:rPr lang="en-GB" err="1"/>
              <a:t>Thème</a:t>
            </a:r>
            <a:endParaRPr lang="fr-FR"/>
          </a:p>
        </p:txBody>
      </p:sp>
      <p:sp>
        <p:nvSpPr>
          <p:cNvPr id="13" name="Text Placeholder 18">
            <a:extLst>
              <a:ext uri="{FF2B5EF4-FFF2-40B4-BE49-F238E27FC236}">
                <a16:creationId xmlns:a16="http://schemas.microsoft.com/office/drawing/2014/main" id="{0DAF740A-5832-474D-B3E9-9E352D04B42C}"/>
              </a:ext>
            </a:extLst>
          </p:cNvPr>
          <p:cNvSpPr>
            <a:spLocks noGrp="1"/>
          </p:cNvSpPr>
          <p:nvPr>
            <p:ph type="body" sz="quarter" idx="21" hasCustomPrompt="1"/>
          </p:nvPr>
        </p:nvSpPr>
        <p:spPr>
          <a:xfrm>
            <a:off x="551720" y="264050"/>
            <a:ext cx="3826800" cy="237600"/>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Autofit/>
          </a:bodyPr>
          <a:lstStyle>
            <a:lvl1pPr marL="0" indent="0">
              <a:buNone/>
              <a:defRPr sz="1600" b="0" i="0">
                <a:solidFill>
                  <a:schemeClr val="bg1"/>
                </a:solidFill>
                <a:latin typeface="+mn-lt"/>
              </a:defRPr>
            </a:lvl1pPr>
          </a:lstStyle>
          <a:p>
            <a:r>
              <a:rPr lang="en-GB"/>
              <a:t>Date</a:t>
            </a:r>
            <a:endParaRPr lang="fr-FR"/>
          </a:p>
        </p:txBody>
      </p:sp>
      <p:pic>
        <p:nvPicPr>
          <p:cNvPr id="9" name="Graphic 2">
            <a:extLst>
              <a:ext uri="{FF2B5EF4-FFF2-40B4-BE49-F238E27FC236}">
                <a16:creationId xmlns:a16="http://schemas.microsoft.com/office/drawing/2014/main" id="{E6D46E39-FB99-4BF4-B965-51E1513752D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04563" y="4818826"/>
            <a:ext cx="5285016" cy="1796570"/>
          </a:xfrm>
          <a:prstGeom prst="rect">
            <a:avLst/>
          </a:prstGeom>
        </p:spPr>
      </p:pic>
      <p:sp>
        <p:nvSpPr>
          <p:cNvPr id="3" name="Titre 2">
            <a:extLst>
              <a:ext uri="{FF2B5EF4-FFF2-40B4-BE49-F238E27FC236}">
                <a16:creationId xmlns:a16="http://schemas.microsoft.com/office/drawing/2014/main" id="{77144D3E-4538-47FE-9291-A9AD3DA2C797}"/>
              </a:ext>
            </a:extLst>
          </p:cNvPr>
          <p:cNvSpPr>
            <a:spLocks noGrp="1"/>
          </p:cNvSpPr>
          <p:nvPr>
            <p:ph type="title"/>
          </p:nvPr>
        </p:nvSpPr>
        <p:spPr>
          <a:xfrm>
            <a:off x="551057" y="2167739"/>
            <a:ext cx="10816719" cy="2728614"/>
          </a:xfrm>
        </p:spPr>
        <p:txBody>
          <a:bodyPr vert="horz">
            <a:normAutofit/>
          </a:bodyPr>
          <a:lstStyle>
            <a:lvl1pPr marL="0" indent="0" algn="r" defTabSz="914400" rtl="0" eaLnBrk="1" latinLnBrk="0" hangingPunct="1">
              <a:lnSpc>
                <a:spcPct val="80000"/>
              </a:lnSpc>
              <a:spcBef>
                <a:spcPts val="1000"/>
              </a:spcBef>
              <a:buFont typeface="Arial" panose="020B0604020202020204" pitchFamily="34" charset="0"/>
              <a:buNone/>
              <a:defRPr lang="fr-FR" sz="8800" b="1" i="0" kern="1200" spc="-200" dirty="0">
                <a:solidFill>
                  <a:schemeClr val="bg1"/>
                </a:solidFill>
                <a:latin typeface="+mj-lt"/>
                <a:ea typeface="+mn-ea"/>
                <a:cs typeface="+mn-cs"/>
              </a:defRPr>
            </a:lvl1pPr>
          </a:lstStyle>
          <a:p>
            <a:r>
              <a:rPr lang="fr-FR"/>
              <a:t>Modifiez le style du titre</a:t>
            </a:r>
          </a:p>
        </p:txBody>
      </p:sp>
    </p:spTree>
    <p:extLst>
      <p:ext uri="{BB962C8B-B14F-4D97-AF65-F5344CB8AC3E}">
        <p14:creationId xmlns:p14="http://schemas.microsoft.com/office/powerpoint/2010/main" val="3944283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ande gauche grise">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34209557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Rectangle 8">
            <a:extLst>
              <a:ext uri="{FF2B5EF4-FFF2-40B4-BE49-F238E27FC236}">
                <a16:creationId xmlns:a16="http://schemas.microsoft.com/office/drawing/2014/main" id="{70FB9975-02E6-5AA9-F3E3-25070AE0C3B8}"/>
              </a:ext>
            </a:extLst>
          </p:cNvPr>
          <p:cNvSpPr/>
          <p:nvPr/>
        </p:nvSpPr>
        <p:spPr>
          <a:xfrm>
            <a:off x="155574" y="152399"/>
            <a:ext cx="3378933" cy="65532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latin typeface="+mj-lt"/>
            </a:endParaRP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80997" y="2030353"/>
            <a:ext cx="2749065" cy="360000"/>
          </a:xfrm>
        </p:spPr>
        <p:txBody>
          <a:bodyPr vert="horz" lIns="91440" tIns="45720" rIns="91440" bIns="45720" rtlCol="0" anchor="t">
            <a:noAutofit/>
          </a:bodyPr>
          <a:lstStyle>
            <a:lvl1pPr>
              <a:defRPr lang="fr-FR" dirty="0"/>
            </a:lvl1pPr>
          </a:lstStyle>
          <a:p>
            <a:pPr lvl="0"/>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34508" y="6339417"/>
            <a:ext cx="5888442" cy="365125"/>
          </a:xfrm>
        </p:spPr>
        <p:txBody>
          <a:bodyPr/>
          <a:lstStyle/>
          <a:p>
            <a:endParaRPr lang="fr-FR"/>
          </a:p>
        </p:txBody>
      </p:sp>
      <p:sp>
        <p:nvSpPr>
          <p:cNvPr id="4" name="Espace réservé du numéro de diapositive 3">
            <a:extLst>
              <a:ext uri="{FF2B5EF4-FFF2-40B4-BE49-F238E27FC236}">
                <a16:creationId xmlns:a16="http://schemas.microsoft.com/office/drawing/2014/main" id="{1BF62DE9-7AC1-E144-7ADD-B32A018D6683}"/>
              </a:ext>
            </a:extLst>
          </p:cNvPr>
          <p:cNvSpPr>
            <a:spLocks noGrp="1"/>
          </p:cNvSpPr>
          <p:nvPr>
            <p:ph type="sldNum" sz="quarter" idx="11"/>
          </p:nvPr>
        </p:nvSpPr>
        <p:spPr>
          <a:xfrm>
            <a:off x="11219530" y="6340475"/>
            <a:ext cx="591470" cy="365125"/>
          </a:xfrm>
        </p:spPr>
        <p:txBody>
          <a:bodyPr/>
          <a:lstStyle/>
          <a:p>
            <a:fld id="{BE9517EC-C298-4848-B090-11602D956FCE}" type="slidenum">
              <a:rPr lang="fr-FR" smtClean="0"/>
              <a:pPr/>
              <a:t>‹#›</a:t>
            </a:fld>
            <a:endParaRPr lang="fr-FR"/>
          </a:p>
        </p:txBody>
      </p:sp>
      <p:sp>
        <p:nvSpPr>
          <p:cNvPr id="8" name="TextBox 8">
            <a:extLst>
              <a:ext uri="{FF2B5EF4-FFF2-40B4-BE49-F238E27FC236}">
                <a16:creationId xmlns:a16="http://schemas.microsoft.com/office/drawing/2014/main" id="{B1B33616-6D65-DB30-4453-6813484D6A8F}"/>
              </a:ext>
            </a:extLst>
          </p:cNvPr>
          <p:cNvSpPr txBox="1"/>
          <p:nvPr/>
        </p:nvSpPr>
        <p:spPr>
          <a:xfrm>
            <a:off x="380997" y="6406563"/>
            <a:ext cx="1723549" cy="230832"/>
          </a:xfrm>
          <a:prstGeom prst="rect">
            <a:avLst/>
          </a:prstGeom>
          <a:noFill/>
        </p:spPr>
        <p:txBody>
          <a:bodyPr wrap="none" rtlCol="0" anchor="ctr">
            <a:spAutoFit/>
          </a:bodyPr>
          <a:lstStyle>
            <a:defPPr>
              <a:defRPr lang="fr-FR"/>
            </a:defPPr>
            <a:lvl1pPr marR="0" lvl="0" indent="0" fontAlgn="auto">
              <a:lnSpc>
                <a:spcPct val="100000"/>
              </a:lnSpc>
              <a:spcBef>
                <a:spcPts val="0"/>
              </a:spcBef>
              <a:spcAft>
                <a:spcPts val="0"/>
              </a:spcAft>
              <a:buClrTx/>
              <a:buSzTx/>
              <a:buFontTx/>
              <a:buNone/>
              <a:tabLst/>
              <a:defRPr kumimoji="0" sz="900" b="0" i="0" u="none" strike="noStrike" cap="none" spc="0" normalizeH="0" baseline="0">
                <a:ln>
                  <a:noFill/>
                </a:ln>
                <a:solidFill>
                  <a:schemeClr val="tx2"/>
                </a:solidFill>
                <a:effectLst/>
                <a:uLnTx/>
                <a:uFillTx/>
                <a:latin typeface="Raleway Light" panose="020B0003030101060003" pitchFamily="34" charset="0"/>
              </a:defRPr>
            </a:lvl1pPr>
          </a:lstStyle>
          <a:p>
            <a:pPr lvl="0"/>
            <a:r>
              <a:rPr lang="fr-FR" noProof="0">
                <a:latin typeface="+mj-lt"/>
              </a:rPr>
              <a:t>© ACI partners | Confidentiel </a:t>
            </a:r>
          </a:p>
        </p:txBody>
      </p:sp>
      <p:sp>
        <p:nvSpPr>
          <p:cNvPr id="10" name="Espace réservé du contenu 11">
            <a:extLst>
              <a:ext uri="{FF2B5EF4-FFF2-40B4-BE49-F238E27FC236}">
                <a16:creationId xmlns:a16="http://schemas.microsoft.com/office/drawing/2014/main" id="{4C4BA35F-4E6C-F444-2E60-7BFAA60BC237}"/>
              </a:ext>
            </a:extLst>
          </p:cNvPr>
          <p:cNvSpPr>
            <a:spLocks noGrp="1"/>
          </p:cNvSpPr>
          <p:nvPr>
            <p:ph sz="quarter" idx="12"/>
          </p:nvPr>
        </p:nvSpPr>
        <p:spPr>
          <a:xfrm>
            <a:off x="3706694" y="1606555"/>
            <a:ext cx="8104305" cy="457040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159756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ande bleue à droite">
    <p:spTree>
      <p:nvGrpSpPr>
        <p:cNvPr id="1" name=""/>
        <p:cNvGrpSpPr/>
        <p:nvPr/>
      </p:nvGrpSpPr>
      <p:grpSpPr>
        <a:xfrm>
          <a:off x="0" y="0"/>
          <a:ext cx="0" cy="0"/>
          <a:chOff x="0" y="0"/>
          <a:chExt cx="0" cy="0"/>
        </a:xfrm>
      </p:grpSpPr>
      <p:graphicFrame>
        <p:nvGraphicFramePr>
          <p:cNvPr id="6" name="Objet 5" hidden="1">
            <a:extLst>
              <a:ext uri="{FF2B5EF4-FFF2-40B4-BE49-F238E27FC236}">
                <a16:creationId xmlns:a16="http://schemas.microsoft.com/office/drawing/2014/main" id="{96B5FBC2-58AC-2FAF-7D78-BF6E106ED017}"/>
              </a:ext>
            </a:extLst>
          </p:cNvPr>
          <p:cNvGraphicFramePr>
            <a:graphicFrameLocks noChangeAspect="1"/>
          </p:cNvGraphicFramePr>
          <p:nvPr>
            <p:custDataLst>
              <p:tags r:id="rId1"/>
            </p:custDataLst>
            <p:extLst>
              <p:ext uri="{D42A27DB-BD31-4B8C-83A1-F6EECF244321}">
                <p14:modId xmlns:p14="http://schemas.microsoft.com/office/powerpoint/2010/main" val="27410171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6" name="Objet 5" hidden="1">
                        <a:extLst>
                          <a:ext uri="{FF2B5EF4-FFF2-40B4-BE49-F238E27FC236}">
                            <a16:creationId xmlns:a16="http://schemas.microsoft.com/office/drawing/2014/main" id="{96B5FBC2-58AC-2FAF-7D78-BF6E106ED0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Rectangle 6">
            <a:extLst>
              <a:ext uri="{FF2B5EF4-FFF2-40B4-BE49-F238E27FC236}">
                <a16:creationId xmlns:a16="http://schemas.microsoft.com/office/drawing/2014/main" id="{CF30EC56-780E-456D-F690-0606D4ED1B3A}"/>
              </a:ext>
            </a:extLst>
          </p:cNvPr>
          <p:cNvSpPr/>
          <p:nvPr/>
        </p:nvSpPr>
        <p:spPr>
          <a:xfrm>
            <a:off x="9504486" y="152401"/>
            <a:ext cx="2531939" cy="65480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latin typeface="Raleway" panose="020B0003030101060003" pitchFamily="34" charset="0"/>
                <a:cs typeface="Arial" panose="020B0604020202020204" pitchFamily="34" charset="0"/>
              </a:rPr>
              <a:t> </a:t>
            </a:r>
          </a:p>
        </p:txBody>
      </p:sp>
      <p:sp>
        <p:nvSpPr>
          <p:cNvPr id="2" name="Titre 1">
            <a:extLst>
              <a:ext uri="{FF2B5EF4-FFF2-40B4-BE49-F238E27FC236}">
                <a16:creationId xmlns:a16="http://schemas.microsoft.com/office/drawing/2014/main" id="{0934E31E-55AD-3016-4711-D984139036C6}"/>
              </a:ext>
            </a:extLst>
          </p:cNvPr>
          <p:cNvSpPr>
            <a:spLocks noGrp="1"/>
          </p:cNvSpPr>
          <p:nvPr>
            <p:ph type="title" hasCustomPrompt="1"/>
          </p:nvPr>
        </p:nvSpPr>
        <p:spPr>
          <a:xfrm>
            <a:off x="380997" y="485693"/>
            <a:ext cx="9041953" cy="360000"/>
          </a:xfrm>
        </p:spPr>
        <p:txBody>
          <a:bodyPr vert="horz"/>
          <a:lstStyle/>
          <a:p>
            <a:r>
              <a:rPr lang="fr-FR"/>
              <a:t>Titre</a:t>
            </a:r>
          </a:p>
        </p:txBody>
      </p:sp>
      <p:sp>
        <p:nvSpPr>
          <p:cNvPr id="3" name="Espace réservé du pied de page 2">
            <a:extLst>
              <a:ext uri="{FF2B5EF4-FFF2-40B4-BE49-F238E27FC236}">
                <a16:creationId xmlns:a16="http://schemas.microsoft.com/office/drawing/2014/main" id="{48959EE3-0C1B-69B4-97CA-86F4273E5DE0}"/>
              </a:ext>
            </a:extLst>
          </p:cNvPr>
          <p:cNvSpPr>
            <a:spLocks noGrp="1"/>
          </p:cNvSpPr>
          <p:nvPr>
            <p:ph type="ftr" sz="quarter" idx="10"/>
          </p:nvPr>
        </p:nvSpPr>
        <p:spPr>
          <a:xfrm>
            <a:off x="2104549" y="6340476"/>
            <a:ext cx="7318401" cy="360000"/>
          </a:xfrm>
        </p:spPr>
        <p:txBody>
          <a:bodyPr/>
          <a:lstStyle/>
          <a:p>
            <a:endParaRPr lang="fr-FR"/>
          </a:p>
        </p:txBody>
      </p:sp>
      <p:sp>
        <p:nvSpPr>
          <p:cNvPr id="4" name="Espace réservé du numéro de diapositive 3">
            <a:extLst>
              <a:ext uri="{FF2B5EF4-FFF2-40B4-BE49-F238E27FC236}">
                <a16:creationId xmlns:a16="http://schemas.microsoft.com/office/drawing/2014/main" id="{72DF3A06-8A18-CB78-2E4B-836454BCF124}"/>
              </a:ext>
            </a:extLst>
          </p:cNvPr>
          <p:cNvSpPr>
            <a:spLocks noGrp="1"/>
          </p:cNvSpPr>
          <p:nvPr>
            <p:ph type="sldNum" sz="quarter" idx="11"/>
          </p:nvPr>
        </p:nvSpPr>
        <p:spPr>
          <a:xfrm>
            <a:off x="11219530" y="6340475"/>
            <a:ext cx="591470" cy="360001"/>
          </a:xfrm>
        </p:spPr>
        <p:txBody>
          <a:bodyPr/>
          <a:lstStyle>
            <a:lvl1pPr>
              <a:defRPr>
                <a:solidFill>
                  <a:schemeClr val="bg1"/>
                </a:solidFill>
              </a:defRPr>
            </a:lvl1pPr>
          </a:lstStyle>
          <a:p>
            <a:fld id="{BE9517EC-C298-4848-B090-11602D956FCE}" type="slidenum">
              <a:rPr lang="fr-FR" smtClean="0"/>
              <a:pPr/>
              <a:t>‹#›</a:t>
            </a:fld>
            <a:endParaRPr lang="fr-FR"/>
          </a:p>
        </p:txBody>
      </p:sp>
      <p:sp>
        <p:nvSpPr>
          <p:cNvPr id="5" name="Espace réservé du texte 13">
            <a:extLst>
              <a:ext uri="{FF2B5EF4-FFF2-40B4-BE49-F238E27FC236}">
                <a16:creationId xmlns:a16="http://schemas.microsoft.com/office/drawing/2014/main" id="{317CE532-FD4B-B975-10B5-801C19408195}"/>
              </a:ext>
            </a:extLst>
          </p:cNvPr>
          <p:cNvSpPr>
            <a:spLocks noGrp="1"/>
          </p:cNvSpPr>
          <p:nvPr>
            <p:ph type="body" sz="quarter" idx="13" hasCustomPrompt="1"/>
          </p:nvPr>
        </p:nvSpPr>
        <p:spPr>
          <a:xfrm>
            <a:off x="380995" y="1106551"/>
            <a:ext cx="9041953" cy="360000"/>
          </a:xfrm>
        </p:spPr>
        <p:txBody>
          <a:bodyPr anchor="t">
            <a:noAutofit/>
          </a:bodyPr>
          <a:lstStyle>
            <a:lvl1pPr marL="0" indent="0">
              <a:buNone/>
              <a:defRPr sz="1600">
                <a:solidFill>
                  <a:schemeClr val="tx2"/>
                </a:solidFill>
                <a:latin typeface="+mj-lt"/>
              </a:defRPr>
            </a:lvl1pPr>
          </a:lstStyle>
          <a:p>
            <a:pPr lvl="0"/>
            <a:r>
              <a:rPr lang="fr-FR"/>
              <a:t>Sous titre</a:t>
            </a:r>
          </a:p>
        </p:txBody>
      </p:sp>
      <p:pic>
        <p:nvPicPr>
          <p:cNvPr id="8" name="Graphic 12">
            <a:extLst>
              <a:ext uri="{FF2B5EF4-FFF2-40B4-BE49-F238E27FC236}">
                <a16:creationId xmlns:a16="http://schemas.microsoft.com/office/drawing/2014/main" id="{D53CA171-068E-EDB1-7CF5-A2BB8CAEC11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422950" y="6232787"/>
            <a:ext cx="1796580" cy="610723"/>
          </a:xfrm>
          <a:prstGeom prst="rect">
            <a:avLst/>
          </a:prstGeom>
        </p:spPr>
      </p:pic>
      <p:sp>
        <p:nvSpPr>
          <p:cNvPr id="9" name="Espace réservé du contenu 11">
            <a:extLst>
              <a:ext uri="{FF2B5EF4-FFF2-40B4-BE49-F238E27FC236}">
                <a16:creationId xmlns:a16="http://schemas.microsoft.com/office/drawing/2014/main" id="{B8E04866-5B0C-A17E-298A-637EC30BB1CD}"/>
              </a:ext>
            </a:extLst>
          </p:cNvPr>
          <p:cNvSpPr>
            <a:spLocks noGrp="1"/>
          </p:cNvSpPr>
          <p:nvPr>
            <p:ph sz="quarter" idx="12"/>
          </p:nvPr>
        </p:nvSpPr>
        <p:spPr>
          <a:xfrm>
            <a:off x="380997" y="1825624"/>
            <a:ext cx="9041952"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197273557"/>
      </p:ext>
    </p:extLst>
  </p:cSld>
  <p:clrMapOvr>
    <a:masterClrMapping/>
  </p:clrMapOvr>
  <p:extLst>
    <p:ext uri="{DCECCB84-F9BA-43D5-87BE-67443E8EF086}">
      <p15:sldGuideLst xmlns:p15="http://schemas.microsoft.com/office/powerpoint/2012/main">
        <p15:guide id="2" orient="horz" pos="422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re et contenu">
    <p:spTree>
      <p:nvGrpSpPr>
        <p:cNvPr id="1" name=""/>
        <p:cNvGrpSpPr/>
        <p:nvPr/>
      </p:nvGrpSpPr>
      <p:grpSpPr>
        <a:xfrm>
          <a:off x="0" y="0"/>
          <a:ext cx="0" cy="0"/>
          <a:chOff x="0" y="0"/>
          <a:chExt cx="0" cy="0"/>
        </a:xfrm>
      </p:grpSpPr>
      <p:graphicFrame>
        <p:nvGraphicFramePr>
          <p:cNvPr id="10" name="Objet 9" hidden="1">
            <a:extLst>
              <a:ext uri="{FF2B5EF4-FFF2-40B4-BE49-F238E27FC236}">
                <a16:creationId xmlns:a16="http://schemas.microsoft.com/office/drawing/2014/main" id="{05A7B304-0FC6-A7CA-FA84-47B4F0706119}"/>
              </a:ext>
            </a:extLst>
          </p:cNvPr>
          <p:cNvGraphicFramePr>
            <a:graphicFrameLocks noChangeAspect="1"/>
          </p:cNvGraphicFramePr>
          <p:nvPr>
            <p:custDataLst>
              <p:tags r:id="rId1"/>
            </p:custDataLst>
            <p:extLst>
              <p:ext uri="{D42A27DB-BD31-4B8C-83A1-F6EECF244321}">
                <p14:modId xmlns:p14="http://schemas.microsoft.com/office/powerpoint/2010/main" val="12559535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10" name="Objet 9" hidden="1">
                        <a:extLst>
                          <a:ext uri="{FF2B5EF4-FFF2-40B4-BE49-F238E27FC236}">
                            <a16:creationId xmlns:a16="http://schemas.microsoft.com/office/drawing/2014/main" id="{05A7B304-0FC6-A7CA-FA84-47B4F070611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54BAF359-327C-B4E8-9F79-27F34771BBEA}"/>
              </a:ext>
            </a:extLst>
          </p:cNvPr>
          <p:cNvSpPr>
            <a:spLocks noGrp="1"/>
          </p:cNvSpPr>
          <p:nvPr>
            <p:ph type="title" hasCustomPrompt="1"/>
          </p:nvPr>
        </p:nvSpPr>
        <p:spPr/>
        <p:txBody>
          <a:bodyPr vert="horz" anchor="t"/>
          <a:lstStyle>
            <a:lvl1pPr>
              <a:defRPr>
                <a:latin typeface="+mj-lt"/>
              </a:defRPr>
            </a:lvl1pPr>
          </a:lstStyle>
          <a:p>
            <a:r>
              <a:rPr lang="fr-FR"/>
              <a:t>Titre</a:t>
            </a:r>
          </a:p>
        </p:txBody>
      </p:sp>
      <p:sp>
        <p:nvSpPr>
          <p:cNvPr id="3" name="Espace réservé du pied de page 2">
            <a:extLst>
              <a:ext uri="{FF2B5EF4-FFF2-40B4-BE49-F238E27FC236}">
                <a16:creationId xmlns:a16="http://schemas.microsoft.com/office/drawing/2014/main" id="{3E6FB74B-9577-0CA4-476E-AF81AA57CDBE}"/>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527C0B86-BB50-84CF-E7B5-FAD5FB9A6B50}"/>
              </a:ext>
            </a:extLst>
          </p:cNvPr>
          <p:cNvSpPr>
            <a:spLocks noGrp="1"/>
          </p:cNvSpPr>
          <p:nvPr>
            <p:ph type="sldNum" sz="quarter" idx="11"/>
          </p:nvPr>
        </p:nvSpPr>
        <p:spPr/>
        <p:txBody>
          <a:bodyPr/>
          <a:lstStyle/>
          <a:p>
            <a:fld id="{BE9517EC-C298-4848-B090-11602D956FCE}" type="slidenum">
              <a:rPr lang="fr-FR" smtClean="0"/>
              <a:pPr/>
              <a:t>‹#›</a:t>
            </a:fld>
            <a:endParaRPr lang="fr-FR"/>
          </a:p>
        </p:txBody>
      </p:sp>
      <p:sp>
        <p:nvSpPr>
          <p:cNvPr id="12" name="Espace réservé du contenu 11">
            <a:extLst>
              <a:ext uri="{FF2B5EF4-FFF2-40B4-BE49-F238E27FC236}">
                <a16:creationId xmlns:a16="http://schemas.microsoft.com/office/drawing/2014/main" id="{2541A85A-BD07-8F9E-3F4A-2FA68B1A9116}"/>
              </a:ext>
            </a:extLst>
          </p:cNvPr>
          <p:cNvSpPr>
            <a:spLocks noGrp="1"/>
          </p:cNvSpPr>
          <p:nvPr>
            <p:ph sz="quarter" idx="12"/>
          </p:nvPr>
        </p:nvSpPr>
        <p:spPr>
          <a:xfrm>
            <a:off x="380996" y="1825624"/>
            <a:ext cx="11430003"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3">
            <a:extLst>
              <a:ext uri="{FF2B5EF4-FFF2-40B4-BE49-F238E27FC236}">
                <a16:creationId xmlns:a16="http://schemas.microsoft.com/office/drawing/2014/main" id="{73C495DC-BFBC-1250-EA79-F47766C421FF}"/>
              </a:ext>
            </a:extLst>
          </p:cNvPr>
          <p:cNvSpPr>
            <a:spLocks noGrp="1"/>
          </p:cNvSpPr>
          <p:nvPr>
            <p:ph type="body" sz="quarter" idx="13" hasCustomPrompt="1"/>
          </p:nvPr>
        </p:nvSpPr>
        <p:spPr>
          <a:xfrm>
            <a:off x="380995" y="1106551"/>
            <a:ext cx="11430003" cy="360000"/>
          </a:xfrm>
        </p:spPr>
        <p:txBody>
          <a:bodyPr anchor="t">
            <a:noAutofit/>
          </a:bodyPr>
          <a:lstStyle>
            <a:lvl1pPr marL="0" indent="0">
              <a:buFont typeface="Arial" panose="020B0604020202020204" pitchFamily="34" charset="0"/>
              <a:buNone/>
              <a:defRPr sz="1600">
                <a:solidFill>
                  <a:schemeClr val="tx2"/>
                </a:solidFill>
                <a:latin typeface="+mj-lt"/>
              </a:defRPr>
            </a:lvl1pPr>
          </a:lstStyle>
          <a:p>
            <a:pPr lvl="0"/>
            <a:r>
              <a:rPr lang="fr-FR"/>
              <a:t>Sous titre</a:t>
            </a:r>
          </a:p>
        </p:txBody>
      </p:sp>
    </p:spTree>
    <p:extLst>
      <p:ext uri="{BB962C8B-B14F-4D97-AF65-F5344CB8AC3E}">
        <p14:creationId xmlns:p14="http://schemas.microsoft.com/office/powerpoint/2010/main" val="3828655395"/>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eux contenus">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36087087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7" y="485693"/>
            <a:ext cx="11430003" cy="360000"/>
          </a:xfrm>
        </p:spPr>
        <p:txBody>
          <a:bodyPr vert="horz"/>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p>
            <a:fld id="{BE9517EC-C298-4848-B090-11602D956FCE}" type="slidenum">
              <a:rPr lang="fr-FR" smtClean="0"/>
              <a:pPr/>
              <a:t>‹#›</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06551"/>
            <a:ext cx="55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6" name="Espace réservé du texte 11">
            <a:extLst>
              <a:ext uri="{FF2B5EF4-FFF2-40B4-BE49-F238E27FC236}">
                <a16:creationId xmlns:a16="http://schemas.microsoft.com/office/drawing/2014/main" id="{C09F6E40-0B05-4D05-F386-EB73033D29DB}"/>
              </a:ext>
            </a:extLst>
          </p:cNvPr>
          <p:cNvSpPr>
            <a:spLocks noGrp="1"/>
          </p:cNvSpPr>
          <p:nvPr>
            <p:ph type="body" sz="quarter" idx="15" hasCustomPrompt="1"/>
          </p:nvPr>
        </p:nvSpPr>
        <p:spPr>
          <a:xfrm>
            <a:off x="6231005" y="1106551"/>
            <a:ext cx="55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7" y="1825624"/>
            <a:ext cx="55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3" name="Espace réservé du contenu 11">
            <a:extLst>
              <a:ext uri="{FF2B5EF4-FFF2-40B4-BE49-F238E27FC236}">
                <a16:creationId xmlns:a16="http://schemas.microsoft.com/office/drawing/2014/main" id="{922C5E9B-333D-AE2C-4982-73E30FAD37C9}"/>
              </a:ext>
            </a:extLst>
          </p:cNvPr>
          <p:cNvSpPr>
            <a:spLocks noGrp="1"/>
          </p:cNvSpPr>
          <p:nvPr>
            <p:ph sz="quarter" idx="16"/>
          </p:nvPr>
        </p:nvSpPr>
        <p:spPr>
          <a:xfrm>
            <a:off x="6231005" y="1825624"/>
            <a:ext cx="55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65781092"/>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eux contenus 1-2">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7870777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7" y="485693"/>
            <a:ext cx="11430003" cy="360000"/>
          </a:xfrm>
        </p:spPr>
        <p:txBody>
          <a:bodyPr vert="horz"/>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p>
            <a:fld id="{BE9517EC-C298-4848-B090-11602D956FCE}" type="slidenum">
              <a:rPr lang="fr-FR" smtClean="0"/>
              <a:pPr/>
              <a:t>‹#›</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06551"/>
            <a:ext cx="37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7" y="1825624"/>
            <a:ext cx="37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9DBA95B2-8684-CA04-5C78-DBBABC955808}"/>
              </a:ext>
            </a:extLst>
          </p:cNvPr>
          <p:cNvSpPr>
            <a:spLocks noGrp="1"/>
          </p:cNvSpPr>
          <p:nvPr>
            <p:ph type="body" sz="quarter" idx="17" hasCustomPrompt="1"/>
          </p:nvPr>
        </p:nvSpPr>
        <p:spPr>
          <a:xfrm>
            <a:off x="4241999" y="1106551"/>
            <a:ext cx="7569001"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5" name="Espace réservé du contenu 11">
            <a:extLst>
              <a:ext uri="{FF2B5EF4-FFF2-40B4-BE49-F238E27FC236}">
                <a16:creationId xmlns:a16="http://schemas.microsoft.com/office/drawing/2014/main" id="{C27C6CE7-CF8F-073D-79CA-F6870172FD5D}"/>
              </a:ext>
            </a:extLst>
          </p:cNvPr>
          <p:cNvSpPr>
            <a:spLocks noGrp="1"/>
          </p:cNvSpPr>
          <p:nvPr>
            <p:ph sz="quarter" idx="18"/>
          </p:nvPr>
        </p:nvSpPr>
        <p:spPr>
          <a:xfrm>
            <a:off x="4241999" y="1825624"/>
            <a:ext cx="7569001"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503887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eux contenus 2-1">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28399407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7" y="485693"/>
            <a:ext cx="11430003" cy="360000"/>
          </a:xfrm>
        </p:spPr>
        <p:txBody>
          <a:bodyPr vert="horz"/>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p>
            <a:fld id="{BE9517EC-C298-4848-B090-11602D956FCE}" type="slidenum">
              <a:rPr lang="fr-FR" smtClean="0"/>
              <a:pPr/>
              <a:t>‹#›</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06551"/>
            <a:ext cx="7641002"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6" y="1825624"/>
            <a:ext cx="7641001"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9DBA95B2-8684-CA04-5C78-DBBABC955808}"/>
              </a:ext>
            </a:extLst>
          </p:cNvPr>
          <p:cNvSpPr>
            <a:spLocks noGrp="1"/>
          </p:cNvSpPr>
          <p:nvPr>
            <p:ph type="body" sz="quarter" idx="17" hasCustomPrompt="1"/>
          </p:nvPr>
        </p:nvSpPr>
        <p:spPr>
          <a:xfrm>
            <a:off x="8103000" y="1106551"/>
            <a:ext cx="3708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5" name="Espace réservé du contenu 11">
            <a:extLst>
              <a:ext uri="{FF2B5EF4-FFF2-40B4-BE49-F238E27FC236}">
                <a16:creationId xmlns:a16="http://schemas.microsoft.com/office/drawing/2014/main" id="{C27C6CE7-CF8F-073D-79CA-F6870172FD5D}"/>
              </a:ext>
            </a:extLst>
          </p:cNvPr>
          <p:cNvSpPr>
            <a:spLocks noGrp="1"/>
          </p:cNvSpPr>
          <p:nvPr>
            <p:ph sz="quarter" idx="18"/>
          </p:nvPr>
        </p:nvSpPr>
        <p:spPr>
          <a:xfrm>
            <a:off x="8103000" y="1825624"/>
            <a:ext cx="3708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949580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rois contenus">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40966173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7" y="485693"/>
            <a:ext cx="11430003" cy="360000"/>
          </a:xfrm>
        </p:spPr>
        <p:txBody>
          <a:bodyPr vert="horz"/>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p>
            <a:fld id="{BE9517EC-C298-4848-B090-11602D956FCE}" type="slidenum">
              <a:rPr lang="fr-FR" smtClean="0"/>
              <a:pPr/>
              <a:t>‹#›</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06551"/>
            <a:ext cx="37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7" y="1825624"/>
            <a:ext cx="37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 name="Espace réservé du texte 11">
            <a:extLst>
              <a:ext uri="{FF2B5EF4-FFF2-40B4-BE49-F238E27FC236}">
                <a16:creationId xmlns:a16="http://schemas.microsoft.com/office/drawing/2014/main" id="{061B42E4-1FCD-A654-7B40-D184085DD133}"/>
              </a:ext>
            </a:extLst>
          </p:cNvPr>
          <p:cNvSpPr>
            <a:spLocks noGrp="1"/>
          </p:cNvSpPr>
          <p:nvPr>
            <p:ph type="body" sz="quarter" idx="15" hasCustomPrompt="1"/>
          </p:nvPr>
        </p:nvSpPr>
        <p:spPr>
          <a:xfrm>
            <a:off x="4205998" y="1106551"/>
            <a:ext cx="37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1" name="Espace réservé du contenu 11">
            <a:extLst>
              <a:ext uri="{FF2B5EF4-FFF2-40B4-BE49-F238E27FC236}">
                <a16:creationId xmlns:a16="http://schemas.microsoft.com/office/drawing/2014/main" id="{5C41A9E7-AEDF-C9A6-A6FC-31C65E7147D2}"/>
              </a:ext>
            </a:extLst>
          </p:cNvPr>
          <p:cNvSpPr>
            <a:spLocks noGrp="1"/>
          </p:cNvSpPr>
          <p:nvPr>
            <p:ph sz="quarter" idx="16"/>
          </p:nvPr>
        </p:nvSpPr>
        <p:spPr>
          <a:xfrm>
            <a:off x="4205998" y="1825624"/>
            <a:ext cx="37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9DBA95B2-8684-CA04-5C78-DBBABC955808}"/>
              </a:ext>
            </a:extLst>
          </p:cNvPr>
          <p:cNvSpPr>
            <a:spLocks noGrp="1"/>
          </p:cNvSpPr>
          <p:nvPr>
            <p:ph type="body" sz="quarter" idx="17" hasCustomPrompt="1"/>
          </p:nvPr>
        </p:nvSpPr>
        <p:spPr>
          <a:xfrm>
            <a:off x="8031000" y="1106551"/>
            <a:ext cx="37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5" name="Espace réservé du contenu 11">
            <a:extLst>
              <a:ext uri="{FF2B5EF4-FFF2-40B4-BE49-F238E27FC236}">
                <a16:creationId xmlns:a16="http://schemas.microsoft.com/office/drawing/2014/main" id="{C27C6CE7-CF8F-073D-79CA-F6870172FD5D}"/>
              </a:ext>
            </a:extLst>
          </p:cNvPr>
          <p:cNvSpPr>
            <a:spLocks noGrp="1"/>
          </p:cNvSpPr>
          <p:nvPr>
            <p:ph sz="quarter" idx="18"/>
          </p:nvPr>
        </p:nvSpPr>
        <p:spPr>
          <a:xfrm>
            <a:off x="8031000" y="1825624"/>
            <a:ext cx="37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3339582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amp; sous titre">
    <p:spTree>
      <p:nvGrpSpPr>
        <p:cNvPr id="1" name=""/>
        <p:cNvGrpSpPr/>
        <p:nvPr/>
      </p:nvGrpSpPr>
      <p:grpSpPr>
        <a:xfrm>
          <a:off x="0" y="0"/>
          <a:ext cx="0" cy="0"/>
          <a:chOff x="0" y="0"/>
          <a:chExt cx="0" cy="0"/>
        </a:xfrm>
      </p:grpSpPr>
      <p:graphicFrame>
        <p:nvGraphicFramePr>
          <p:cNvPr id="6" name="Objet 5" hidden="1">
            <a:extLst>
              <a:ext uri="{FF2B5EF4-FFF2-40B4-BE49-F238E27FC236}">
                <a16:creationId xmlns:a16="http://schemas.microsoft.com/office/drawing/2014/main" id="{96B5FBC2-58AC-2FAF-7D78-BF6E106ED017}"/>
              </a:ext>
            </a:extLst>
          </p:cNvPr>
          <p:cNvGraphicFramePr>
            <a:graphicFrameLocks noChangeAspect="1"/>
          </p:cNvGraphicFramePr>
          <p:nvPr>
            <p:custDataLst>
              <p:tags r:id="rId1"/>
            </p:custDataLst>
            <p:extLst>
              <p:ext uri="{D42A27DB-BD31-4B8C-83A1-F6EECF244321}">
                <p14:modId xmlns:p14="http://schemas.microsoft.com/office/powerpoint/2010/main" val="23228780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6" name="Objet 5" hidden="1">
                        <a:extLst>
                          <a:ext uri="{FF2B5EF4-FFF2-40B4-BE49-F238E27FC236}">
                            <a16:creationId xmlns:a16="http://schemas.microsoft.com/office/drawing/2014/main" id="{96B5FBC2-58AC-2FAF-7D78-BF6E106ED0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0934E31E-55AD-3016-4711-D984139036C6}"/>
              </a:ext>
            </a:extLst>
          </p:cNvPr>
          <p:cNvSpPr>
            <a:spLocks noGrp="1"/>
          </p:cNvSpPr>
          <p:nvPr>
            <p:ph type="title" hasCustomPrompt="1"/>
          </p:nvPr>
        </p:nvSpPr>
        <p:spPr/>
        <p:txBody>
          <a:bodyPr vert="horz"/>
          <a:lstStyle/>
          <a:p>
            <a:r>
              <a:rPr lang="fr-FR"/>
              <a:t>Titre</a:t>
            </a:r>
          </a:p>
        </p:txBody>
      </p:sp>
      <p:sp>
        <p:nvSpPr>
          <p:cNvPr id="3" name="Espace réservé du pied de page 2">
            <a:extLst>
              <a:ext uri="{FF2B5EF4-FFF2-40B4-BE49-F238E27FC236}">
                <a16:creationId xmlns:a16="http://schemas.microsoft.com/office/drawing/2014/main" id="{48959EE3-0C1B-69B4-97CA-86F4273E5DE0}"/>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72DF3A06-8A18-CB78-2E4B-836454BCF124}"/>
              </a:ext>
            </a:extLst>
          </p:cNvPr>
          <p:cNvSpPr>
            <a:spLocks noGrp="1"/>
          </p:cNvSpPr>
          <p:nvPr>
            <p:ph type="sldNum" sz="quarter" idx="11"/>
          </p:nvPr>
        </p:nvSpPr>
        <p:spPr/>
        <p:txBody>
          <a:bodyPr/>
          <a:lstStyle/>
          <a:p>
            <a:fld id="{BE9517EC-C298-4848-B090-11602D956FCE}" type="slidenum">
              <a:rPr lang="fr-FR" smtClean="0"/>
              <a:pPr/>
              <a:t>‹#›</a:t>
            </a:fld>
            <a:endParaRPr lang="fr-FR"/>
          </a:p>
        </p:txBody>
      </p:sp>
      <p:sp>
        <p:nvSpPr>
          <p:cNvPr id="5" name="Espace réservé du texte 13">
            <a:extLst>
              <a:ext uri="{FF2B5EF4-FFF2-40B4-BE49-F238E27FC236}">
                <a16:creationId xmlns:a16="http://schemas.microsoft.com/office/drawing/2014/main" id="{317CE532-FD4B-B975-10B5-801C19408195}"/>
              </a:ext>
            </a:extLst>
          </p:cNvPr>
          <p:cNvSpPr>
            <a:spLocks noGrp="1"/>
          </p:cNvSpPr>
          <p:nvPr>
            <p:ph type="body" sz="quarter" idx="13" hasCustomPrompt="1"/>
          </p:nvPr>
        </p:nvSpPr>
        <p:spPr>
          <a:xfrm>
            <a:off x="380995" y="1106551"/>
            <a:ext cx="11430003" cy="360000"/>
          </a:xfrm>
        </p:spPr>
        <p:txBody>
          <a:bodyPr anchor="t">
            <a:noAutofit/>
          </a:bodyPr>
          <a:lstStyle>
            <a:lvl1pPr marL="0" indent="0">
              <a:buNone/>
              <a:defRPr sz="1600">
                <a:solidFill>
                  <a:schemeClr val="tx2"/>
                </a:solidFill>
                <a:latin typeface="+mj-lt"/>
              </a:defRPr>
            </a:lvl1pPr>
          </a:lstStyle>
          <a:p>
            <a:pPr lvl="0"/>
            <a:r>
              <a:rPr lang="fr-FR"/>
              <a:t>Sous titre</a:t>
            </a:r>
          </a:p>
        </p:txBody>
      </p:sp>
    </p:spTree>
    <p:extLst>
      <p:ext uri="{BB962C8B-B14F-4D97-AF65-F5344CB8AC3E}">
        <p14:creationId xmlns:p14="http://schemas.microsoft.com/office/powerpoint/2010/main" val="2350604689"/>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4e de couverture - 1">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FB72EC17-0D72-371F-B7F7-6B24EF2DDF18}"/>
              </a:ext>
            </a:extLst>
          </p:cNvPr>
          <p:cNvSpPr/>
          <p:nvPr/>
        </p:nvSpPr>
        <p:spPr>
          <a:xfrm>
            <a:off x="5059649" y="152400"/>
            <a:ext cx="6977863" cy="65532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FR">
                <a:latin typeface="Raleway" panose="020B0003030101060003" pitchFamily="34" charset="0"/>
                <a:cs typeface="Arial" panose="020B0604020202020204" pitchFamily="34" charset="0"/>
              </a:rPr>
              <a:t> </a:t>
            </a:r>
          </a:p>
        </p:txBody>
      </p:sp>
      <p:graphicFrame>
        <p:nvGraphicFramePr>
          <p:cNvPr id="17" name="Objet 16" hidden="1">
            <a:extLst>
              <a:ext uri="{FF2B5EF4-FFF2-40B4-BE49-F238E27FC236}">
                <a16:creationId xmlns:a16="http://schemas.microsoft.com/office/drawing/2014/main" id="{FBD27079-48C6-CB02-A232-308426EDF3AA}"/>
              </a:ext>
            </a:extLst>
          </p:cNvPr>
          <p:cNvGraphicFramePr>
            <a:graphicFrameLocks noChangeAspect="1"/>
          </p:cNvGraphicFramePr>
          <p:nvPr>
            <p:custDataLst>
              <p:tags r:id="rId1"/>
            </p:custDataLst>
            <p:extLst>
              <p:ext uri="{D42A27DB-BD31-4B8C-83A1-F6EECF244321}">
                <p14:modId xmlns:p14="http://schemas.microsoft.com/office/powerpoint/2010/main" val="25108855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9" imgH="360" progId="TCLayout.ActiveDocument.1">
                  <p:embed/>
                </p:oleObj>
              </mc:Choice>
              <mc:Fallback>
                <p:oleObj name="think-cell Slide" r:id="rId4" imgW="359" imgH="360" progId="TCLayout.ActiveDocument.1">
                  <p:embed/>
                  <p:pic>
                    <p:nvPicPr>
                      <p:cNvPr id="17" name="Objet 16" hidden="1">
                        <a:extLst>
                          <a:ext uri="{FF2B5EF4-FFF2-40B4-BE49-F238E27FC236}">
                            <a16:creationId xmlns:a16="http://schemas.microsoft.com/office/drawing/2014/main" id="{FBD27079-48C6-CB02-A232-308426EDF3A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5" name="Graphic 26">
            <a:extLst>
              <a:ext uri="{FF2B5EF4-FFF2-40B4-BE49-F238E27FC236}">
                <a16:creationId xmlns:a16="http://schemas.microsoft.com/office/drawing/2014/main" id="{8CD01FE5-5158-1105-33C2-61FDFB0EE9D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07957" y="2385080"/>
            <a:ext cx="4357228" cy="1481181"/>
          </a:xfrm>
          <a:prstGeom prst="rect">
            <a:avLst/>
          </a:prstGeom>
        </p:spPr>
      </p:pic>
      <p:sp>
        <p:nvSpPr>
          <p:cNvPr id="26" name="Rectangle 25">
            <a:extLst>
              <a:ext uri="{FF2B5EF4-FFF2-40B4-BE49-F238E27FC236}">
                <a16:creationId xmlns:a16="http://schemas.microsoft.com/office/drawing/2014/main" id="{AFC47A47-5D02-D40D-50B8-8F8AADFF00F7}"/>
              </a:ext>
            </a:extLst>
          </p:cNvPr>
          <p:cNvSpPr/>
          <p:nvPr/>
        </p:nvSpPr>
        <p:spPr>
          <a:xfrm>
            <a:off x="380999" y="6356350"/>
            <a:ext cx="183832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Text Placeholder 14">
            <a:extLst>
              <a:ext uri="{FF2B5EF4-FFF2-40B4-BE49-F238E27FC236}">
                <a16:creationId xmlns:a16="http://schemas.microsoft.com/office/drawing/2014/main" id="{E65BC1D1-122B-5554-DB34-A1E8B0CD3AC0}"/>
              </a:ext>
            </a:extLst>
          </p:cNvPr>
          <p:cNvSpPr>
            <a:spLocks noGrp="1"/>
          </p:cNvSpPr>
          <p:nvPr>
            <p:ph type="body" sz="quarter" idx="30" hasCustomPrompt="1"/>
          </p:nvPr>
        </p:nvSpPr>
        <p:spPr>
          <a:xfrm>
            <a:off x="6816424" y="3001630"/>
            <a:ext cx="3464313"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28" name="Text Placeholder 18">
            <a:extLst>
              <a:ext uri="{FF2B5EF4-FFF2-40B4-BE49-F238E27FC236}">
                <a16:creationId xmlns:a16="http://schemas.microsoft.com/office/drawing/2014/main" id="{2E183326-D245-1406-CA99-58E2C3567CE0}"/>
              </a:ext>
            </a:extLst>
          </p:cNvPr>
          <p:cNvSpPr>
            <a:spLocks noGrp="1"/>
          </p:cNvSpPr>
          <p:nvPr>
            <p:ph type="body" sz="quarter" idx="31" hasCustomPrompt="1"/>
          </p:nvPr>
        </p:nvSpPr>
        <p:spPr>
          <a:xfrm>
            <a:off x="6816424" y="3684766"/>
            <a:ext cx="3464313" cy="242038"/>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
        <p:nvSpPr>
          <p:cNvPr id="12" name="Picture Placeholder 3">
            <a:extLst>
              <a:ext uri="{FF2B5EF4-FFF2-40B4-BE49-F238E27FC236}">
                <a16:creationId xmlns:a16="http://schemas.microsoft.com/office/drawing/2014/main" id="{DD8B5DCD-0FE5-F4AD-0455-D5B227CF482A}"/>
              </a:ext>
            </a:extLst>
          </p:cNvPr>
          <p:cNvSpPr>
            <a:spLocks noGrp="1"/>
          </p:cNvSpPr>
          <p:nvPr>
            <p:ph type="pic" sz="quarter" idx="33" hasCustomPrompt="1"/>
          </p:nvPr>
        </p:nvSpPr>
        <p:spPr>
          <a:xfrm>
            <a:off x="7385875" y="261954"/>
            <a:ext cx="2325411" cy="2433621"/>
          </a:xfrm>
        </p:spPr>
        <p:txBody>
          <a:bodyPr/>
          <a:lstStyle>
            <a:lvl1pPr marL="0" indent="0">
              <a:buNone/>
              <a:defRPr/>
            </a:lvl1pPr>
          </a:lstStyle>
          <a:p>
            <a:r>
              <a:rPr lang="fr-FR"/>
              <a:t> </a:t>
            </a:r>
          </a:p>
        </p:txBody>
      </p:sp>
      <p:sp>
        <p:nvSpPr>
          <p:cNvPr id="13" name="Text Placeholder 16">
            <a:extLst>
              <a:ext uri="{FF2B5EF4-FFF2-40B4-BE49-F238E27FC236}">
                <a16:creationId xmlns:a16="http://schemas.microsoft.com/office/drawing/2014/main" id="{504AF62D-622A-D8B8-3FE8-9BE1D7C55707}"/>
              </a:ext>
            </a:extLst>
          </p:cNvPr>
          <p:cNvSpPr txBox="1">
            <a:spLocks/>
          </p:cNvSpPr>
          <p:nvPr>
            <p:custDataLst>
              <p:tags r:id="rId2"/>
            </p:custDataLst>
          </p:nvPr>
        </p:nvSpPr>
        <p:spPr>
          <a:xfrm>
            <a:off x="747576" y="4296725"/>
            <a:ext cx="2511000" cy="282210"/>
          </a:xfrm>
          <a:prstGeom prst="rect">
            <a:avLst/>
          </a:prstGeom>
          <a:ln>
            <a:noFill/>
          </a:ln>
        </p:spPr>
        <p:txBody>
          <a:bodyPr lIns="0" tIns="81000" bIns="54000" anchor="ctr"/>
          <a:lstStyle>
            <a:defPPr>
              <a:defRPr lang="fr-FR"/>
            </a:defPPr>
            <a:lvl1pPr algn="ctr">
              <a:lnSpc>
                <a:spcPct val="90000"/>
              </a:lnSpc>
              <a:spcBef>
                <a:spcPts val="1000"/>
              </a:spcBef>
              <a:buClr>
                <a:schemeClr val="accent1"/>
              </a:buClr>
              <a:defRPr sz="1400" b="1">
                <a:solidFill>
                  <a:schemeClr val="tx2"/>
                </a:solidFill>
              </a:defRPr>
            </a:lvl1pPr>
          </a:lstStyle>
          <a:p>
            <a:pPr algn="l" fontAlgn="base">
              <a:spcBef>
                <a:spcPct val="0"/>
              </a:spcBef>
              <a:spcAft>
                <a:spcPct val="0"/>
              </a:spcAft>
            </a:pPr>
            <a:r>
              <a:rPr lang="fr-FR" sz="1200">
                <a:solidFill>
                  <a:schemeClr val="accent4"/>
                </a:solidFill>
                <a:latin typeface="+mn-lt"/>
              </a:rPr>
              <a:t>www.acipartners.fr</a:t>
            </a:r>
          </a:p>
        </p:txBody>
      </p:sp>
      <p:sp>
        <p:nvSpPr>
          <p:cNvPr id="14" name="Text Placeholder 16">
            <a:extLst>
              <a:ext uri="{FF2B5EF4-FFF2-40B4-BE49-F238E27FC236}">
                <a16:creationId xmlns:a16="http://schemas.microsoft.com/office/drawing/2014/main" id="{7D877059-911D-4C8C-1E64-B46C382ACAEF}"/>
              </a:ext>
            </a:extLst>
          </p:cNvPr>
          <p:cNvSpPr txBox="1">
            <a:spLocks/>
          </p:cNvSpPr>
          <p:nvPr/>
        </p:nvSpPr>
        <p:spPr>
          <a:xfrm>
            <a:off x="747575" y="3801517"/>
            <a:ext cx="3615769" cy="555626"/>
          </a:xfrm>
          <a:prstGeom prst="rect">
            <a:avLst/>
          </a:prstGeom>
          <a:ln>
            <a:noFill/>
          </a:ln>
        </p:spPr>
        <p:txBody>
          <a:bodyPr lIns="0" tIns="81000" bIns="540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r>
              <a:rPr lang="fr-FR" sz="1050">
                <a:solidFill>
                  <a:schemeClr val="accent4"/>
                </a:solidFill>
                <a:latin typeface="+mn-lt"/>
              </a:rPr>
              <a:t>153 Bd Haussmann 75008 Paris</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fr-FR" sz="900" b="0" i="0" u="none" strike="noStrike" kern="1200" cap="none" spc="0" normalizeH="0" baseline="0" noProof="0">
                <a:ln>
                  <a:noFill/>
                </a:ln>
                <a:solidFill>
                  <a:srgbClr val="8397B0"/>
                </a:solidFill>
                <a:effectLst/>
                <a:uLnTx/>
                <a:uFillTx/>
                <a:latin typeface="+mn-lt"/>
                <a:ea typeface="+mn-ea"/>
                <a:cs typeface="+mn-cs"/>
              </a:rPr>
              <a:t>RCS Paris 844 224 881 </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a:t>
            </a:r>
            <a:r>
              <a:rPr kumimoji="0" lang="fr-FR" sz="900" b="0" i="0" u="none" strike="noStrike" kern="1200" cap="none" spc="0" normalizeH="0" baseline="0" noProof="0">
                <a:ln>
                  <a:noFill/>
                </a:ln>
                <a:solidFill>
                  <a:srgbClr val="8397B0"/>
                </a:solidFill>
                <a:effectLst/>
                <a:uLnTx/>
                <a:uFillTx/>
                <a:latin typeface="+mn-lt"/>
                <a:ea typeface="+mn-ea"/>
                <a:cs typeface="+mn-cs"/>
              </a:rPr>
              <a:t>APE 7022 Z</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 </a:t>
            </a:r>
            <a:r>
              <a:rPr kumimoji="0" lang="fr-FR" sz="900" b="0" i="0" u="none" strike="noStrike" kern="1200" cap="none" spc="0" normalizeH="0" baseline="0" noProof="0">
                <a:ln>
                  <a:noFill/>
                </a:ln>
                <a:solidFill>
                  <a:srgbClr val="8397B0"/>
                </a:solidFill>
                <a:effectLst/>
                <a:uLnTx/>
                <a:uFillTx/>
                <a:latin typeface="+mn-lt"/>
                <a:ea typeface="+mn-ea"/>
                <a:cs typeface="+mn-cs"/>
              </a:rPr>
              <a:t>SAS au capital de 100 000 €</a:t>
            </a:r>
          </a:p>
        </p:txBody>
      </p:sp>
    </p:spTree>
    <p:extLst>
      <p:ext uri="{BB962C8B-B14F-4D97-AF65-F5344CB8AC3E}">
        <p14:creationId xmlns:p14="http://schemas.microsoft.com/office/powerpoint/2010/main" val="296366107"/>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4e de couverture - 2">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414CA6A9-229C-B726-0D5C-A6028A87561D}"/>
              </a:ext>
            </a:extLst>
          </p:cNvPr>
          <p:cNvSpPr/>
          <p:nvPr/>
        </p:nvSpPr>
        <p:spPr>
          <a:xfrm>
            <a:off x="8547708" y="152400"/>
            <a:ext cx="3488401" cy="65532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latin typeface="Raleway" panose="020B0003030101060003" pitchFamily="34" charset="0"/>
                <a:cs typeface="Arial" panose="020B0604020202020204" pitchFamily="34" charset="0"/>
              </a:rPr>
              <a:t> </a:t>
            </a:r>
          </a:p>
        </p:txBody>
      </p:sp>
      <p:graphicFrame>
        <p:nvGraphicFramePr>
          <p:cNvPr id="17" name="Objet 16" hidden="1">
            <a:extLst>
              <a:ext uri="{FF2B5EF4-FFF2-40B4-BE49-F238E27FC236}">
                <a16:creationId xmlns:a16="http://schemas.microsoft.com/office/drawing/2014/main" id="{FBD27079-48C6-CB02-A232-308426EDF3AA}"/>
              </a:ext>
            </a:extLst>
          </p:cNvPr>
          <p:cNvGraphicFramePr>
            <a:graphicFrameLocks noChangeAspect="1"/>
          </p:cNvGraphicFramePr>
          <p:nvPr>
            <p:custDataLst>
              <p:tags r:id="rId1"/>
            </p:custDataLst>
            <p:extLst>
              <p:ext uri="{D42A27DB-BD31-4B8C-83A1-F6EECF244321}">
                <p14:modId xmlns:p14="http://schemas.microsoft.com/office/powerpoint/2010/main" val="25108855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9" imgH="360" progId="TCLayout.ActiveDocument.1">
                  <p:embed/>
                </p:oleObj>
              </mc:Choice>
              <mc:Fallback>
                <p:oleObj name="think-cell Slide" r:id="rId4" imgW="359" imgH="360" progId="TCLayout.ActiveDocument.1">
                  <p:embed/>
                  <p:pic>
                    <p:nvPicPr>
                      <p:cNvPr id="17" name="Objet 16" hidden="1">
                        <a:extLst>
                          <a:ext uri="{FF2B5EF4-FFF2-40B4-BE49-F238E27FC236}">
                            <a16:creationId xmlns:a16="http://schemas.microsoft.com/office/drawing/2014/main" id="{FBD27079-48C6-CB02-A232-308426EDF3A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5" name="Graphic 26">
            <a:extLst>
              <a:ext uri="{FF2B5EF4-FFF2-40B4-BE49-F238E27FC236}">
                <a16:creationId xmlns:a16="http://schemas.microsoft.com/office/drawing/2014/main" id="{8CD01FE5-5158-1105-33C2-61FDFB0EE9D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07957" y="2385080"/>
            <a:ext cx="4357228" cy="1481181"/>
          </a:xfrm>
          <a:prstGeom prst="rect">
            <a:avLst/>
          </a:prstGeom>
        </p:spPr>
      </p:pic>
      <p:sp>
        <p:nvSpPr>
          <p:cNvPr id="25" name="Rectangle 24">
            <a:extLst>
              <a:ext uri="{FF2B5EF4-FFF2-40B4-BE49-F238E27FC236}">
                <a16:creationId xmlns:a16="http://schemas.microsoft.com/office/drawing/2014/main" id="{FB72EC17-0D72-371F-B7F7-6B24EF2DDF18}"/>
              </a:ext>
            </a:extLst>
          </p:cNvPr>
          <p:cNvSpPr/>
          <p:nvPr/>
        </p:nvSpPr>
        <p:spPr>
          <a:xfrm>
            <a:off x="5059650" y="152400"/>
            <a:ext cx="3488060" cy="65532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FR">
                <a:latin typeface="Raleway" panose="020B0003030101060003" pitchFamily="34" charset="0"/>
                <a:cs typeface="Arial" panose="020B0604020202020204" pitchFamily="34" charset="0"/>
              </a:rPr>
              <a:t> </a:t>
            </a:r>
          </a:p>
        </p:txBody>
      </p:sp>
      <p:sp>
        <p:nvSpPr>
          <p:cNvPr id="26" name="Rectangle 25">
            <a:extLst>
              <a:ext uri="{FF2B5EF4-FFF2-40B4-BE49-F238E27FC236}">
                <a16:creationId xmlns:a16="http://schemas.microsoft.com/office/drawing/2014/main" id="{AFC47A47-5D02-D40D-50B8-8F8AADFF00F7}"/>
              </a:ext>
            </a:extLst>
          </p:cNvPr>
          <p:cNvSpPr/>
          <p:nvPr/>
        </p:nvSpPr>
        <p:spPr>
          <a:xfrm>
            <a:off x="380999" y="6356350"/>
            <a:ext cx="183832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Text Placeholder 14">
            <a:extLst>
              <a:ext uri="{FF2B5EF4-FFF2-40B4-BE49-F238E27FC236}">
                <a16:creationId xmlns:a16="http://schemas.microsoft.com/office/drawing/2014/main" id="{E65BC1D1-122B-5554-DB34-A1E8B0CD3AC0}"/>
              </a:ext>
            </a:extLst>
          </p:cNvPr>
          <p:cNvSpPr>
            <a:spLocks noGrp="1"/>
          </p:cNvSpPr>
          <p:nvPr>
            <p:ph type="body" sz="quarter" idx="30" hasCustomPrompt="1"/>
          </p:nvPr>
        </p:nvSpPr>
        <p:spPr>
          <a:xfrm>
            <a:off x="5164430" y="3001630"/>
            <a:ext cx="3273825"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28" name="Text Placeholder 18">
            <a:extLst>
              <a:ext uri="{FF2B5EF4-FFF2-40B4-BE49-F238E27FC236}">
                <a16:creationId xmlns:a16="http://schemas.microsoft.com/office/drawing/2014/main" id="{2E183326-D245-1406-CA99-58E2C3567CE0}"/>
              </a:ext>
            </a:extLst>
          </p:cNvPr>
          <p:cNvSpPr>
            <a:spLocks noGrp="1"/>
          </p:cNvSpPr>
          <p:nvPr>
            <p:ph type="body" sz="quarter" idx="31" hasCustomPrompt="1"/>
          </p:nvPr>
        </p:nvSpPr>
        <p:spPr>
          <a:xfrm>
            <a:off x="5164622" y="3684766"/>
            <a:ext cx="3273633" cy="242037"/>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
        <p:nvSpPr>
          <p:cNvPr id="16" name="Picture Placeholder 3">
            <a:extLst>
              <a:ext uri="{FF2B5EF4-FFF2-40B4-BE49-F238E27FC236}">
                <a16:creationId xmlns:a16="http://schemas.microsoft.com/office/drawing/2014/main" id="{1E1B4779-6E96-2CA5-5365-456599D8CBFF}"/>
              </a:ext>
            </a:extLst>
          </p:cNvPr>
          <p:cNvSpPr>
            <a:spLocks noGrp="1"/>
          </p:cNvSpPr>
          <p:nvPr>
            <p:ph type="pic" sz="quarter" idx="32" hasCustomPrompt="1"/>
          </p:nvPr>
        </p:nvSpPr>
        <p:spPr>
          <a:xfrm>
            <a:off x="5652535" y="261954"/>
            <a:ext cx="2325411" cy="2433621"/>
          </a:xfrm>
        </p:spPr>
        <p:txBody>
          <a:bodyPr/>
          <a:lstStyle>
            <a:lvl1pPr marL="0" indent="0">
              <a:buNone/>
              <a:defRPr/>
            </a:lvl1pPr>
          </a:lstStyle>
          <a:p>
            <a:r>
              <a:rPr lang="fr-FR"/>
              <a:t> </a:t>
            </a:r>
          </a:p>
        </p:txBody>
      </p:sp>
      <p:sp>
        <p:nvSpPr>
          <p:cNvPr id="18" name="Picture Placeholder 3">
            <a:extLst>
              <a:ext uri="{FF2B5EF4-FFF2-40B4-BE49-F238E27FC236}">
                <a16:creationId xmlns:a16="http://schemas.microsoft.com/office/drawing/2014/main" id="{C7704363-0CA5-9867-A073-FE0383F81B1E}"/>
              </a:ext>
            </a:extLst>
          </p:cNvPr>
          <p:cNvSpPr>
            <a:spLocks noGrp="1"/>
          </p:cNvSpPr>
          <p:nvPr>
            <p:ph type="pic" sz="quarter" idx="33" hasCustomPrompt="1"/>
          </p:nvPr>
        </p:nvSpPr>
        <p:spPr>
          <a:xfrm>
            <a:off x="9129203" y="261954"/>
            <a:ext cx="2325411" cy="2433621"/>
          </a:xfrm>
        </p:spPr>
        <p:txBody>
          <a:bodyPr/>
          <a:lstStyle>
            <a:lvl1pPr marL="0" indent="0">
              <a:buNone/>
              <a:defRPr/>
            </a:lvl1pPr>
          </a:lstStyle>
          <a:p>
            <a:r>
              <a:rPr lang="fr-FR"/>
              <a:t> </a:t>
            </a:r>
          </a:p>
        </p:txBody>
      </p:sp>
      <p:sp>
        <p:nvSpPr>
          <p:cNvPr id="19" name="Text Placeholder 16">
            <a:extLst>
              <a:ext uri="{FF2B5EF4-FFF2-40B4-BE49-F238E27FC236}">
                <a16:creationId xmlns:a16="http://schemas.microsoft.com/office/drawing/2014/main" id="{D83F5E8D-DC34-CB01-5C9C-813B260B8915}"/>
              </a:ext>
            </a:extLst>
          </p:cNvPr>
          <p:cNvSpPr txBox="1">
            <a:spLocks/>
          </p:cNvSpPr>
          <p:nvPr>
            <p:custDataLst>
              <p:tags r:id="rId2"/>
            </p:custDataLst>
          </p:nvPr>
        </p:nvSpPr>
        <p:spPr>
          <a:xfrm>
            <a:off x="747576" y="4296725"/>
            <a:ext cx="2511000" cy="282210"/>
          </a:xfrm>
          <a:prstGeom prst="rect">
            <a:avLst/>
          </a:prstGeom>
          <a:ln>
            <a:noFill/>
          </a:ln>
        </p:spPr>
        <p:txBody>
          <a:bodyPr lIns="0" tIns="81000" bIns="54000" anchor="ctr"/>
          <a:lstStyle>
            <a:defPPr>
              <a:defRPr lang="fr-FR"/>
            </a:defPPr>
            <a:lvl1pPr algn="ctr">
              <a:lnSpc>
                <a:spcPct val="90000"/>
              </a:lnSpc>
              <a:spcBef>
                <a:spcPts val="1000"/>
              </a:spcBef>
              <a:buClr>
                <a:schemeClr val="accent1"/>
              </a:buClr>
              <a:defRPr sz="1400" b="1">
                <a:solidFill>
                  <a:schemeClr val="tx2"/>
                </a:solidFill>
              </a:defRPr>
            </a:lvl1pPr>
          </a:lstStyle>
          <a:p>
            <a:pPr algn="l" fontAlgn="base">
              <a:spcBef>
                <a:spcPct val="0"/>
              </a:spcBef>
              <a:spcAft>
                <a:spcPct val="0"/>
              </a:spcAft>
            </a:pPr>
            <a:r>
              <a:rPr lang="fr-FR" sz="1200">
                <a:solidFill>
                  <a:schemeClr val="accent4"/>
                </a:solidFill>
                <a:latin typeface="+mn-lt"/>
              </a:rPr>
              <a:t>www.acipartners.fr</a:t>
            </a:r>
          </a:p>
        </p:txBody>
      </p:sp>
      <p:sp>
        <p:nvSpPr>
          <p:cNvPr id="20" name="Text Placeholder 16">
            <a:extLst>
              <a:ext uri="{FF2B5EF4-FFF2-40B4-BE49-F238E27FC236}">
                <a16:creationId xmlns:a16="http://schemas.microsoft.com/office/drawing/2014/main" id="{5C0554B0-77F5-A099-E6B3-4C58136521C5}"/>
              </a:ext>
            </a:extLst>
          </p:cNvPr>
          <p:cNvSpPr txBox="1">
            <a:spLocks/>
          </p:cNvSpPr>
          <p:nvPr/>
        </p:nvSpPr>
        <p:spPr>
          <a:xfrm>
            <a:off x="747575" y="3801517"/>
            <a:ext cx="3615769" cy="555626"/>
          </a:xfrm>
          <a:prstGeom prst="rect">
            <a:avLst/>
          </a:prstGeom>
          <a:ln>
            <a:noFill/>
          </a:ln>
        </p:spPr>
        <p:txBody>
          <a:bodyPr lIns="0" tIns="81000" bIns="540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r>
              <a:rPr lang="fr-FR" sz="1050">
                <a:solidFill>
                  <a:schemeClr val="accent4"/>
                </a:solidFill>
                <a:latin typeface="+mn-lt"/>
              </a:rPr>
              <a:t>153 Bd Haussmann 75008 Paris</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fr-FR" sz="900" b="0" i="0" u="none" strike="noStrike" kern="1200" cap="none" spc="0" normalizeH="0" baseline="0" noProof="0">
                <a:ln>
                  <a:noFill/>
                </a:ln>
                <a:solidFill>
                  <a:srgbClr val="8397B0"/>
                </a:solidFill>
                <a:effectLst/>
                <a:uLnTx/>
                <a:uFillTx/>
                <a:latin typeface="+mn-lt"/>
                <a:ea typeface="+mn-ea"/>
                <a:cs typeface="+mn-cs"/>
              </a:rPr>
              <a:t>RCS Paris 844 224 881 </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a:t>
            </a:r>
            <a:r>
              <a:rPr kumimoji="0" lang="fr-FR" sz="900" b="0" i="0" u="none" strike="noStrike" kern="1200" cap="none" spc="0" normalizeH="0" baseline="0" noProof="0">
                <a:ln>
                  <a:noFill/>
                </a:ln>
                <a:solidFill>
                  <a:srgbClr val="8397B0"/>
                </a:solidFill>
                <a:effectLst/>
                <a:uLnTx/>
                <a:uFillTx/>
                <a:latin typeface="+mn-lt"/>
                <a:ea typeface="+mn-ea"/>
                <a:cs typeface="+mn-cs"/>
              </a:rPr>
              <a:t>APE 7022 Z</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 </a:t>
            </a:r>
            <a:r>
              <a:rPr kumimoji="0" lang="fr-FR" sz="900" b="0" i="0" u="none" strike="noStrike" kern="1200" cap="none" spc="0" normalizeH="0" baseline="0" noProof="0">
                <a:ln>
                  <a:noFill/>
                </a:ln>
                <a:solidFill>
                  <a:srgbClr val="8397B0"/>
                </a:solidFill>
                <a:effectLst/>
                <a:uLnTx/>
                <a:uFillTx/>
                <a:latin typeface="+mn-lt"/>
                <a:ea typeface="+mn-ea"/>
                <a:cs typeface="+mn-cs"/>
              </a:rPr>
              <a:t>SAS au capital de 100 000 €</a:t>
            </a:r>
          </a:p>
        </p:txBody>
      </p:sp>
      <p:sp>
        <p:nvSpPr>
          <p:cNvPr id="29" name="Text Placeholder 14">
            <a:extLst>
              <a:ext uri="{FF2B5EF4-FFF2-40B4-BE49-F238E27FC236}">
                <a16:creationId xmlns:a16="http://schemas.microsoft.com/office/drawing/2014/main" id="{9E3DB172-92D7-C172-A50E-E0AD69B3B44B}"/>
              </a:ext>
            </a:extLst>
          </p:cNvPr>
          <p:cNvSpPr>
            <a:spLocks noGrp="1"/>
          </p:cNvSpPr>
          <p:nvPr>
            <p:ph type="body" sz="quarter" idx="34" hasCustomPrompt="1"/>
          </p:nvPr>
        </p:nvSpPr>
        <p:spPr>
          <a:xfrm>
            <a:off x="8652488" y="3001630"/>
            <a:ext cx="3273825"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32" name="Text Placeholder 18">
            <a:extLst>
              <a:ext uri="{FF2B5EF4-FFF2-40B4-BE49-F238E27FC236}">
                <a16:creationId xmlns:a16="http://schemas.microsoft.com/office/drawing/2014/main" id="{F88450C6-721F-B2DE-95DE-354A7DBC9906}"/>
              </a:ext>
            </a:extLst>
          </p:cNvPr>
          <p:cNvSpPr>
            <a:spLocks noGrp="1"/>
          </p:cNvSpPr>
          <p:nvPr>
            <p:ph type="body" sz="quarter" idx="35" hasCustomPrompt="1"/>
          </p:nvPr>
        </p:nvSpPr>
        <p:spPr>
          <a:xfrm>
            <a:off x="8652680" y="3684766"/>
            <a:ext cx="3273633" cy="242037"/>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Tree>
    <p:extLst>
      <p:ext uri="{BB962C8B-B14F-4D97-AF65-F5344CB8AC3E}">
        <p14:creationId xmlns:p14="http://schemas.microsoft.com/office/powerpoint/2010/main" val="1980586184"/>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4e de couverture - 3">
    <p:spTree>
      <p:nvGrpSpPr>
        <p:cNvPr id="1" name=""/>
        <p:cNvGrpSpPr/>
        <p:nvPr/>
      </p:nvGrpSpPr>
      <p:grpSpPr>
        <a:xfrm>
          <a:off x="0" y="0"/>
          <a:ext cx="0" cy="0"/>
          <a:chOff x="0" y="0"/>
          <a:chExt cx="0" cy="0"/>
        </a:xfrm>
      </p:grpSpPr>
      <p:graphicFrame>
        <p:nvGraphicFramePr>
          <p:cNvPr id="17" name="Objet 16" hidden="1">
            <a:extLst>
              <a:ext uri="{FF2B5EF4-FFF2-40B4-BE49-F238E27FC236}">
                <a16:creationId xmlns:a16="http://schemas.microsoft.com/office/drawing/2014/main" id="{FBD27079-48C6-CB02-A232-308426EDF3AA}"/>
              </a:ext>
            </a:extLst>
          </p:cNvPr>
          <p:cNvGraphicFramePr>
            <a:graphicFrameLocks noChangeAspect="1"/>
          </p:cNvGraphicFramePr>
          <p:nvPr>
            <p:custDataLst>
              <p:tags r:id="rId1"/>
            </p:custDataLst>
            <p:extLst>
              <p:ext uri="{D42A27DB-BD31-4B8C-83A1-F6EECF244321}">
                <p14:modId xmlns:p14="http://schemas.microsoft.com/office/powerpoint/2010/main" val="25108855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9" imgH="360" progId="TCLayout.ActiveDocument.1">
                  <p:embed/>
                </p:oleObj>
              </mc:Choice>
              <mc:Fallback>
                <p:oleObj name="think-cell Slide" r:id="rId4" imgW="359" imgH="360" progId="TCLayout.ActiveDocument.1">
                  <p:embed/>
                  <p:pic>
                    <p:nvPicPr>
                      <p:cNvPr id="17" name="Objet 16" hidden="1">
                        <a:extLst>
                          <a:ext uri="{FF2B5EF4-FFF2-40B4-BE49-F238E27FC236}">
                            <a16:creationId xmlns:a16="http://schemas.microsoft.com/office/drawing/2014/main" id="{FBD27079-48C6-CB02-A232-308426EDF3A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ext Placeholder 16">
            <a:extLst>
              <a:ext uri="{FF2B5EF4-FFF2-40B4-BE49-F238E27FC236}">
                <a16:creationId xmlns:a16="http://schemas.microsoft.com/office/drawing/2014/main" id="{FAA9235A-9DEE-240D-62CA-3BB48AA0E804}"/>
              </a:ext>
            </a:extLst>
          </p:cNvPr>
          <p:cNvSpPr txBox="1">
            <a:spLocks/>
          </p:cNvSpPr>
          <p:nvPr>
            <p:custDataLst>
              <p:tags r:id="rId2"/>
            </p:custDataLst>
          </p:nvPr>
        </p:nvSpPr>
        <p:spPr>
          <a:xfrm>
            <a:off x="747576" y="4296725"/>
            <a:ext cx="2511000" cy="282210"/>
          </a:xfrm>
          <a:prstGeom prst="rect">
            <a:avLst/>
          </a:prstGeom>
          <a:ln>
            <a:noFill/>
          </a:ln>
        </p:spPr>
        <p:txBody>
          <a:bodyPr lIns="0" tIns="81000" bIns="54000" anchor="ctr"/>
          <a:lstStyle>
            <a:defPPr>
              <a:defRPr lang="fr-FR"/>
            </a:defPPr>
            <a:lvl1pPr algn="ctr">
              <a:lnSpc>
                <a:spcPct val="90000"/>
              </a:lnSpc>
              <a:spcBef>
                <a:spcPts val="1000"/>
              </a:spcBef>
              <a:buClr>
                <a:schemeClr val="accent1"/>
              </a:buClr>
              <a:defRPr sz="1400" b="1">
                <a:solidFill>
                  <a:schemeClr val="tx2"/>
                </a:solidFill>
              </a:defRPr>
            </a:lvl1pPr>
          </a:lstStyle>
          <a:p>
            <a:pPr algn="l" fontAlgn="base">
              <a:spcBef>
                <a:spcPct val="0"/>
              </a:spcBef>
              <a:spcAft>
                <a:spcPct val="0"/>
              </a:spcAft>
            </a:pPr>
            <a:r>
              <a:rPr lang="fr-FR" sz="1200">
                <a:solidFill>
                  <a:schemeClr val="accent4"/>
                </a:solidFill>
                <a:latin typeface="+mn-lt"/>
              </a:rPr>
              <a:t>www.acipartners.fr</a:t>
            </a:r>
          </a:p>
        </p:txBody>
      </p:sp>
      <p:sp>
        <p:nvSpPr>
          <p:cNvPr id="8" name="Text Placeholder 16">
            <a:extLst>
              <a:ext uri="{FF2B5EF4-FFF2-40B4-BE49-F238E27FC236}">
                <a16:creationId xmlns:a16="http://schemas.microsoft.com/office/drawing/2014/main" id="{9FF93BCF-02C7-5B52-B82D-E8ED9FA8B91E}"/>
              </a:ext>
            </a:extLst>
          </p:cNvPr>
          <p:cNvSpPr txBox="1">
            <a:spLocks/>
          </p:cNvSpPr>
          <p:nvPr/>
        </p:nvSpPr>
        <p:spPr>
          <a:xfrm>
            <a:off x="747575" y="3801517"/>
            <a:ext cx="3615769" cy="555626"/>
          </a:xfrm>
          <a:prstGeom prst="rect">
            <a:avLst/>
          </a:prstGeom>
          <a:ln>
            <a:noFill/>
          </a:ln>
        </p:spPr>
        <p:txBody>
          <a:bodyPr lIns="0" tIns="81000" bIns="540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r>
              <a:rPr lang="fr-FR" sz="1050">
                <a:solidFill>
                  <a:schemeClr val="accent4"/>
                </a:solidFill>
                <a:latin typeface="+mn-lt"/>
              </a:rPr>
              <a:t>153 Bd Haussmann 75008 Paris</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fr-FR" sz="900" b="0" i="0" u="none" strike="noStrike" kern="1200" cap="none" spc="0" normalizeH="0" baseline="0" noProof="0">
                <a:ln>
                  <a:noFill/>
                </a:ln>
                <a:solidFill>
                  <a:srgbClr val="8397B0"/>
                </a:solidFill>
                <a:effectLst/>
                <a:uLnTx/>
                <a:uFillTx/>
                <a:latin typeface="+mn-lt"/>
                <a:ea typeface="+mn-ea"/>
                <a:cs typeface="+mn-cs"/>
              </a:rPr>
              <a:t>RCS Paris 844 224 881 </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a:t>
            </a:r>
            <a:r>
              <a:rPr kumimoji="0" lang="fr-FR" sz="900" b="0" i="0" u="none" strike="noStrike" kern="1200" cap="none" spc="0" normalizeH="0" baseline="0" noProof="0">
                <a:ln>
                  <a:noFill/>
                </a:ln>
                <a:solidFill>
                  <a:srgbClr val="8397B0"/>
                </a:solidFill>
                <a:effectLst/>
                <a:uLnTx/>
                <a:uFillTx/>
                <a:latin typeface="+mn-lt"/>
                <a:ea typeface="+mn-ea"/>
                <a:cs typeface="+mn-cs"/>
              </a:rPr>
              <a:t>APE 7022 Z</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 </a:t>
            </a:r>
            <a:r>
              <a:rPr kumimoji="0" lang="fr-FR" sz="900" b="0" i="0" u="none" strike="noStrike" kern="1200" cap="none" spc="0" normalizeH="0" baseline="0" noProof="0">
                <a:ln>
                  <a:noFill/>
                </a:ln>
                <a:solidFill>
                  <a:srgbClr val="8397B0"/>
                </a:solidFill>
                <a:effectLst/>
                <a:uLnTx/>
                <a:uFillTx/>
                <a:latin typeface="+mn-lt"/>
                <a:ea typeface="+mn-ea"/>
                <a:cs typeface="+mn-cs"/>
              </a:rPr>
              <a:t>SAS au capital de 100 000 €</a:t>
            </a:r>
          </a:p>
        </p:txBody>
      </p:sp>
      <p:sp>
        <p:nvSpPr>
          <p:cNvPr id="23" name="Rectangle 22">
            <a:extLst>
              <a:ext uri="{FF2B5EF4-FFF2-40B4-BE49-F238E27FC236}">
                <a16:creationId xmlns:a16="http://schemas.microsoft.com/office/drawing/2014/main" id="{47BD2340-73DA-9C03-F51E-998F2842EFEC}"/>
              </a:ext>
            </a:extLst>
          </p:cNvPr>
          <p:cNvSpPr/>
          <p:nvPr/>
        </p:nvSpPr>
        <p:spPr>
          <a:xfrm>
            <a:off x="9711014" y="152399"/>
            <a:ext cx="2325411" cy="6553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latin typeface="+mj-lt"/>
                <a:cs typeface="Arial" panose="020B0604020202020204" pitchFamily="34" charset="0"/>
              </a:rPr>
              <a:t> </a:t>
            </a:r>
          </a:p>
        </p:txBody>
      </p:sp>
      <p:sp>
        <p:nvSpPr>
          <p:cNvPr id="24" name="Rectangle 23">
            <a:extLst>
              <a:ext uri="{FF2B5EF4-FFF2-40B4-BE49-F238E27FC236}">
                <a16:creationId xmlns:a16="http://schemas.microsoft.com/office/drawing/2014/main" id="{414CA6A9-229C-B726-0D5C-A6028A87561D}"/>
              </a:ext>
            </a:extLst>
          </p:cNvPr>
          <p:cNvSpPr/>
          <p:nvPr/>
        </p:nvSpPr>
        <p:spPr>
          <a:xfrm>
            <a:off x="7385603" y="152400"/>
            <a:ext cx="2325411" cy="65532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latin typeface="+mj-lt"/>
                <a:cs typeface="Arial" panose="020B0604020202020204" pitchFamily="34" charset="0"/>
              </a:rPr>
              <a:t> </a:t>
            </a:r>
          </a:p>
        </p:txBody>
      </p:sp>
      <p:sp>
        <p:nvSpPr>
          <p:cNvPr id="25" name="Rectangle 24">
            <a:extLst>
              <a:ext uri="{FF2B5EF4-FFF2-40B4-BE49-F238E27FC236}">
                <a16:creationId xmlns:a16="http://schemas.microsoft.com/office/drawing/2014/main" id="{FB72EC17-0D72-371F-B7F7-6B24EF2DDF18}"/>
              </a:ext>
            </a:extLst>
          </p:cNvPr>
          <p:cNvSpPr/>
          <p:nvPr/>
        </p:nvSpPr>
        <p:spPr>
          <a:xfrm>
            <a:off x="5060192" y="152400"/>
            <a:ext cx="2325411" cy="65532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FR">
                <a:latin typeface="+mj-lt"/>
                <a:cs typeface="Arial" panose="020B0604020202020204" pitchFamily="34" charset="0"/>
              </a:rPr>
              <a:t> </a:t>
            </a:r>
          </a:p>
        </p:txBody>
      </p:sp>
      <p:sp>
        <p:nvSpPr>
          <p:cNvPr id="9" name="Text Placeholder 14">
            <a:extLst>
              <a:ext uri="{FF2B5EF4-FFF2-40B4-BE49-F238E27FC236}">
                <a16:creationId xmlns:a16="http://schemas.microsoft.com/office/drawing/2014/main" id="{9919C13D-903B-D43A-1004-108D8D4CAE7E}"/>
              </a:ext>
            </a:extLst>
          </p:cNvPr>
          <p:cNvSpPr>
            <a:spLocks noGrp="1"/>
          </p:cNvSpPr>
          <p:nvPr>
            <p:ph type="body" sz="quarter" idx="23" hasCustomPrompt="1"/>
          </p:nvPr>
        </p:nvSpPr>
        <p:spPr>
          <a:xfrm>
            <a:off x="5160829" y="3001630"/>
            <a:ext cx="2124136"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10" name="Text Placeholder 18">
            <a:extLst>
              <a:ext uri="{FF2B5EF4-FFF2-40B4-BE49-F238E27FC236}">
                <a16:creationId xmlns:a16="http://schemas.microsoft.com/office/drawing/2014/main" id="{C2AC75B3-5077-A8E7-F76B-E38A6BAA97DB}"/>
              </a:ext>
            </a:extLst>
          </p:cNvPr>
          <p:cNvSpPr>
            <a:spLocks noGrp="1"/>
          </p:cNvSpPr>
          <p:nvPr>
            <p:ph type="body" sz="quarter" idx="24" hasCustomPrompt="1"/>
          </p:nvPr>
        </p:nvSpPr>
        <p:spPr>
          <a:xfrm>
            <a:off x="5161013" y="3684767"/>
            <a:ext cx="2123768" cy="237600"/>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
        <p:nvSpPr>
          <p:cNvPr id="11" name="Text Placeholder 14">
            <a:extLst>
              <a:ext uri="{FF2B5EF4-FFF2-40B4-BE49-F238E27FC236}">
                <a16:creationId xmlns:a16="http://schemas.microsoft.com/office/drawing/2014/main" id="{307A97C8-3D95-3EBF-02A0-2FC800E6D247}"/>
              </a:ext>
            </a:extLst>
          </p:cNvPr>
          <p:cNvSpPr>
            <a:spLocks noGrp="1"/>
          </p:cNvSpPr>
          <p:nvPr>
            <p:ph type="body" sz="quarter" idx="19" hasCustomPrompt="1"/>
          </p:nvPr>
        </p:nvSpPr>
        <p:spPr>
          <a:xfrm>
            <a:off x="7486240" y="3001630"/>
            <a:ext cx="2124136"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12" name="Text Placeholder 18">
            <a:extLst>
              <a:ext uri="{FF2B5EF4-FFF2-40B4-BE49-F238E27FC236}">
                <a16:creationId xmlns:a16="http://schemas.microsoft.com/office/drawing/2014/main" id="{70FBE1A0-53D3-A6FE-FC6D-A8478AAC1B65}"/>
              </a:ext>
            </a:extLst>
          </p:cNvPr>
          <p:cNvSpPr>
            <a:spLocks noGrp="1"/>
          </p:cNvSpPr>
          <p:nvPr>
            <p:ph type="body" sz="quarter" idx="20" hasCustomPrompt="1"/>
          </p:nvPr>
        </p:nvSpPr>
        <p:spPr>
          <a:xfrm>
            <a:off x="7486424" y="3684767"/>
            <a:ext cx="2123768" cy="237600"/>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
        <p:nvSpPr>
          <p:cNvPr id="13" name="Text Placeholder 14">
            <a:extLst>
              <a:ext uri="{FF2B5EF4-FFF2-40B4-BE49-F238E27FC236}">
                <a16:creationId xmlns:a16="http://schemas.microsoft.com/office/drawing/2014/main" id="{BEC0B694-A32E-D8D4-5AEB-39330B9DBB2B}"/>
              </a:ext>
            </a:extLst>
          </p:cNvPr>
          <p:cNvSpPr>
            <a:spLocks noGrp="1"/>
          </p:cNvSpPr>
          <p:nvPr>
            <p:ph type="body" sz="quarter" idx="21" hasCustomPrompt="1"/>
          </p:nvPr>
        </p:nvSpPr>
        <p:spPr>
          <a:xfrm>
            <a:off x="9811651" y="3001630"/>
            <a:ext cx="2124136"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14" name="Text Placeholder 18">
            <a:extLst>
              <a:ext uri="{FF2B5EF4-FFF2-40B4-BE49-F238E27FC236}">
                <a16:creationId xmlns:a16="http://schemas.microsoft.com/office/drawing/2014/main" id="{2A1B7DB9-8E34-E736-7AD2-27C2B584495A}"/>
              </a:ext>
            </a:extLst>
          </p:cNvPr>
          <p:cNvSpPr>
            <a:spLocks noGrp="1"/>
          </p:cNvSpPr>
          <p:nvPr>
            <p:ph type="body" sz="quarter" idx="22" hasCustomPrompt="1"/>
          </p:nvPr>
        </p:nvSpPr>
        <p:spPr>
          <a:xfrm>
            <a:off x="9811835" y="3684767"/>
            <a:ext cx="2123768" cy="237600"/>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
        <p:nvSpPr>
          <p:cNvPr id="26" name="Rectangle 25">
            <a:extLst>
              <a:ext uri="{FF2B5EF4-FFF2-40B4-BE49-F238E27FC236}">
                <a16:creationId xmlns:a16="http://schemas.microsoft.com/office/drawing/2014/main" id="{AFC47A47-5D02-D40D-50B8-8F8AADFF00F7}"/>
              </a:ext>
            </a:extLst>
          </p:cNvPr>
          <p:cNvSpPr/>
          <p:nvPr/>
        </p:nvSpPr>
        <p:spPr>
          <a:xfrm>
            <a:off x="380999" y="6356350"/>
            <a:ext cx="183832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Picture Placeholder 3">
            <a:extLst>
              <a:ext uri="{FF2B5EF4-FFF2-40B4-BE49-F238E27FC236}">
                <a16:creationId xmlns:a16="http://schemas.microsoft.com/office/drawing/2014/main" id="{33707480-81A3-6CB5-CA74-7672CEA94145}"/>
              </a:ext>
            </a:extLst>
          </p:cNvPr>
          <p:cNvSpPr>
            <a:spLocks noGrp="1"/>
          </p:cNvSpPr>
          <p:nvPr>
            <p:ph type="pic" sz="quarter" idx="27" hasCustomPrompt="1"/>
          </p:nvPr>
        </p:nvSpPr>
        <p:spPr>
          <a:xfrm>
            <a:off x="9710471" y="261954"/>
            <a:ext cx="2325411" cy="2433621"/>
          </a:xfrm>
        </p:spPr>
        <p:txBody>
          <a:bodyPr/>
          <a:lstStyle>
            <a:lvl1pPr marL="0" indent="0">
              <a:buNone/>
              <a:defRPr/>
            </a:lvl1pPr>
          </a:lstStyle>
          <a:p>
            <a:r>
              <a:rPr lang="fr-FR"/>
              <a:t> </a:t>
            </a:r>
          </a:p>
        </p:txBody>
      </p:sp>
      <p:sp>
        <p:nvSpPr>
          <p:cNvPr id="30" name="Picture Placeholder 3">
            <a:extLst>
              <a:ext uri="{FF2B5EF4-FFF2-40B4-BE49-F238E27FC236}">
                <a16:creationId xmlns:a16="http://schemas.microsoft.com/office/drawing/2014/main" id="{A1A5CE3D-0051-E316-AF39-06D78C0D6351}"/>
              </a:ext>
            </a:extLst>
          </p:cNvPr>
          <p:cNvSpPr>
            <a:spLocks noGrp="1"/>
          </p:cNvSpPr>
          <p:nvPr>
            <p:ph type="pic" sz="quarter" idx="28" hasCustomPrompt="1"/>
          </p:nvPr>
        </p:nvSpPr>
        <p:spPr>
          <a:xfrm>
            <a:off x="7385060" y="261954"/>
            <a:ext cx="2325411" cy="2433621"/>
          </a:xfrm>
        </p:spPr>
        <p:txBody>
          <a:bodyPr/>
          <a:lstStyle>
            <a:lvl1pPr marL="0" indent="0">
              <a:buNone/>
              <a:defRPr/>
            </a:lvl1pPr>
          </a:lstStyle>
          <a:p>
            <a:r>
              <a:rPr lang="fr-FR"/>
              <a:t> </a:t>
            </a:r>
          </a:p>
        </p:txBody>
      </p:sp>
      <p:sp>
        <p:nvSpPr>
          <p:cNvPr id="31" name="Picture Placeholder 3">
            <a:extLst>
              <a:ext uri="{FF2B5EF4-FFF2-40B4-BE49-F238E27FC236}">
                <a16:creationId xmlns:a16="http://schemas.microsoft.com/office/drawing/2014/main" id="{0F88CFB0-191C-5F38-84E6-E8F622972A33}"/>
              </a:ext>
            </a:extLst>
          </p:cNvPr>
          <p:cNvSpPr>
            <a:spLocks noGrp="1"/>
          </p:cNvSpPr>
          <p:nvPr>
            <p:ph type="pic" sz="quarter" idx="29" hasCustomPrompt="1"/>
          </p:nvPr>
        </p:nvSpPr>
        <p:spPr>
          <a:xfrm>
            <a:off x="5059649" y="261954"/>
            <a:ext cx="2325411" cy="2433621"/>
          </a:xfrm>
        </p:spPr>
        <p:txBody>
          <a:bodyPr/>
          <a:lstStyle>
            <a:lvl1pPr marL="0" indent="0">
              <a:buNone/>
              <a:defRPr/>
            </a:lvl1pPr>
          </a:lstStyle>
          <a:p>
            <a:r>
              <a:rPr lang="fr-FR"/>
              <a:t> </a:t>
            </a:r>
          </a:p>
        </p:txBody>
      </p:sp>
      <p:pic>
        <p:nvPicPr>
          <p:cNvPr id="20" name="Graphic 26">
            <a:extLst>
              <a:ext uri="{FF2B5EF4-FFF2-40B4-BE49-F238E27FC236}">
                <a16:creationId xmlns:a16="http://schemas.microsoft.com/office/drawing/2014/main" id="{05496D6C-CD74-616D-FDD2-01CD0DD4364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07957" y="2385080"/>
            <a:ext cx="4357228" cy="1481181"/>
          </a:xfrm>
          <a:prstGeom prst="rect">
            <a:avLst/>
          </a:prstGeom>
        </p:spPr>
      </p:pic>
    </p:spTree>
    <p:extLst>
      <p:ext uri="{BB962C8B-B14F-4D97-AF65-F5344CB8AC3E}">
        <p14:creationId xmlns:p14="http://schemas.microsoft.com/office/powerpoint/2010/main" val="843438274"/>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tags" Target="../tags/tag2.xml"/><Relationship Id="rId20" Type="http://schemas.openxmlformats.org/officeDocument/2006/relationships/image" Target="../media/image3.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B068B94B-670C-F133-CB86-3E259DD20AD6}"/>
              </a:ext>
            </a:extLst>
          </p:cNvPr>
          <p:cNvGraphicFramePr>
            <a:graphicFrameLocks noChangeAspect="1"/>
          </p:cNvGraphicFramePr>
          <p:nvPr>
            <p:custDataLst>
              <p:tags r:id="rId16"/>
            </p:custDataLst>
            <p:extLst>
              <p:ext uri="{D42A27DB-BD31-4B8C-83A1-F6EECF244321}">
                <p14:modId xmlns:p14="http://schemas.microsoft.com/office/powerpoint/2010/main" val="38735347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7" imgW="359" imgH="360" progId="TCLayout.ActiveDocument.1">
                  <p:embed/>
                </p:oleObj>
              </mc:Choice>
              <mc:Fallback>
                <p:oleObj name="think-cell Slide" r:id="rId17" imgW="359" imgH="360" progId="TCLayout.ActiveDocument.1">
                  <p:embed/>
                  <p:pic>
                    <p:nvPicPr>
                      <p:cNvPr id="9" name="Objet 8" hidden="1">
                        <a:extLst>
                          <a:ext uri="{FF2B5EF4-FFF2-40B4-BE49-F238E27FC236}">
                            <a16:creationId xmlns:a16="http://schemas.microsoft.com/office/drawing/2014/main" id="{B068B94B-670C-F133-CB86-3E259DD20AD6}"/>
                          </a:ext>
                        </a:extLst>
                      </p:cNvPr>
                      <p:cNvPicPr/>
                      <p:nvPr/>
                    </p:nvPicPr>
                    <p:blipFill>
                      <a:blip r:embed="rId18"/>
                      <a:stretch>
                        <a:fillRect/>
                      </a:stretch>
                    </p:blipFill>
                    <p:spPr>
                      <a:xfrm>
                        <a:off x="1588" y="1588"/>
                        <a:ext cx="1588" cy="1588"/>
                      </a:xfrm>
                      <a:prstGeom prst="rect">
                        <a:avLst/>
                      </a:prstGeom>
                    </p:spPr>
                  </p:pic>
                </p:oleObj>
              </mc:Fallback>
            </mc:AlternateContent>
          </a:graphicData>
        </a:graphic>
      </p:graphicFrame>
      <p:sp>
        <p:nvSpPr>
          <p:cNvPr id="2" name="Espace réservé du titre 1">
            <a:extLst>
              <a:ext uri="{FF2B5EF4-FFF2-40B4-BE49-F238E27FC236}">
                <a16:creationId xmlns:a16="http://schemas.microsoft.com/office/drawing/2014/main" id="{D2AD48E1-B2D6-0FB1-1BBC-D92CA4BA4FD6}"/>
              </a:ext>
            </a:extLst>
          </p:cNvPr>
          <p:cNvSpPr>
            <a:spLocks noGrp="1"/>
          </p:cNvSpPr>
          <p:nvPr>
            <p:ph type="title"/>
          </p:nvPr>
        </p:nvSpPr>
        <p:spPr>
          <a:xfrm>
            <a:off x="380997" y="485693"/>
            <a:ext cx="11430003" cy="360000"/>
          </a:xfrm>
          <a:prstGeom prst="rect">
            <a:avLst/>
          </a:prstGeom>
        </p:spPr>
        <p:txBody>
          <a:bodyPr vert="horz" lIns="91440" tIns="45720" rIns="91440" bIns="45720" rtlCol="0" anchor="t">
            <a:noAutofit/>
          </a:bodyPr>
          <a:lstStyle/>
          <a:p>
            <a:r>
              <a:rPr lang="fr-FR"/>
              <a:t>Titre</a:t>
            </a:r>
          </a:p>
        </p:txBody>
      </p:sp>
      <p:sp>
        <p:nvSpPr>
          <p:cNvPr id="3" name="Espace réservé du texte 2">
            <a:extLst>
              <a:ext uri="{FF2B5EF4-FFF2-40B4-BE49-F238E27FC236}">
                <a16:creationId xmlns:a16="http://schemas.microsoft.com/office/drawing/2014/main" id="{80ECA95B-165B-9DA2-D8F5-BC9BCA12C9BB}"/>
              </a:ext>
            </a:extLst>
          </p:cNvPr>
          <p:cNvSpPr>
            <a:spLocks noGrp="1"/>
          </p:cNvSpPr>
          <p:nvPr>
            <p:ph type="body" idx="1"/>
          </p:nvPr>
        </p:nvSpPr>
        <p:spPr>
          <a:xfrm>
            <a:off x="380997" y="1825625"/>
            <a:ext cx="11430003" cy="4351338"/>
          </a:xfrm>
          <a:prstGeom prst="rect">
            <a:avLst/>
          </a:prstGeom>
        </p:spPr>
        <p:txBody>
          <a:bodyPr vert="horz" lIns="91440" tIns="45720" rIns="91440" bIns="45720" rtlCol="0">
            <a:no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pied de page 4">
            <a:extLst>
              <a:ext uri="{FF2B5EF4-FFF2-40B4-BE49-F238E27FC236}">
                <a16:creationId xmlns:a16="http://schemas.microsoft.com/office/drawing/2014/main" id="{FDA6FC88-E0F2-E7D8-A6EE-622B5540EFF6}"/>
              </a:ext>
            </a:extLst>
          </p:cNvPr>
          <p:cNvSpPr>
            <a:spLocks noGrp="1"/>
          </p:cNvSpPr>
          <p:nvPr>
            <p:ph type="ftr" sz="quarter" idx="3"/>
          </p:nvPr>
        </p:nvSpPr>
        <p:spPr>
          <a:xfrm>
            <a:off x="2104549" y="6340475"/>
            <a:ext cx="7318401" cy="365125"/>
          </a:xfrm>
          <a:prstGeom prst="rect">
            <a:avLst/>
          </a:prstGeom>
        </p:spPr>
        <p:txBody>
          <a:bodyPr vert="horz" lIns="91440" tIns="45720" rIns="91440" bIns="45720" rtlCol="0" anchor="ctr"/>
          <a:lstStyle>
            <a:lvl1pPr marL="0" algn="ctr" defTabSz="914400" rtl="0" eaLnBrk="1" latinLnBrk="0" hangingPunct="1">
              <a:defRPr kumimoji="0" lang="fr-FR" sz="900" b="0" i="0" u="none" strike="noStrike" kern="1200" cap="none" spc="0" normalizeH="0" baseline="0" dirty="0" smtClean="0">
                <a:ln>
                  <a:noFill/>
                </a:ln>
                <a:solidFill>
                  <a:schemeClr val="tx2"/>
                </a:solidFill>
                <a:effectLst/>
                <a:uLnTx/>
                <a:uFillTx/>
                <a:latin typeface="+mj-lt"/>
                <a:ea typeface="+mn-ea"/>
                <a:cs typeface="+mn-cs"/>
              </a:defRPr>
            </a:lvl1pPr>
          </a:lstStyle>
          <a:p>
            <a:endParaRPr lang="fr-FR"/>
          </a:p>
        </p:txBody>
      </p:sp>
      <p:sp>
        <p:nvSpPr>
          <p:cNvPr id="6" name="Espace réservé du numéro de diapositive 5">
            <a:extLst>
              <a:ext uri="{FF2B5EF4-FFF2-40B4-BE49-F238E27FC236}">
                <a16:creationId xmlns:a16="http://schemas.microsoft.com/office/drawing/2014/main" id="{8165DD3F-8A0A-C37D-6F0C-0CD7DA21FABB}"/>
              </a:ext>
            </a:extLst>
          </p:cNvPr>
          <p:cNvSpPr>
            <a:spLocks noGrp="1"/>
          </p:cNvSpPr>
          <p:nvPr>
            <p:ph type="sldNum" sz="quarter" idx="4"/>
          </p:nvPr>
        </p:nvSpPr>
        <p:spPr>
          <a:xfrm>
            <a:off x="11219530" y="6340475"/>
            <a:ext cx="591470" cy="365125"/>
          </a:xfrm>
          <a:prstGeom prst="rect">
            <a:avLst/>
          </a:prstGeom>
        </p:spPr>
        <p:txBody>
          <a:bodyPr vert="horz" lIns="91440" tIns="45720" rIns="91440" bIns="45720" rtlCol="0" anchor="ctr"/>
          <a:lstStyle>
            <a:lvl1pPr marL="0" algn="r" defTabSz="914400" rtl="0" eaLnBrk="1" latinLnBrk="0" hangingPunct="1">
              <a:defRPr kumimoji="0" lang="fr-FR" sz="900" b="0" i="0" u="none" strike="noStrike" kern="1200" cap="none" spc="0" normalizeH="0" baseline="0" smtClean="0">
                <a:ln>
                  <a:noFill/>
                </a:ln>
                <a:solidFill>
                  <a:schemeClr val="tx2"/>
                </a:solidFill>
                <a:effectLst/>
                <a:uLnTx/>
                <a:uFillTx/>
                <a:latin typeface="+mj-lt"/>
                <a:ea typeface="+mn-ea"/>
                <a:cs typeface="+mn-cs"/>
              </a:defRPr>
            </a:lvl1pPr>
          </a:lstStyle>
          <a:p>
            <a:fld id="{BE9517EC-C298-4848-B090-11602D956FCE}" type="slidenum">
              <a:rPr lang="fr-FR" smtClean="0"/>
              <a:pPr/>
              <a:t>‹#›</a:t>
            </a:fld>
            <a:endParaRPr lang="fr-FR"/>
          </a:p>
        </p:txBody>
      </p:sp>
      <p:pic>
        <p:nvPicPr>
          <p:cNvPr id="17" name="Graphic 12">
            <a:extLst>
              <a:ext uri="{FF2B5EF4-FFF2-40B4-BE49-F238E27FC236}">
                <a16:creationId xmlns:a16="http://schemas.microsoft.com/office/drawing/2014/main" id="{EAE1AD28-E865-978A-DD49-D21AF449B74E}"/>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9422950" y="6232787"/>
            <a:ext cx="1796580" cy="610723"/>
          </a:xfrm>
          <a:prstGeom prst="rect">
            <a:avLst/>
          </a:prstGeom>
        </p:spPr>
      </p:pic>
      <p:sp>
        <p:nvSpPr>
          <p:cNvPr id="18" name="TextBox 8">
            <a:extLst>
              <a:ext uri="{FF2B5EF4-FFF2-40B4-BE49-F238E27FC236}">
                <a16:creationId xmlns:a16="http://schemas.microsoft.com/office/drawing/2014/main" id="{565B99EF-19E1-E906-69E0-E7404B75E831}"/>
              </a:ext>
            </a:extLst>
          </p:cNvPr>
          <p:cNvSpPr txBox="1"/>
          <p:nvPr/>
        </p:nvSpPr>
        <p:spPr>
          <a:xfrm>
            <a:off x="380997" y="6407621"/>
            <a:ext cx="1723549" cy="230832"/>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chemeClr val="tx2"/>
                </a:solidFill>
                <a:effectLst/>
                <a:uLnTx/>
                <a:uFillTx/>
                <a:latin typeface="+mj-lt"/>
                <a:ea typeface="+mn-ea"/>
                <a:cs typeface="+mn-cs"/>
              </a:rPr>
              <a:t>© ACI partners | Confidentiel </a:t>
            </a:r>
          </a:p>
        </p:txBody>
      </p:sp>
    </p:spTree>
    <p:extLst>
      <p:ext uri="{BB962C8B-B14F-4D97-AF65-F5344CB8AC3E}">
        <p14:creationId xmlns:p14="http://schemas.microsoft.com/office/powerpoint/2010/main" val="3041499383"/>
      </p:ext>
    </p:extLst>
  </p:cSld>
  <p:clrMap bg1="lt1" tx1="dk1" bg2="lt2" tx2="dk2" accent1="accent1" accent2="accent2" accent3="accent3" accent4="accent4" accent5="accent5" accent6="accent6" hlink="hlink" folHlink="folHlink"/>
  <p:sldLayoutIdLst>
    <p:sldLayoutId id="2147483666" r:id="rId1"/>
    <p:sldLayoutId id="2147483652" r:id="rId2"/>
    <p:sldLayoutId id="2147483659" r:id="rId3"/>
    <p:sldLayoutId id="2147483653" r:id="rId4"/>
    <p:sldLayoutId id="2147483655" r:id="rId5"/>
    <p:sldLayoutId id="2147483649" r:id="rId6"/>
    <p:sldLayoutId id="2147483650" r:id="rId7"/>
    <p:sldLayoutId id="2147483663" r:id="rId8"/>
    <p:sldLayoutId id="2147483662" r:id="rId9"/>
    <p:sldLayoutId id="2147483657" r:id="rId10"/>
    <p:sldLayoutId id="2147483651" r:id="rId11"/>
    <p:sldLayoutId id="2147483661" r:id="rId12"/>
    <p:sldLayoutId id="2147483660" r:id="rId13"/>
    <p:sldLayoutId id="2147483656" r:id="rId14"/>
  </p:sldLayoutIdLst>
  <p:hf hdr="0" ftr="0" dt="0"/>
  <p:txStyles>
    <p:titleStyle>
      <a:lvl1pPr algn="l" defTabSz="914400" rtl="0" eaLnBrk="1" latinLnBrk="0" hangingPunct="1">
        <a:lnSpc>
          <a:spcPct val="90000"/>
        </a:lnSpc>
        <a:spcBef>
          <a:spcPct val="0"/>
        </a:spcBef>
        <a:buNone/>
        <a:defRPr lang="fr-FR" sz="2000" kern="1200" dirty="0" smtClean="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2"/>
        </a:buClr>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05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tx2"/>
        </a:buClr>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98">
          <p15:clr>
            <a:srgbClr val="F26B43"/>
          </p15:clr>
        </p15:guide>
        <p15:guide id="2" pos="7582">
          <p15:clr>
            <a:srgbClr val="F26B43"/>
          </p15:clr>
        </p15:guide>
        <p15:guide id="3" orient="horz" pos="96">
          <p15:clr>
            <a:srgbClr val="F26B43"/>
          </p15:clr>
        </p15:guide>
        <p15:guide id="4" orient="horz" pos="4224">
          <p15:clr>
            <a:srgbClr val="F26B43"/>
          </p15:clr>
        </p15:guide>
        <p15:guide id="5" pos="234">
          <p15:clr>
            <a:srgbClr val="F26B43"/>
          </p15:clr>
        </p15:guide>
        <p15:guide id="6" pos="744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1.xml"/><Relationship Id="rId1" Type="http://schemas.openxmlformats.org/officeDocument/2006/relationships/tags" Target="../tags/tag20.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emf"/></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11.xml"/><Relationship Id="rId1" Type="http://schemas.openxmlformats.org/officeDocument/2006/relationships/tags" Target="../tags/tag21.xml"/><Relationship Id="rId5" Type="http://schemas.openxmlformats.org/officeDocument/2006/relationships/image" Target="../media/image13.png"/><Relationship Id="rId4" Type="http://schemas.openxmlformats.org/officeDocument/2006/relationships/image" Target="../media/image10.emf"/></Relationships>
</file>

<file path=ppt/slides/_rels/slide3.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oleObject" Target="../embeddings/oleObject18.bin"/><Relationship Id="rId7" Type="http://schemas.openxmlformats.org/officeDocument/2006/relationships/image" Target="../media/image16.png"/><Relationship Id="rId2" Type="http://schemas.openxmlformats.org/officeDocument/2006/relationships/slideLayout" Target="../slideLayouts/slideLayout11.xml"/><Relationship Id="rId1" Type="http://schemas.openxmlformats.org/officeDocument/2006/relationships/tags" Target="../tags/tag2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4.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11.xml"/><Relationship Id="rId1" Type="http://schemas.openxmlformats.org/officeDocument/2006/relationships/tags" Target="../tags/tag23.xml"/><Relationship Id="rId6" Type="http://schemas.openxmlformats.org/officeDocument/2006/relationships/image" Target="../media/image19.jpeg"/><Relationship Id="rId5" Type="http://schemas.openxmlformats.org/officeDocument/2006/relationships/image" Target="../media/image18.png"/><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11.xml"/><Relationship Id="rId1" Type="http://schemas.openxmlformats.org/officeDocument/2006/relationships/tags" Target="../tags/tag24.xml"/><Relationship Id="rId5" Type="http://schemas.openxmlformats.org/officeDocument/2006/relationships/image" Target="../media/image12.jpeg"/><Relationship Id="rId4" Type="http://schemas.openxmlformats.org/officeDocument/2006/relationships/image" Target="../media/image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dirty="0"/>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1</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dirty="0"/>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2503462284"/>
              </p:ext>
            </p:extLst>
          </p:nvPr>
        </p:nvGraphicFramePr>
        <p:xfrm>
          <a:off x="361541" y="1808163"/>
          <a:ext cx="11430002" cy="4201939"/>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dirty="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96734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Action Logement Services</a:t>
                      </a: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r>
                        <a:rPr lang="fr-FR" sz="1100" kern="1200" dirty="0">
                          <a:solidFill>
                            <a:schemeClr val="tx1"/>
                          </a:solidFill>
                          <a:latin typeface="+mn-lt"/>
                          <a:ea typeface="+mn-ea"/>
                          <a:cs typeface="+mn-cs"/>
                        </a:rPr>
                        <a:t>Suite à une restructuration à marche forcée et au rapprochement de 21 filiales, les services paie et comptabilité avaient besoin d’un accompagnement pour retrouver les montants à payer au titre des charges sociales pour les 2 dernières années</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dirty="0">
                          <a:solidFill>
                            <a:schemeClr val="dk1"/>
                          </a:solidFill>
                          <a:latin typeface="+mn-lt"/>
                          <a:ea typeface="+mn-ea"/>
                          <a:cs typeface="Arial"/>
                        </a:rPr>
                        <a:t>Formalisation de cartographies des écarts pour chaque type de charges sociales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dirty="0">
                          <a:solidFill>
                            <a:schemeClr val="dk1"/>
                          </a:solidFill>
                          <a:latin typeface="+mn-lt"/>
                          <a:ea typeface="+mn-ea"/>
                          <a:cs typeface="Arial"/>
                        </a:rPr>
                        <a:t>Analyse des comptes et reconstitution des charges sociale à payer</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dirty="0">
                          <a:solidFill>
                            <a:schemeClr val="dk1"/>
                          </a:solidFill>
                          <a:latin typeface="+mn-lt"/>
                          <a:ea typeface="+mn-ea"/>
                          <a:cs typeface="Arial"/>
                        </a:rPr>
                        <a:t>Formalisation d’un dossier de recommandation pour fiabiliser le traitement des charges sociales</a:t>
                      </a:r>
                    </a:p>
                  </a:txBody>
                  <a:tcPr marL="68580" marR="68580" marT="0" marB="0"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Malakoff Humanis</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r>
                        <a:rPr lang="fr-FR" sz="1100" kern="1200" dirty="0">
                          <a:solidFill>
                            <a:schemeClr val="tx1"/>
                          </a:solidFill>
                          <a:latin typeface="+mn-lt"/>
                          <a:ea typeface="+mn-ea"/>
                          <a:cs typeface="+mn-cs"/>
                        </a:rPr>
                        <a:t>MH a souhaité développer un score de vulnérabilité de ses entreprises et le mettre à disposition de l’ensemble de ses directions métiers pour mesurer et maitriser au mieux les effets potentiels de la crise économique en matière de cotisations non perçues, portabilité et hausse de la sinistralité</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dirty="0">
                          <a:solidFill>
                            <a:schemeClr val="dk1"/>
                          </a:solidFill>
                          <a:latin typeface="+mn-lt"/>
                          <a:ea typeface="+mn-ea"/>
                          <a:cs typeface="Arial"/>
                        </a:rPr>
                        <a:t>Avec les équipes data, métiers et des experts, définition et construction des indicateurs pertinents dans l’appréciation de la vulnérabilité des entreprises clientes de Malakoff Humanis à partir de données internes et externes collectées, consolidées et croisées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dirty="0">
                          <a:solidFill>
                            <a:schemeClr val="dk1"/>
                          </a:solidFill>
                          <a:latin typeface="+mn-lt"/>
                          <a:ea typeface="+mn-ea"/>
                          <a:cs typeface="Arial"/>
                        </a:rPr>
                        <a:t>Construction d’un MVP de tableau de bords contenant ces différents indices de vulnérabilité des entreprises en vision portefeuille et entreprise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dirty="0">
                          <a:solidFill>
                            <a:schemeClr val="dk1"/>
                          </a:solidFill>
                          <a:latin typeface="+mn-lt"/>
                          <a:ea typeface="+mn-ea"/>
                          <a:cs typeface="Arial"/>
                        </a:rPr>
                        <a:t>Avec les métiers, analyse des différents processus métiers et définition des processus cible intégrant le score de vulnérabilité dans les différents « jalons » de prise de décision</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dirty="0">
                          <a:solidFill>
                            <a:schemeClr val="dk1"/>
                          </a:solidFill>
                          <a:latin typeface="+mn-lt"/>
                          <a:ea typeface="+mn-ea"/>
                          <a:cs typeface="Arial"/>
                        </a:rPr>
                        <a:t>Identification de nouvelles règles métiers intégrant ce score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dirty="0">
                          <a:solidFill>
                            <a:schemeClr val="dk1"/>
                          </a:solidFill>
                          <a:latin typeface="+mn-lt"/>
                          <a:ea typeface="+mn-ea"/>
                          <a:cs typeface="Arial"/>
                        </a:rPr>
                        <a:t>Accompagnement opérationnel du déploiement des processus cible et formation des formateurs métiers à l’utilisation du score et des outils</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r h="1114367">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endParaRPr lang="fr-FR" sz="1100" kern="1200" noProof="0" dirty="0">
                        <a:solidFill>
                          <a:schemeClr val="tx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2553091106"/>
                  </a:ext>
                </a:extLst>
              </a:tr>
            </a:tbl>
          </a:graphicData>
        </a:graphic>
      </p:graphicFrame>
      <p:pic>
        <p:nvPicPr>
          <p:cNvPr id="2" name="Image 1" descr="Une image contenant chemise, alimentation, dessin&#10;&#10;Description générée automatiquement">
            <a:extLst>
              <a:ext uri="{FF2B5EF4-FFF2-40B4-BE49-F238E27FC236}">
                <a16:creationId xmlns:a16="http://schemas.microsoft.com/office/drawing/2014/main" id="{77DC107A-58BB-EA88-C1F4-CF859394E33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1166" y="2209323"/>
            <a:ext cx="763138" cy="644427"/>
          </a:xfrm>
          <a:prstGeom prst="rect">
            <a:avLst/>
          </a:prstGeom>
        </p:spPr>
      </p:pic>
      <p:pic>
        <p:nvPicPr>
          <p:cNvPr id="11" name="Image 10" descr="Une image contenant dessin&#10;&#10;Description générée automatiquement">
            <a:extLst>
              <a:ext uri="{FF2B5EF4-FFF2-40B4-BE49-F238E27FC236}">
                <a16:creationId xmlns:a16="http://schemas.microsoft.com/office/drawing/2014/main" id="{C5333C12-6D35-3BB0-3352-E3E5FFEA268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9826" y="3816220"/>
            <a:ext cx="1225819" cy="448300"/>
          </a:xfrm>
          <a:prstGeom prst="rect">
            <a:avLst/>
          </a:prstGeom>
        </p:spPr>
      </p:pic>
    </p:spTree>
    <p:extLst>
      <p:ext uri="{BB962C8B-B14F-4D97-AF65-F5344CB8AC3E}">
        <p14:creationId xmlns:p14="http://schemas.microsoft.com/office/powerpoint/2010/main" val="527228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2</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2178753718"/>
              </p:ext>
            </p:extLst>
          </p:nvPr>
        </p:nvGraphicFramePr>
        <p:xfrm>
          <a:off x="361541" y="1808163"/>
          <a:ext cx="11430002" cy="3114261"/>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1094107">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kern="120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1047231">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Crédit Agricole CIB</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Création d’une </a:t>
                      </a:r>
                      <a:r>
                        <a:rPr lang="fr-FR" sz="1100" kern="1200" dirty="0" err="1">
                          <a:solidFill>
                            <a:schemeClr val="tx1"/>
                          </a:solidFill>
                          <a:latin typeface="Arial" panose="020B0604020202020204" pitchFamily="34" charset="0"/>
                          <a:ea typeface="+mn-ea"/>
                          <a:cs typeface="Arial" panose="020B0604020202020204" pitchFamily="34" charset="0"/>
                        </a:rPr>
                        <a:t>task</a:t>
                      </a:r>
                      <a:r>
                        <a:rPr lang="fr-FR" sz="1100" kern="1200" dirty="0">
                          <a:solidFill>
                            <a:schemeClr val="tx1"/>
                          </a:solidFill>
                          <a:latin typeface="Arial" panose="020B0604020202020204" pitchFamily="34" charset="0"/>
                          <a:ea typeface="+mn-ea"/>
                          <a:cs typeface="Arial" panose="020B0604020202020204" pitchFamily="34" charset="0"/>
                        </a:rPr>
                        <a:t> force par CA-CIB pour un rapprochement de LCR. Ils possèdent deux outils de production du LCR (gestion et compta). Un comité de </a:t>
                      </a:r>
                      <a:r>
                        <a:rPr lang="fr-FR" sz="1100" kern="1200" dirty="0" err="1">
                          <a:solidFill>
                            <a:schemeClr val="tx1"/>
                          </a:solidFill>
                          <a:latin typeface="Arial" panose="020B0604020202020204" pitchFamily="34" charset="0"/>
                          <a:ea typeface="+mn-ea"/>
                          <a:cs typeface="Arial" panose="020B0604020202020204" pitchFamily="34" charset="0"/>
                        </a:rPr>
                        <a:t>backtesting</a:t>
                      </a:r>
                      <a:r>
                        <a:rPr lang="fr-FR" sz="1100" kern="1200" dirty="0">
                          <a:solidFill>
                            <a:schemeClr val="tx1"/>
                          </a:solidFill>
                          <a:latin typeface="Arial" panose="020B0604020202020204" pitchFamily="34" charset="0"/>
                          <a:ea typeface="+mn-ea"/>
                          <a:cs typeface="Arial" panose="020B0604020202020204" pitchFamily="34" charset="0"/>
                        </a:rPr>
                        <a:t> a été mis en place pour évaluer les écarts entre les 2 outils mais il n’est pas suffisant pour tout identifier. Le but de la mission est de réconcilier ces 2 outils pour identifier les écarts restants.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Lecture documentaire du schéma et de l’organisation des 2 outils + ateliers avec les interlocuteurs concernés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Pilotage et gestion de la </a:t>
                      </a:r>
                      <a:r>
                        <a:rPr lang="fr-FR" sz="1100" kern="1200" dirty="0" err="1">
                          <a:solidFill>
                            <a:schemeClr val="dk1"/>
                          </a:solidFill>
                          <a:latin typeface="+mn-lt"/>
                          <a:ea typeface="+mn-ea"/>
                          <a:cs typeface="Arial"/>
                        </a:rPr>
                        <a:t>task</a:t>
                      </a:r>
                      <a:r>
                        <a:rPr lang="fr-FR" sz="1100" kern="1200" dirty="0">
                          <a:solidFill>
                            <a:schemeClr val="dk1"/>
                          </a:solidFill>
                          <a:latin typeface="+mn-lt"/>
                          <a:ea typeface="+mn-ea"/>
                          <a:cs typeface="Arial"/>
                        </a:rPr>
                        <a:t> force avec les différents métiers (Finance, MOA, ALM, Trésorerie, Risques, IT, Compta…)</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Identification de la source des écarts et mise en place de plans de corrections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Définition des règles de gestion pour mettre en évidence les écarts selon les différents produits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Construction d’un outil tactique de rapprochement sur </a:t>
                      </a:r>
                      <a:r>
                        <a:rPr lang="fr-FR" sz="1100" kern="1200" dirty="0" err="1">
                          <a:solidFill>
                            <a:schemeClr val="dk1"/>
                          </a:solidFill>
                          <a:latin typeface="+mn-lt"/>
                          <a:ea typeface="+mn-ea"/>
                          <a:cs typeface="Arial"/>
                        </a:rPr>
                        <a:t>Dataiku</a:t>
                      </a:r>
                      <a:endParaRPr lang="fr-FR" sz="1100" kern="1200" dirty="0">
                        <a:solidFill>
                          <a:schemeClr val="dk1"/>
                        </a:solidFill>
                        <a:latin typeface="+mn-lt"/>
                        <a:ea typeface="+mn-ea"/>
                        <a:cs typeface="Arial"/>
                      </a:endParaRP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Mise en place de report d’analyse sur Power BI</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bl>
          </a:graphicData>
        </a:graphic>
      </p:graphicFrame>
      <p:pic>
        <p:nvPicPr>
          <p:cNvPr id="7" name="Image 6">
            <a:extLst>
              <a:ext uri="{FF2B5EF4-FFF2-40B4-BE49-F238E27FC236}">
                <a16:creationId xmlns:a16="http://schemas.microsoft.com/office/drawing/2014/main" id="{DF2D1750-2F7D-7F86-BA24-20F3D1D91715}"/>
              </a:ext>
            </a:extLst>
          </p:cNvPr>
          <p:cNvPicPr>
            <a:picLocks noChangeAspect="1"/>
          </p:cNvPicPr>
          <p:nvPr/>
        </p:nvPicPr>
        <p:blipFill>
          <a:blip r:embed="rId5"/>
          <a:stretch>
            <a:fillRect/>
          </a:stretch>
        </p:blipFill>
        <p:spPr>
          <a:xfrm>
            <a:off x="361541" y="3263083"/>
            <a:ext cx="1798827" cy="1037406"/>
          </a:xfrm>
          <a:prstGeom prst="rect">
            <a:avLst/>
          </a:prstGeom>
        </p:spPr>
      </p:pic>
    </p:spTree>
    <p:extLst>
      <p:ext uri="{BB962C8B-B14F-4D97-AF65-F5344CB8AC3E}">
        <p14:creationId xmlns:p14="http://schemas.microsoft.com/office/powerpoint/2010/main" val="42788051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E0240027-B419-7F7B-74A1-8BEC4BF9BCF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10" name="think-cell data - do not delete" hidden="1">
                        <a:extLst>
                          <a:ext uri="{FF2B5EF4-FFF2-40B4-BE49-F238E27FC236}">
                            <a16:creationId xmlns:a16="http://schemas.microsoft.com/office/drawing/2014/main" id="{E0240027-B419-7F7B-74A1-8BEC4BF9BC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816B749C-7730-0E48-E95C-A8C8BCCDD0C1}"/>
              </a:ext>
            </a:extLst>
          </p:cNvPr>
          <p:cNvSpPr>
            <a:spLocks noGrp="1"/>
          </p:cNvSpPr>
          <p:nvPr>
            <p:ph type="title"/>
          </p:nvPr>
        </p:nvSpPr>
        <p:spPr/>
        <p:txBody>
          <a:bodyPr vert="horz"/>
          <a:lstStyle/>
          <a:p>
            <a:r>
              <a:rPr lang="fr-FR"/>
              <a:t>Extrait de nos références</a:t>
            </a:r>
          </a:p>
        </p:txBody>
      </p:sp>
      <p:sp>
        <p:nvSpPr>
          <p:cNvPr id="3" name="Espace réservé du numéro de diapositive 2">
            <a:extLst>
              <a:ext uri="{FF2B5EF4-FFF2-40B4-BE49-F238E27FC236}">
                <a16:creationId xmlns:a16="http://schemas.microsoft.com/office/drawing/2014/main" id="{A6A28303-BA13-1BDE-A87F-458C8133D46D}"/>
              </a:ext>
            </a:extLst>
          </p:cNvPr>
          <p:cNvSpPr>
            <a:spLocks noGrp="1"/>
          </p:cNvSpPr>
          <p:nvPr>
            <p:ph type="sldNum" sz="quarter" idx="11"/>
          </p:nvPr>
        </p:nvSpPr>
        <p:spPr/>
        <p:txBody>
          <a:bodyPr/>
          <a:lstStyle/>
          <a:p>
            <a:fld id="{BE9517EC-C298-4848-B090-11602D956FCE}" type="slidenum">
              <a:rPr lang="fr-FR" smtClean="0"/>
              <a:pPr/>
              <a:t>3</a:t>
            </a:fld>
            <a:endParaRPr lang="fr-FR"/>
          </a:p>
        </p:txBody>
      </p:sp>
      <p:sp>
        <p:nvSpPr>
          <p:cNvPr id="4" name="Espace réservé du texte 3">
            <a:extLst>
              <a:ext uri="{FF2B5EF4-FFF2-40B4-BE49-F238E27FC236}">
                <a16:creationId xmlns:a16="http://schemas.microsoft.com/office/drawing/2014/main" id="{2D9E47AB-4CCB-FE19-0A0F-0F3C5814F2B7}"/>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5" name="Tableau 8">
            <a:extLst>
              <a:ext uri="{FF2B5EF4-FFF2-40B4-BE49-F238E27FC236}">
                <a16:creationId xmlns:a16="http://schemas.microsoft.com/office/drawing/2014/main" id="{CA659D41-EFBE-2DB8-2EF8-27CF870D460D}"/>
              </a:ext>
            </a:extLst>
          </p:cNvPr>
          <p:cNvGraphicFramePr>
            <a:graphicFrameLocks/>
          </p:cNvGraphicFramePr>
          <p:nvPr>
            <p:extLst>
              <p:ext uri="{D42A27DB-BD31-4B8C-83A1-F6EECF244321}">
                <p14:modId xmlns:p14="http://schemas.microsoft.com/office/powerpoint/2010/main" val="1870947786"/>
              </p:ext>
            </p:extLst>
          </p:nvPr>
        </p:nvGraphicFramePr>
        <p:xfrm>
          <a:off x="381000" y="1825625"/>
          <a:ext cx="11430002" cy="3427435"/>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pPr algn="ctr"/>
                      <a:r>
                        <a:rPr lang="fr-FR" sz="1400" b="1" noProof="0" dirty="0"/>
                        <a:t>Client</a:t>
                      </a:r>
                    </a:p>
                  </a:txBody>
                  <a:tcPr anchor="ctr">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725442695"/>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Crédit Agricole S.A.</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Suite à un exercice de production du ratio MREL ayant relevé des problématiques de qualité de donnée, le Groupe CA a choisi de structurer un plan de remédiation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Diagnostic/Analyse de situation sur la production du 31/12/2019</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Définition du plan de remédiation pour corriger les écarts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Coordination des travaux identifiés avec les départements (ALM, Compta, IT, Refinancement,…)</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Définition de la feuille de route 2021</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4249048149"/>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Crédit Agricole CIB</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CACIB décide de mettre en place une </a:t>
                      </a:r>
                      <a:r>
                        <a:rPr lang="fr-FR" sz="1100" kern="1200" dirty="0" err="1">
                          <a:solidFill>
                            <a:schemeClr val="tx1"/>
                          </a:solidFill>
                          <a:latin typeface="Arial" panose="020B0604020202020204" pitchFamily="34" charset="0"/>
                          <a:ea typeface="+mn-ea"/>
                          <a:cs typeface="Arial" panose="020B0604020202020204" pitchFamily="34" charset="0"/>
                        </a:rPr>
                        <a:t>task</a:t>
                      </a:r>
                      <a:r>
                        <a:rPr lang="fr-FR" sz="1100" kern="1200" dirty="0">
                          <a:solidFill>
                            <a:schemeClr val="tx1"/>
                          </a:solidFill>
                          <a:latin typeface="Arial" panose="020B0604020202020204" pitchFamily="34" charset="0"/>
                          <a:ea typeface="+mn-ea"/>
                          <a:cs typeface="Arial" panose="020B0604020202020204" pitchFamily="34" charset="0"/>
                        </a:rPr>
                        <a:t> force pour remédier aux faiblesses du dispositif de </a:t>
                      </a:r>
                      <a:r>
                        <a:rPr lang="fr-FR" sz="1100" kern="1200" dirty="0" err="1">
                          <a:solidFill>
                            <a:schemeClr val="tx1"/>
                          </a:solidFill>
                          <a:latin typeface="Arial" panose="020B0604020202020204" pitchFamily="34" charset="0"/>
                          <a:ea typeface="+mn-ea"/>
                          <a:cs typeface="Arial" panose="020B0604020202020204" pitchFamily="34" charset="0"/>
                        </a:rPr>
                        <a:t>reporting</a:t>
                      </a:r>
                      <a:r>
                        <a:rPr lang="fr-FR" sz="1100" kern="1200" dirty="0">
                          <a:solidFill>
                            <a:schemeClr val="tx1"/>
                          </a:solidFill>
                          <a:latin typeface="Arial" panose="020B0604020202020204" pitchFamily="34" charset="0"/>
                          <a:ea typeface="+mn-ea"/>
                          <a:cs typeface="Arial" panose="020B0604020202020204" pitchFamily="34" charset="0"/>
                        </a:rPr>
                        <a:t> LCR Daily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Mise en place du LCR Daily : </a:t>
                      </a:r>
                      <a:r>
                        <a:rPr lang="fr-FR" sz="1100" kern="1200" dirty="0" err="1">
                          <a:solidFill>
                            <a:schemeClr val="dk1"/>
                          </a:solidFill>
                          <a:latin typeface="+mn-lt"/>
                          <a:ea typeface="+mn-ea"/>
                          <a:cs typeface="Arial"/>
                        </a:rPr>
                        <a:t>Backtesting</a:t>
                      </a:r>
                      <a:r>
                        <a:rPr lang="fr-FR" sz="1100" kern="1200" dirty="0">
                          <a:solidFill>
                            <a:schemeClr val="dk1"/>
                          </a:solidFill>
                          <a:latin typeface="+mn-lt"/>
                          <a:ea typeface="+mn-ea"/>
                          <a:cs typeface="Arial"/>
                        </a:rPr>
                        <a:t> LCR trésorerie vs LCR réglementaire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Définition et animation de la gouvernance sur le </a:t>
                      </a:r>
                      <a:r>
                        <a:rPr lang="fr-FR" sz="1100" kern="1200" dirty="0" err="1">
                          <a:solidFill>
                            <a:schemeClr val="dk1"/>
                          </a:solidFill>
                          <a:latin typeface="+mn-lt"/>
                          <a:ea typeface="+mn-ea"/>
                          <a:cs typeface="Arial"/>
                        </a:rPr>
                        <a:t>backtesting</a:t>
                      </a:r>
                      <a:endParaRPr lang="fr-FR" sz="1100" kern="1200" dirty="0">
                        <a:solidFill>
                          <a:schemeClr val="dk1"/>
                        </a:solidFill>
                        <a:latin typeface="+mn-lt"/>
                        <a:ea typeface="+mn-ea"/>
                        <a:cs typeface="Arial"/>
                      </a:endParaRP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Définition du processus de production</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746876">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Crédit Agricole</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Dans un contexte de création de la filière liquidité du Groupe, le CA (CA.sa et CACIB) a souhaité définir le risque de liquidité, ses indicateurs et ses modalités de pilotage et d’encadrement de ce risque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Définition du modèle interne de liquidité (définition de indicateurs, stress test, limite, plan d’urgence, gouvernance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Déploiement du dispositif au niveau des entités et déclinaison en fonction des métiers (CIB, métiers du titres, Asset management, Assurance,…)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Mise en place du processus de production et d’un SI afférent au calcul des métriques de liquidité</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Accompagnement au suivi de l’audit de l’inspection sur le risque de liquidité</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125027618"/>
                  </a:ext>
                </a:extLst>
              </a:tr>
            </a:tbl>
          </a:graphicData>
        </a:graphic>
      </p:graphicFrame>
      <p:pic>
        <p:nvPicPr>
          <p:cNvPr id="9" name="Image 14">
            <a:extLst>
              <a:ext uri="{FF2B5EF4-FFF2-40B4-BE49-F238E27FC236}">
                <a16:creationId xmlns:a16="http://schemas.microsoft.com/office/drawing/2014/main" id="{00F3BE95-D424-BF83-357E-67CD0B8D0EA8}"/>
              </a:ext>
            </a:extLst>
          </p:cNvPr>
          <p:cNvPicPr>
            <a:picLocks noChangeAspect="1"/>
          </p:cNvPicPr>
          <p:nvPr/>
        </p:nvPicPr>
        <p:blipFill>
          <a:blip r:embed="rId5"/>
          <a:stretch>
            <a:fillRect/>
          </a:stretch>
        </p:blipFill>
        <p:spPr>
          <a:xfrm>
            <a:off x="678158" y="2338138"/>
            <a:ext cx="1080078" cy="555568"/>
          </a:xfrm>
          <a:prstGeom prst="rect">
            <a:avLst/>
          </a:prstGeom>
        </p:spPr>
      </p:pic>
      <p:pic>
        <p:nvPicPr>
          <p:cNvPr id="11" name="Image 17">
            <a:extLst>
              <a:ext uri="{FF2B5EF4-FFF2-40B4-BE49-F238E27FC236}">
                <a16:creationId xmlns:a16="http://schemas.microsoft.com/office/drawing/2014/main" id="{628AB998-086F-835E-3CBB-9833E6855080}"/>
              </a:ext>
            </a:extLst>
          </p:cNvPr>
          <p:cNvPicPr>
            <a:picLocks noChangeAspect="1"/>
          </p:cNvPicPr>
          <p:nvPr/>
        </p:nvPicPr>
        <p:blipFill>
          <a:blip r:embed="rId6"/>
          <a:stretch>
            <a:fillRect/>
          </a:stretch>
        </p:blipFill>
        <p:spPr>
          <a:xfrm>
            <a:off x="428095" y="3344675"/>
            <a:ext cx="1580204" cy="393525"/>
          </a:xfrm>
          <a:prstGeom prst="rect">
            <a:avLst/>
          </a:prstGeom>
        </p:spPr>
      </p:pic>
      <p:pic>
        <p:nvPicPr>
          <p:cNvPr id="12" name="Image 15">
            <a:extLst>
              <a:ext uri="{FF2B5EF4-FFF2-40B4-BE49-F238E27FC236}">
                <a16:creationId xmlns:a16="http://schemas.microsoft.com/office/drawing/2014/main" id="{33DFAC2C-2270-61AE-8770-7A71F6D3D57E}"/>
              </a:ext>
            </a:extLst>
          </p:cNvPr>
          <p:cNvPicPr>
            <a:picLocks noChangeAspect="1"/>
          </p:cNvPicPr>
          <p:nvPr/>
        </p:nvPicPr>
        <p:blipFill>
          <a:blip r:embed="rId5"/>
          <a:stretch>
            <a:fillRect/>
          </a:stretch>
        </p:blipFill>
        <p:spPr>
          <a:xfrm>
            <a:off x="679035" y="4097274"/>
            <a:ext cx="1078325" cy="554666"/>
          </a:xfrm>
          <a:prstGeom prst="rect">
            <a:avLst/>
          </a:prstGeom>
        </p:spPr>
      </p:pic>
      <p:pic>
        <p:nvPicPr>
          <p:cNvPr id="13" name="Image 12">
            <a:extLst>
              <a:ext uri="{FF2B5EF4-FFF2-40B4-BE49-F238E27FC236}">
                <a16:creationId xmlns:a16="http://schemas.microsoft.com/office/drawing/2014/main" id="{F9D98676-5630-1550-A763-A58D1262CE24}"/>
              </a:ext>
            </a:extLst>
          </p:cNvPr>
          <p:cNvPicPr>
            <a:picLocks noChangeAspect="1"/>
          </p:cNvPicPr>
          <p:nvPr/>
        </p:nvPicPr>
        <p:blipFill>
          <a:blip r:embed="rId6"/>
          <a:stretch>
            <a:fillRect/>
          </a:stretch>
        </p:blipFill>
        <p:spPr>
          <a:xfrm>
            <a:off x="428095" y="4641560"/>
            <a:ext cx="1580204" cy="393525"/>
          </a:xfrm>
          <a:prstGeom prst="rect">
            <a:avLst/>
          </a:prstGeom>
        </p:spPr>
      </p:pic>
      <p:pic>
        <p:nvPicPr>
          <p:cNvPr id="7" name="Graphique 6" descr="Ajouter avec un remplissage uni">
            <a:extLst>
              <a:ext uri="{FF2B5EF4-FFF2-40B4-BE49-F238E27FC236}">
                <a16:creationId xmlns:a16="http://schemas.microsoft.com/office/drawing/2014/main" id="{5A2B72CB-ACE7-151C-6A9F-9AADD8C716B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27815" y="4493322"/>
            <a:ext cx="180765" cy="180765"/>
          </a:xfrm>
          <a:prstGeom prst="rect">
            <a:avLst/>
          </a:prstGeom>
        </p:spPr>
      </p:pic>
    </p:spTree>
    <p:extLst>
      <p:ext uri="{BB962C8B-B14F-4D97-AF65-F5344CB8AC3E}">
        <p14:creationId xmlns:p14="http://schemas.microsoft.com/office/powerpoint/2010/main" val="26433943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E0240027-B419-7F7B-74A1-8BEC4BF9BCF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10" name="think-cell data - do not delete" hidden="1">
                        <a:extLst>
                          <a:ext uri="{FF2B5EF4-FFF2-40B4-BE49-F238E27FC236}">
                            <a16:creationId xmlns:a16="http://schemas.microsoft.com/office/drawing/2014/main" id="{E0240027-B419-7F7B-74A1-8BEC4BF9BC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816B749C-7730-0E48-E95C-A8C8BCCDD0C1}"/>
              </a:ext>
            </a:extLst>
          </p:cNvPr>
          <p:cNvSpPr>
            <a:spLocks noGrp="1"/>
          </p:cNvSpPr>
          <p:nvPr>
            <p:ph type="title"/>
          </p:nvPr>
        </p:nvSpPr>
        <p:spPr/>
        <p:txBody>
          <a:bodyPr vert="horz"/>
          <a:lstStyle/>
          <a:p>
            <a:r>
              <a:rPr lang="fr-FR"/>
              <a:t>Extrait de nos références</a:t>
            </a:r>
          </a:p>
        </p:txBody>
      </p:sp>
      <p:sp>
        <p:nvSpPr>
          <p:cNvPr id="3" name="Espace réservé du numéro de diapositive 2">
            <a:extLst>
              <a:ext uri="{FF2B5EF4-FFF2-40B4-BE49-F238E27FC236}">
                <a16:creationId xmlns:a16="http://schemas.microsoft.com/office/drawing/2014/main" id="{A6A28303-BA13-1BDE-A87F-458C8133D46D}"/>
              </a:ext>
            </a:extLst>
          </p:cNvPr>
          <p:cNvSpPr>
            <a:spLocks noGrp="1"/>
          </p:cNvSpPr>
          <p:nvPr>
            <p:ph type="sldNum" sz="quarter" idx="11"/>
          </p:nvPr>
        </p:nvSpPr>
        <p:spPr/>
        <p:txBody>
          <a:bodyPr/>
          <a:lstStyle/>
          <a:p>
            <a:fld id="{BE9517EC-C298-4848-B090-11602D956FCE}" type="slidenum">
              <a:rPr lang="fr-FR" smtClean="0"/>
              <a:pPr/>
              <a:t>4</a:t>
            </a:fld>
            <a:endParaRPr lang="fr-FR"/>
          </a:p>
        </p:txBody>
      </p:sp>
      <p:sp>
        <p:nvSpPr>
          <p:cNvPr id="4" name="Espace réservé du texte 3">
            <a:extLst>
              <a:ext uri="{FF2B5EF4-FFF2-40B4-BE49-F238E27FC236}">
                <a16:creationId xmlns:a16="http://schemas.microsoft.com/office/drawing/2014/main" id="{2D9E47AB-4CCB-FE19-0A0F-0F3C5814F2B7}"/>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5" name="Tableau 8">
            <a:extLst>
              <a:ext uri="{FF2B5EF4-FFF2-40B4-BE49-F238E27FC236}">
                <a16:creationId xmlns:a16="http://schemas.microsoft.com/office/drawing/2014/main" id="{CA659D41-EFBE-2DB8-2EF8-27CF870D460D}"/>
              </a:ext>
            </a:extLst>
          </p:cNvPr>
          <p:cNvGraphicFramePr>
            <a:graphicFrameLocks/>
          </p:cNvGraphicFramePr>
          <p:nvPr>
            <p:extLst>
              <p:ext uri="{D42A27DB-BD31-4B8C-83A1-F6EECF244321}">
                <p14:modId xmlns:p14="http://schemas.microsoft.com/office/powerpoint/2010/main" val="899963761"/>
              </p:ext>
            </p:extLst>
          </p:nvPr>
        </p:nvGraphicFramePr>
        <p:xfrm>
          <a:off x="381000" y="1825625"/>
          <a:ext cx="11430002" cy="4209509"/>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pPr algn="ctr"/>
                      <a:r>
                        <a:rPr lang="fr-FR" sz="1400" b="1" noProof="0" dirty="0"/>
                        <a:t>Client </a:t>
                      </a:r>
                    </a:p>
                  </a:txBody>
                  <a:tcPr anchor="ctr">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725442695"/>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BPCE</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Projet VDS : BPCE répond à la demande réglementaire du SRB de pouvoir produire sous un délai de 24 à 48 heures la vision de la résolution de la quasi-totalité des actifs à la maille granulaire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Etude des </a:t>
                      </a:r>
                      <a:r>
                        <a:rPr lang="fr-FR" sz="1100" kern="1200" dirty="0" err="1">
                          <a:solidFill>
                            <a:schemeClr val="dk1"/>
                          </a:solidFill>
                          <a:latin typeface="+mn-lt"/>
                          <a:ea typeface="+mn-ea"/>
                          <a:cs typeface="Arial"/>
                        </a:rPr>
                        <a:t>datapoints</a:t>
                      </a:r>
                      <a:r>
                        <a:rPr lang="fr-FR" sz="1100" kern="1200" dirty="0">
                          <a:solidFill>
                            <a:schemeClr val="dk1"/>
                          </a:solidFill>
                          <a:latin typeface="+mn-lt"/>
                          <a:ea typeface="+mn-ea"/>
                          <a:cs typeface="Arial"/>
                        </a:rPr>
                        <a:t> demandés par le SRB : gap </a:t>
                      </a:r>
                      <a:r>
                        <a:rPr lang="fr-FR" sz="1100" kern="1200" dirty="0" err="1">
                          <a:solidFill>
                            <a:schemeClr val="dk1"/>
                          </a:solidFill>
                          <a:latin typeface="+mn-lt"/>
                          <a:ea typeface="+mn-ea"/>
                          <a:cs typeface="Arial"/>
                        </a:rPr>
                        <a:t>analysis</a:t>
                      </a:r>
                      <a:r>
                        <a:rPr lang="fr-FR" sz="1100" kern="1200" dirty="0">
                          <a:solidFill>
                            <a:schemeClr val="dk1"/>
                          </a:solidFill>
                          <a:latin typeface="+mn-lt"/>
                          <a:ea typeface="+mn-ea"/>
                          <a:cs typeface="Arial"/>
                        </a:rPr>
                        <a:t> avec les </a:t>
                      </a:r>
                      <a:r>
                        <a:rPr lang="fr-FR" sz="1100" kern="1200" dirty="0" err="1">
                          <a:solidFill>
                            <a:schemeClr val="dk1"/>
                          </a:solidFill>
                          <a:latin typeface="+mn-lt"/>
                          <a:ea typeface="+mn-ea"/>
                          <a:cs typeface="Arial"/>
                        </a:rPr>
                        <a:t>reporintgs</a:t>
                      </a:r>
                      <a:r>
                        <a:rPr lang="fr-FR" sz="1100" kern="1200" dirty="0">
                          <a:solidFill>
                            <a:schemeClr val="dk1"/>
                          </a:solidFill>
                          <a:latin typeface="+mn-lt"/>
                          <a:ea typeface="+mn-ea"/>
                          <a:cs typeface="Arial"/>
                        </a:rPr>
                        <a:t> existants, animation des échanges avec la Résilience et l’IRT</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Identification des </a:t>
                      </a:r>
                      <a:r>
                        <a:rPr lang="fr-FR" sz="1100" kern="1200" dirty="0" err="1">
                          <a:solidFill>
                            <a:schemeClr val="dk1"/>
                          </a:solidFill>
                          <a:latin typeface="+mn-lt"/>
                          <a:ea typeface="+mn-ea"/>
                          <a:cs typeface="Arial"/>
                        </a:rPr>
                        <a:t>sourcings</a:t>
                      </a:r>
                      <a:r>
                        <a:rPr lang="fr-FR" sz="1100" kern="1200" dirty="0">
                          <a:solidFill>
                            <a:schemeClr val="dk1"/>
                          </a:solidFill>
                          <a:latin typeface="+mn-lt"/>
                          <a:ea typeface="+mn-ea"/>
                          <a:cs typeface="Arial"/>
                        </a:rPr>
                        <a:t> des </a:t>
                      </a:r>
                      <a:r>
                        <a:rPr lang="fr-FR" sz="1100" kern="1200" dirty="0" err="1">
                          <a:solidFill>
                            <a:schemeClr val="dk1"/>
                          </a:solidFill>
                          <a:latin typeface="+mn-lt"/>
                          <a:ea typeface="+mn-ea"/>
                          <a:cs typeface="Arial"/>
                        </a:rPr>
                        <a:t>datapoints</a:t>
                      </a:r>
                      <a:r>
                        <a:rPr lang="fr-FR" sz="1100" kern="1200" dirty="0">
                          <a:solidFill>
                            <a:schemeClr val="dk1"/>
                          </a:solidFill>
                          <a:latin typeface="+mn-lt"/>
                          <a:ea typeface="+mn-ea"/>
                          <a:cs typeface="Arial"/>
                        </a:rPr>
                        <a:t> (SI comptables, de gestion, prudentiels, moteur de liquidité…)</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Définition de l’architecture cible avec les systèmes remettants et IT</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Développement du moteur de calcul sous </a:t>
                      </a:r>
                      <a:r>
                        <a:rPr lang="fr-FR" sz="1100" kern="1200" dirty="0" err="1">
                          <a:solidFill>
                            <a:schemeClr val="dk1"/>
                          </a:solidFill>
                          <a:latin typeface="+mn-lt"/>
                          <a:ea typeface="+mn-ea"/>
                          <a:cs typeface="Arial"/>
                        </a:rPr>
                        <a:t>alteryx</a:t>
                      </a:r>
                      <a:endParaRPr lang="fr-FR" sz="1100" kern="120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4249048149"/>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Société Générale</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noProof="0" dirty="0">
                          <a:solidFill>
                            <a:schemeClr val="tx1"/>
                          </a:solidFill>
                          <a:latin typeface="Arial" panose="020B0604020202020204" pitchFamily="34" charset="0"/>
                          <a:ea typeface="+mn-ea"/>
                          <a:cs typeface="Arial" panose="020B0604020202020204" pitchFamily="34" charset="0"/>
                        </a:rPr>
                        <a:t>Suite à l’exercice </a:t>
                      </a:r>
                      <a:r>
                        <a:rPr lang="fr-FR" sz="1100" kern="1200" noProof="0" dirty="0" err="1">
                          <a:solidFill>
                            <a:schemeClr val="tx1"/>
                          </a:solidFill>
                          <a:latin typeface="Arial" panose="020B0604020202020204" pitchFamily="34" charset="0"/>
                          <a:ea typeface="+mn-ea"/>
                          <a:cs typeface="Arial" panose="020B0604020202020204" pitchFamily="34" charset="0"/>
                        </a:rPr>
                        <a:t>LiST</a:t>
                      </a:r>
                      <a:r>
                        <a:rPr lang="fr-FR" sz="1100" kern="1200" noProof="0" dirty="0">
                          <a:solidFill>
                            <a:schemeClr val="tx1"/>
                          </a:solidFill>
                          <a:latin typeface="Arial" panose="020B0604020202020204" pitchFamily="34" charset="0"/>
                          <a:ea typeface="+mn-ea"/>
                          <a:cs typeface="Arial" panose="020B0604020202020204" pitchFamily="34" charset="0"/>
                        </a:rPr>
                        <a:t>, lancement de plusieurs initiatives de remédiation dans le cadre du renforcement du dispositif liquidité</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Revue des </a:t>
                      </a:r>
                      <a:r>
                        <a:rPr lang="fr-FR" sz="1100" kern="1200" noProof="0" dirty="0" err="1">
                          <a:solidFill>
                            <a:schemeClr val="dk1"/>
                          </a:solidFill>
                          <a:latin typeface="+mn-lt"/>
                          <a:ea typeface="+mn-ea"/>
                          <a:cs typeface="Arial"/>
                        </a:rPr>
                        <a:t>reporting</a:t>
                      </a:r>
                      <a:r>
                        <a:rPr lang="fr-FR" sz="1100" kern="1200" noProof="0" dirty="0">
                          <a:solidFill>
                            <a:schemeClr val="dk1"/>
                          </a:solidFill>
                          <a:latin typeface="+mn-lt"/>
                          <a:ea typeface="+mn-ea"/>
                          <a:cs typeface="Arial"/>
                        </a:rPr>
                        <a:t> de pilotage de la liquidité au niveau des business unit et du Groupe et mise en place d’indicateurs de pilotage des ratios réglementaires (LCR/NSFR)</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Harmonisation des gaps de liquidité statiques et stressé</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Assistance à la refonte du SI de pilotage de la liquidité </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noProof="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b="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311555948"/>
                  </a:ext>
                </a:extLst>
              </a:tr>
              <a:tr h="1118757">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algn="l" fontAlgn="ctr"/>
                      <a:endParaRPr lang="fr-FR" sz="1000" b="0" i="0" u="none" strike="noStrike" dirty="0">
                        <a:solidFill>
                          <a:srgbClr val="000000"/>
                        </a:solidFill>
                        <a:effectLst/>
                        <a:latin typeface="Arial" panose="020B0604020202020204" pitchFamily="34"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indent="0" algn="l" fontAlgn="t">
                        <a:buFont typeface="Arial" panose="020B0604020202020204" pitchFamily="34" charset="0"/>
                        <a:buNone/>
                      </a:pPr>
                      <a:endParaRPr lang="fr-FR" sz="1100" b="0" i="0" u="none" strike="noStrike" dirty="0">
                        <a:solidFill>
                          <a:srgbClr val="000000"/>
                        </a:solidFill>
                        <a:effectLst/>
                        <a:latin typeface="Arial" panose="020B0604020202020204" pitchFamily="34" charset="0"/>
                      </a:endParaRPr>
                    </a:p>
                  </a:txBody>
                  <a:tcPr marL="7620" marR="7620" marT="7620" marB="0">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852353690"/>
                  </a:ext>
                </a:extLst>
              </a:tr>
            </a:tbl>
          </a:graphicData>
        </a:graphic>
      </p:graphicFrame>
      <p:pic>
        <p:nvPicPr>
          <p:cNvPr id="9" name="Picture Placeholder 12">
            <a:extLst>
              <a:ext uri="{FF2B5EF4-FFF2-40B4-BE49-F238E27FC236}">
                <a16:creationId xmlns:a16="http://schemas.microsoft.com/office/drawing/2014/main" id="{795A3A30-D776-0C9E-195C-223E046D24C1}"/>
              </a:ext>
            </a:extLst>
          </p:cNvPr>
          <p:cNvPicPr>
            <a:picLocks noChangeAspect="1"/>
          </p:cNvPicPr>
          <p:nvPr/>
        </p:nvPicPr>
        <p:blipFill rotWithShape="1">
          <a:blip r:embed="rId5" cstate="print">
            <a:alphaModFix/>
            <a:extLst>
              <a:ext uri="{28A0092B-C50C-407E-A947-70E740481C1C}">
                <a14:useLocalDpi xmlns:a14="http://schemas.microsoft.com/office/drawing/2010/main" val="0"/>
              </a:ext>
            </a:extLst>
          </a:blip>
          <a:srcRect t="-14712" b="-14712"/>
          <a:stretch/>
        </p:blipFill>
        <p:spPr bwMode="gray">
          <a:xfrm>
            <a:off x="676612" y="3475060"/>
            <a:ext cx="1033523" cy="356347"/>
          </a:xfrm>
          <a:prstGeom prst="rect">
            <a:avLst/>
          </a:prstGeom>
          <a:solidFill>
            <a:schemeClr val="bg1"/>
          </a:solidFill>
          <a:ln/>
        </p:spPr>
      </p:pic>
      <p:pic>
        <p:nvPicPr>
          <p:cNvPr id="11" name="Picture 3" descr="Feu vert à la création du groupe bancaire BPCE, un nouveau-né plein  d'ambition">
            <a:extLst>
              <a:ext uri="{FF2B5EF4-FFF2-40B4-BE49-F238E27FC236}">
                <a16:creationId xmlns:a16="http://schemas.microsoft.com/office/drawing/2014/main" id="{DADCF21B-A0BB-077B-EE9D-1FF4963A11F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1233" y="2529610"/>
            <a:ext cx="1144281" cy="4491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2056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E0240027-B419-7F7B-74A1-8BEC4BF9BCF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10" name="think-cell data - do not delete" hidden="1">
                        <a:extLst>
                          <a:ext uri="{FF2B5EF4-FFF2-40B4-BE49-F238E27FC236}">
                            <a16:creationId xmlns:a16="http://schemas.microsoft.com/office/drawing/2014/main" id="{E0240027-B419-7F7B-74A1-8BEC4BF9BC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816B749C-7730-0E48-E95C-A8C8BCCDD0C1}"/>
              </a:ext>
            </a:extLst>
          </p:cNvPr>
          <p:cNvSpPr>
            <a:spLocks noGrp="1"/>
          </p:cNvSpPr>
          <p:nvPr>
            <p:ph type="title"/>
          </p:nvPr>
        </p:nvSpPr>
        <p:spPr/>
        <p:txBody>
          <a:bodyPr vert="horz"/>
          <a:lstStyle/>
          <a:p>
            <a:r>
              <a:rPr lang="fr-FR"/>
              <a:t>Extrait de nos références</a:t>
            </a:r>
          </a:p>
        </p:txBody>
      </p:sp>
      <p:sp>
        <p:nvSpPr>
          <p:cNvPr id="3" name="Espace réservé du numéro de diapositive 2">
            <a:extLst>
              <a:ext uri="{FF2B5EF4-FFF2-40B4-BE49-F238E27FC236}">
                <a16:creationId xmlns:a16="http://schemas.microsoft.com/office/drawing/2014/main" id="{A6A28303-BA13-1BDE-A87F-458C8133D46D}"/>
              </a:ext>
            </a:extLst>
          </p:cNvPr>
          <p:cNvSpPr>
            <a:spLocks noGrp="1"/>
          </p:cNvSpPr>
          <p:nvPr>
            <p:ph type="sldNum" sz="quarter" idx="11"/>
          </p:nvPr>
        </p:nvSpPr>
        <p:spPr/>
        <p:txBody>
          <a:bodyPr/>
          <a:lstStyle/>
          <a:p>
            <a:fld id="{BE9517EC-C298-4848-B090-11602D956FCE}" type="slidenum">
              <a:rPr lang="fr-FR" smtClean="0"/>
              <a:pPr/>
              <a:t>5</a:t>
            </a:fld>
            <a:endParaRPr lang="fr-FR"/>
          </a:p>
        </p:txBody>
      </p:sp>
      <p:sp>
        <p:nvSpPr>
          <p:cNvPr id="4" name="Espace réservé du texte 3">
            <a:extLst>
              <a:ext uri="{FF2B5EF4-FFF2-40B4-BE49-F238E27FC236}">
                <a16:creationId xmlns:a16="http://schemas.microsoft.com/office/drawing/2014/main" id="{2D9E47AB-4CCB-FE19-0A0F-0F3C5814F2B7}"/>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5" name="Tableau 8">
            <a:extLst>
              <a:ext uri="{FF2B5EF4-FFF2-40B4-BE49-F238E27FC236}">
                <a16:creationId xmlns:a16="http://schemas.microsoft.com/office/drawing/2014/main" id="{CA659D41-EFBE-2DB8-2EF8-27CF870D460D}"/>
              </a:ext>
            </a:extLst>
          </p:cNvPr>
          <p:cNvGraphicFramePr>
            <a:graphicFrameLocks/>
          </p:cNvGraphicFramePr>
          <p:nvPr>
            <p:extLst>
              <p:ext uri="{D42A27DB-BD31-4B8C-83A1-F6EECF244321}">
                <p14:modId xmlns:p14="http://schemas.microsoft.com/office/powerpoint/2010/main" val="3532427873"/>
              </p:ext>
            </p:extLst>
          </p:nvPr>
        </p:nvGraphicFramePr>
        <p:xfrm>
          <a:off x="381000" y="1825625"/>
          <a:ext cx="11430002" cy="4064430"/>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pPr algn="ctr"/>
                      <a:r>
                        <a:rPr lang="fr-FR" sz="1400" b="1" noProof="0" dirty="0"/>
                        <a:t>Client</a:t>
                      </a:r>
                    </a:p>
                  </a:txBody>
                  <a:tcPr anchor="ctr">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725442695"/>
                  </a:ext>
                </a:extLst>
              </a:tr>
              <a:tr h="114444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algn="l" fontAlgn="ctr"/>
                      <a:endParaRPr lang="fr-FR" sz="1100" b="0" i="0" u="none" strike="noStrike" dirty="0">
                        <a:solidFill>
                          <a:srgbClr val="000000"/>
                        </a:solidFill>
                        <a:effectLst/>
                        <a:latin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algn="l" fontAlgn="t"/>
                      <a:endParaRPr lang="fr-FR" sz="1100" b="0" i="0" u="none" strike="noStrike" dirty="0">
                        <a:solidFill>
                          <a:srgbClr val="000000"/>
                        </a:solidFill>
                        <a:effectLst/>
                        <a:latin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4249048149"/>
                  </a:ext>
                </a:extLst>
              </a:tr>
              <a:tr h="1301579">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Malakoff Humanis</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algn="l" fontAlgn="ctr"/>
                      <a:r>
                        <a:rPr lang="fr-FR" sz="1100" b="0" i="0" u="none" strike="noStrike" dirty="0">
                          <a:solidFill>
                            <a:srgbClr val="000000"/>
                          </a:solidFill>
                          <a:effectLst/>
                          <a:latin typeface="Arial" panose="020B0604020202020204" pitchFamily="34" charset="0"/>
                        </a:rPr>
                        <a:t>Identification des personnes en ALD et statuts </a:t>
                      </a:r>
                      <a:r>
                        <a:rPr lang="fr-FR" sz="1100" b="0" i="0" u="none" strike="noStrike" dirty="0" err="1">
                          <a:solidFill>
                            <a:srgbClr val="000000"/>
                          </a:solidFill>
                          <a:effectLst/>
                          <a:latin typeface="Arial" panose="020B0604020202020204" pitchFamily="34" charset="0"/>
                        </a:rPr>
                        <a:t>éxonérants</a:t>
                      </a:r>
                      <a:endParaRPr lang="fr-FR" sz="1100" b="0" i="0" u="none" strike="noStrike" dirty="0">
                        <a:solidFill>
                          <a:srgbClr val="000000"/>
                        </a:solidFill>
                        <a:effectLst/>
                        <a:latin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R="0" lvl="0" algn="l" defTabSz="914400" rtl="0" eaLnBrk="1" fontAlgn="auto" latinLnBrk="0" hangingPunct="1">
                        <a:lnSpc>
                          <a:spcPct val="110000"/>
                        </a:lnSpc>
                        <a:spcAft>
                          <a:spcPts val="0"/>
                        </a:spcAft>
                        <a:buClr>
                          <a:srgbClr val="313F4F"/>
                        </a:buClr>
                        <a:buSzPts val="1000"/>
                        <a:tabLst/>
                        <a:defRPr/>
                      </a:pPr>
                      <a:r>
                        <a:rPr lang="fr-FR" sz="1100" dirty="0"/>
                        <a:t>Langage utilisé: SQL</a:t>
                      </a:r>
                    </a:p>
                    <a:p>
                      <a:pPr marL="171450" marR="0" lvl="0" indent="-171450" algn="l" defTabSz="914400" rtl="0" eaLnBrk="1" fontAlgn="auto" latinLnBrk="0" hangingPunct="1">
                        <a:lnSpc>
                          <a:spcPct val="110000"/>
                        </a:lnSpc>
                        <a:spcAft>
                          <a:spcPts val="0"/>
                        </a:spcAft>
                        <a:buClr>
                          <a:srgbClr val="313F4F"/>
                        </a:buClr>
                        <a:buSzPts val="1000"/>
                        <a:buFont typeface="Arial" panose="020B0604020202020204" pitchFamily="34" charset="0"/>
                        <a:buChar char="•"/>
                        <a:tabLst/>
                        <a:defRPr/>
                      </a:pPr>
                      <a:r>
                        <a:rPr lang="fr-FR" sz="1100" dirty="0"/>
                        <a:t>Identification des personnes en ALD (Affection Longue Durée) ou statuts exonérants </a:t>
                      </a:r>
                    </a:p>
                    <a:p>
                      <a:pPr marL="171450" marR="0" lvl="0" indent="-171450" algn="l" defTabSz="914400" rtl="0" eaLnBrk="1" fontAlgn="auto" latinLnBrk="0" hangingPunct="1">
                        <a:lnSpc>
                          <a:spcPct val="110000"/>
                        </a:lnSpc>
                        <a:spcAft>
                          <a:spcPts val="0"/>
                        </a:spcAft>
                        <a:buClr>
                          <a:srgbClr val="313F4F"/>
                        </a:buClr>
                        <a:buSzPts val="1000"/>
                        <a:buFont typeface="Arial" panose="020B0604020202020204" pitchFamily="34" charset="0"/>
                        <a:buChar char="•"/>
                        <a:tabLst/>
                        <a:defRPr/>
                      </a:pPr>
                      <a:r>
                        <a:rPr lang="fr-FR" sz="1100" dirty="0"/>
                        <a:t>Création de score ou de modèle sous </a:t>
                      </a:r>
                      <a:r>
                        <a:rPr lang="fr-FR" sz="1100" dirty="0" err="1"/>
                        <a:t>Dataiku</a:t>
                      </a:r>
                      <a:r>
                        <a:rPr lang="fr-FR" sz="1100" dirty="0"/>
                        <a:t> DSS </a:t>
                      </a:r>
                    </a:p>
                    <a:p>
                      <a:pPr marL="171450" marR="0" lvl="0" indent="-171450" algn="l" defTabSz="914400" rtl="0" eaLnBrk="1" fontAlgn="auto" latinLnBrk="0" hangingPunct="1">
                        <a:lnSpc>
                          <a:spcPct val="110000"/>
                        </a:lnSpc>
                        <a:spcAft>
                          <a:spcPts val="0"/>
                        </a:spcAft>
                        <a:buClr>
                          <a:srgbClr val="313F4F"/>
                        </a:buClr>
                        <a:buSzPts val="1000"/>
                        <a:buFont typeface="Arial" panose="020B0604020202020204" pitchFamily="34" charset="0"/>
                        <a:buChar char="•"/>
                        <a:tabLst/>
                        <a:defRPr/>
                      </a:pPr>
                      <a:r>
                        <a:rPr lang="fr-FR" sz="1100" dirty="0"/>
                        <a:t>Implémentation de règles métiers via des tables de paramétrages </a:t>
                      </a:r>
                    </a:p>
                    <a:p>
                      <a:pPr marL="171450" marR="0" lvl="0" indent="-171450" algn="l" defTabSz="914400" rtl="0" eaLnBrk="1" fontAlgn="auto" latinLnBrk="0" hangingPunct="1">
                        <a:lnSpc>
                          <a:spcPct val="110000"/>
                        </a:lnSpc>
                        <a:spcAft>
                          <a:spcPts val="0"/>
                        </a:spcAft>
                        <a:buClr>
                          <a:srgbClr val="313F4F"/>
                        </a:buClr>
                        <a:buSzPts val="1000"/>
                        <a:buFont typeface="Arial" panose="020B0604020202020204" pitchFamily="34" charset="0"/>
                        <a:buChar char="•"/>
                        <a:tabLst/>
                        <a:defRPr/>
                      </a:pPr>
                      <a:r>
                        <a:rPr lang="fr-FR" sz="1100" dirty="0"/>
                        <a:t>Nettoyage de données et création d'indicateur </a:t>
                      </a:r>
                    </a:p>
                    <a:p>
                      <a:pPr marL="171450" marR="0" lvl="0" indent="-171450" algn="l" defTabSz="914400" rtl="0" eaLnBrk="1" fontAlgn="auto" latinLnBrk="0" hangingPunct="1">
                        <a:lnSpc>
                          <a:spcPct val="110000"/>
                        </a:lnSpc>
                        <a:spcAft>
                          <a:spcPts val="0"/>
                        </a:spcAft>
                        <a:buClr>
                          <a:srgbClr val="313F4F"/>
                        </a:buClr>
                        <a:buSzPts val="1000"/>
                        <a:buFont typeface="Arial" panose="020B0604020202020204" pitchFamily="34" charset="0"/>
                        <a:buChar char="•"/>
                        <a:tabLst/>
                        <a:defRPr/>
                      </a:pPr>
                      <a:r>
                        <a:rPr lang="fr-FR" sz="1100" dirty="0"/>
                        <a:t>Utilisation d'API pour récupérer ou pousser des données</a:t>
                      </a:r>
                      <a:endParaRPr lang="fr-FR" sz="1100" b="1" dirty="0">
                        <a:solidFill>
                          <a:srgbClr val="000000"/>
                        </a:solidFill>
                        <a:latin typeface="+mn-lt"/>
                        <a:sym typeface="Arial"/>
                      </a:endParaRPr>
                    </a:p>
                  </a:txBody>
                  <a:tcPr marL="0" marR="0" marT="0" marB="0"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125027618"/>
                  </a:ext>
                </a:extLst>
              </a:tr>
              <a:tr h="1301579">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algn="l" fontAlgn="ctr"/>
                      <a:endParaRPr lang="fr-FR" sz="1100" b="0" i="0" u="none" strike="noStrike">
                        <a:solidFill>
                          <a:srgbClr val="000000"/>
                        </a:solidFill>
                        <a:effectLst/>
                        <a:latin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1450" marR="0" lvl="0" indent="-171450" algn="l" defTabSz="914400" rtl="0" eaLnBrk="1" fontAlgn="auto" latinLnBrk="0" hangingPunct="1">
                        <a:lnSpc>
                          <a:spcPct val="110000"/>
                        </a:lnSpc>
                        <a:spcAft>
                          <a:spcPts val="0"/>
                        </a:spcAft>
                        <a:buClr>
                          <a:srgbClr val="313F4F"/>
                        </a:buClr>
                        <a:buSzPts val="1000"/>
                        <a:buFont typeface="Arial" panose="020B0604020202020204" pitchFamily="34" charset="0"/>
                        <a:buChar char="•"/>
                        <a:tabLst/>
                        <a:defRPr/>
                      </a:pPr>
                      <a:endParaRPr lang="fr-FR" sz="1100" b="1" dirty="0">
                        <a:solidFill>
                          <a:srgbClr val="000000"/>
                        </a:solidFill>
                        <a:latin typeface="+mn-lt"/>
                        <a:sym typeface="Arial"/>
                      </a:endParaRPr>
                    </a:p>
                  </a:txBody>
                  <a:tcPr marL="0" marR="0" marT="0" marB="0"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730631887"/>
                  </a:ext>
                </a:extLst>
              </a:tr>
            </a:tbl>
          </a:graphicData>
        </a:graphic>
      </p:graphicFrame>
      <p:pic>
        <p:nvPicPr>
          <p:cNvPr id="6" name="Image 5" descr="Une image contenant dessin&#10;&#10;Description générée automatiquement">
            <a:extLst>
              <a:ext uri="{FF2B5EF4-FFF2-40B4-BE49-F238E27FC236}">
                <a16:creationId xmlns:a16="http://schemas.microsoft.com/office/drawing/2014/main" id="{20A80DFE-091A-F306-8687-A29B47C4CA9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6031" y="3698789"/>
            <a:ext cx="1312111" cy="479858"/>
          </a:xfrm>
          <a:prstGeom prst="rect">
            <a:avLst/>
          </a:prstGeom>
        </p:spPr>
      </p:pic>
    </p:spTree>
    <p:extLst>
      <p:ext uri="{BB962C8B-B14F-4D97-AF65-F5344CB8AC3E}">
        <p14:creationId xmlns:p14="http://schemas.microsoft.com/office/powerpoint/2010/main" val="135662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NUM" val="6"/>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NUM" val="6"/>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NUM" val="6"/>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023 03_ACI partners">
  <a:themeElements>
    <a:clrScheme name="Personnalisé 5">
      <a:dk1>
        <a:srgbClr val="000000"/>
      </a:dk1>
      <a:lt1>
        <a:srgbClr val="FFFFFF"/>
      </a:lt1>
      <a:dk2>
        <a:srgbClr val="313F4F"/>
      </a:dk2>
      <a:lt2>
        <a:srgbClr val="F2F2F2"/>
      </a:lt2>
      <a:accent1>
        <a:srgbClr val="313F4F"/>
      </a:accent1>
      <a:accent2>
        <a:srgbClr val="425468"/>
      </a:accent2>
      <a:accent3>
        <a:srgbClr val="8295AE"/>
      </a:accent3>
      <a:accent4>
        <a:srgbClr val="678BA9"/>
      </a:accent4>
      <a:accent5>
        <a:srgbClr val="FA803D"/>
      </a:accent5>
      <a:accent6>
        <a:srgbClr val="FAEB37"/>
      </a:accent6>
      <a:hlink>
        <a:srgbClr val="8297B0"/>
      </a:hlink>
      <a:folHlink>
        <a:srgbClr val="678BA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2023 03_ACI partners" id="{C2E85A24-EC8A-44BD-934F-B55D994E1818}" vid="{048C62D8-7484-4431-9444-855DECC00AE4}"/>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EA5923CF42828478025696259AFA44C" ma:contentTypeVersion="13" ma:contentTypeDescription="Create a new document." ma:contentTypeScope="" ma:versionID="bc6f69bf5c0fab46b0890501e777c6a1">
  <xsd:schema xmlns:xsd="http://www.w3.org/2001/XMLSchema" xmlns:xs="http://www.w3.org/2001/XMLSchema" xmlns:p="http://schemas.microsoft.com/office/2006/metadata/properties" xmlns:ns2="b662136d-f4c7-4ecd-aecf-392677ef4b39" xmlns:ns3="5438b2ed-c33a-4943-80d4-1eb1a51ca64d" targetNamespace="http://schemas.microsoft.com/office/2006/metadata/properties" ma:root="true" ma:fieldsID="c6656d7fccc761501876d40b0bdff1b8" ns2:_="" ns3:_="">
    <xsd:import namespace="b662136d-f4c7-4ecd-aecf-392677ef4b39"/>
    <xsd:import namespace="5438b2ed-c33a-4943-80d4-1eb1a51ca64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62136d-f4c7-4ecd-aecf-392677ef4b3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9c4cb228-3045-4ce0-a5ba-35060aea63d2" ma:termSetId="09814cd3-568e-fe90-9814-8d621ff8fb84" ma:anchorId="fba54fb3-c3e1-fe81-a776-ca4b69148c4d" ma:open="true" ma:isKeyword="false">
      <xsd:complexType>
        <xsd:sequence>
          <xsd:element ref="pc:Terms" minOccurs="0" maxOccurs="1"/>
        </xsd:sequence>
      </xsd:complexType>
    </xsd:element>
    <xsd:element name="MediaServiceLocation" ma:index="19" nillable="true" ma:displayName="Location" ma:indexed="true"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438b2ed-c33a-4943-80d4-1eb1a51ca64d"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c9b42586-e577-452a-859a-b23ae595a161}" ma:internalName="TaxCatchAll" ma:showField="CatchAllData" ma:web="5438b2ed-c33a-4943-80d4-1eb1a51ca64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662136d-f4c7-4ecd-aecf-392677ef4b39">
      <Terms xmlns="http://schemas.microsoft.com/office/infopath/2007/PartnerControls"/>
    </lcf76f155ced4ddcb4097134ff3c332f>
    <TaxCatchAll xmlns="5438b2ed-c33a-4943-80d4-1eb1a51ca64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AFFEE72-B565-4165-926E-51E7E0A590B0}"/>
</file>

<file path=customXml/itemProps2.xml><?xml version="1.0" encoding="utf-8"?>
<ds:datastoreItem xmlns:ds="http://schemas.openxmlformats.org/officeDocument/2006/customXml" ds:itemID="{14B2C9DB-0A57-4B63-9B2F-1F2577DE39DB}">
  <ds:schemaRefs>
    <ds:schemaRef ds:uri="4f6f44f4-5674-4c2b-bc40-55542a1e461f"/>
    <ds:schemaRef ds:uri="93f4ea96-aa74-42f7-9ee2-d0081040e0e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b662136d-f4c7-4ecd-aecf-392677ef4b39"/>
    <ds:schemaRef ds:uri="5438b2ed-c33a-4943-80d4-1eb1a51ca64d"/>
  </ds:schemaRefs>
</ds:datastoreItem>
</file>

<file path=customXml/itemProps3.xml><?xml version="1.0" encoding="utf-8"?>
<ds:datastoreItem xmlns:ds="http://schemas.openxmlformats.org/officeDocument/2006/customXml" ds:itemID="{1783928A-16BB-46DD-99FA-B3F8B6A54A9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Default Theme</Template>
  <TotalTime>0</TotalTime>
  <Words>962</Words>
  <Application>Microsoft Office PowerPoint</Application>
  <PresentationFormat>Widescreen</PresentationFormat>
  <Paragraphs>86</Paragraphs>
  <Slides>5</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5</vt:i4>
      </vt:variant>
    </vt:vector>
  </HeadingPairs>
  <TitlesOfParts>
    <vt:vector size="10" baseType="lpstr">
      <vt:lpstr>Arial</vt:lpstr>
      <vt:lpstr>Calibri</vt:lpstr>
      <vt:lpstr>Raleway</vt:lpstr>
      <vt:lpstr>2023 03_ACI partners</vt:lpstr>
      <vt:lpstr>think-cell Slide</vt:lpstr>
      <vt:lpstr>Extrait de nos références</vt:lpstr>
      <vt:lpstr>Extrait de nos références</vt:lpstr>
      <vt:lpstr>Extrait de nos références</vt:lpstr>
      <vt:lpstr>Extrait de nos références</vt:lpstr>
      <vt:lpstr>Extrait de nos références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Accelerate Collective Intelligence</dc:title>
  <dc:creator>Adrien Pina</dc:creator>
  <cp:lastModifiedBy>Ismaël LICER</cp:lastModifiedBy>
  <cp:revision>21</cp:revision>
  <dcterms:created xsi:type="dcterms:W3CDTF">2023-09-06T09:59:04Z</dcterms:created>
  <dcterms:modified xsi:type="dcterms:W3CDTF">2025-04-17T15:22:04Z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0x010100AEA5923CF42828478025696259AFA44C</vt:lpwstr>
  </property>
  <property fmtid="{D5CDD505-2E9C-101B-9397-08002B2CF9AE}" pid="4" name="Order">
    <vt:r8>1599000</vt:r8>
  </property>
  <property fmtid="{D5CDD505-2E9C-101B-9397-08002B2CF9AE}" pid="5" name="xd_Signature">
    <vt:bool>false</vt:bool>
  </property>
  <property fmtid="{D5CDD505-2E9C-101B-9397-08002B2CF9AE}" pid="6" name="SharedWithUsers">
    <vt:lpwstr>1456;#Diana-Alexandra Stan;#1333;#Laurent Wlodarczyk;#16;#Vincent Falgéras;#1359;#Catalin Irimia;#53;#Moïse Gueye;#12;#Adrien Pina;#32;#Damien Maniere</vt:lpwstr>
  </property>
  <property fmtid="{D5CDD505-2E9C-101B-9397-08002B2CF9AE}" pid="7" name="xd_ProgID">
    <vt:lpwstr/>
  </property>
  <property fmtid="{D5CDD505-2E9C-101B-9397-08002B2CF9AE}" pid="8" name="ComplianceAssetId">
    <vt:lpwstr/>
  </property>
  <property fmtid="{D5CDD505-2E9C-101B-9397-08002B2CF9AE}" pid="9" name="TemplateUrl">
    <vt:lpwstr/>
  </property>
  <property fmtid="{D5CDD505-2E9C-101B-9397-08002B2CF9AE}" pid="10" name="_ExtendedDescription">
    <vt:lpwstr/>
  </property>
  <property fmtid="{D5CDD505-2E9C-101B-9397-08002B2CF9AE}" pid="11" name="TriggerFlowInfo">
    <vt:lpwstr/>
  </property>
</Properties>
</file>