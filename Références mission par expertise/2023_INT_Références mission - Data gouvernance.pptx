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2.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1.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sldIdLst>
    <p:sldId id="2147378320" r:id="rId5"/>
    <p:sldId id="2147378322" r:id="rId6"/>
    <p:sldId id="2147378323" r:id="rId7"/>
    <p:sldId id="2147378326" r:id="rId8"/>
    <p:sldId id="2147378327" r:id="rId9"/>
    <p:sldId id="2147378333" r:id="rId10"/>
    <p:sldId id="2147378335" r:id="rId11"/>
    <p:sldId id="2147378336" r:id="rId12"/>
    <p:sldId id="2147378337" r:id="rId13"/>
    <p:sldId id="2147378654" r:id="rId14"/>
    <p:sldId id="2147378655" r:id="rId15"/>
    <p:sldId id="2147378656" r:id="rId16"/>
  </p:sldIdLst>
  <p:sldSz cx="12192000" cy="6858000"/>
  <p:notesSz cx="6858000" cy="9144000"/>
  <p:custDataLst>
    <p:tags r:id="rId18"/>
  </p:custData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EC9D42-81F6-4B8B-8873-0A2EE6B0A388}" v="12" dt="2024-05-21T09:42:10.1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01" y="4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éni BEN MRAD" userId="29e18123-af16-4e2b-8963-6a004e026def" providerId="ADAL" clId="{78E63A4E-AD4F-490C-8E4A-EEC435BAB616}"/>
    <pc:docChg chg="undo custSel addSld delSld modSld sldOrd modSection">
      <pc:chgData name="Héni BEN MRAD" userId="29e18123-af16-4e2b-8963-6a004e026def" providerId="ADAL" clId="{78E63A4E-AD4F-490C-8E4A-EEC435BAB616}" dt="2024-05-16T07:28:05.329" v="34"/>
      <pc:docMkLst>
        <pc:docMk/>
      </pc:docMkLst>
      <pc:sldChg chg="modSp mod">
        <pc:chgData name="Héni BEN MRAD" userId="29e18123-af16-4e2b-8963-6a004e026def" providerId="ADAL" clId="{78E63A4E-AD4F-490C-8E4A-EEC435BAB616}" dt="2024-05-15T08:31:24.252" v="1" actId="1076"/>
        <pc:sldMkLst>
          <pc:docMk/>
          <pc:sldMk cId="17159160" sldId="2147378656"/>
        </pc:sldMkLst>
        <pc:graphicFrameChg chg="mod">
          <ac:chgData name="Héni BEN MRAD" userId="29e18123-af16-4e2b-8963-6a004e026def" providerId="ADAL" clId="{78E63A4E-AD4F-490C-8E4A-EEC435BAB616}" dt="2024-05-15T08:31:24.252" v="1" actId="1076"/>
          <ac:graphicFrameMkLst>
            <pc:docMk/>
            <pc:sldMk cId="17159160" sldId="2147378656"/>
            <ac:graphicFrameMk id="5" creationId="{CA659D41-EFBE-2DB8-2EF8-27CF870D460D}"/>
          </ac:graphicFrameMkLst>
        </pc:graphicFrameChg>
      </pc:sldChg>
      <pc:sldChg chg="add">
        <pc:chgData name="Héni BEN MRAD" userId="29e18123-af16-4e2b-8963-6a004e026def" providerId="ADAL" clId="{78E63A4E-AD4F-490C-8E4A-EEC435BAB616}" dt="2024-05-16T07:06:45.009" v="4"/>
        <pc:sldMkLst>
          <pc:docMk/>
          <pc:sldMk cId="3229247021" sldId="2147378662"/>
        </pc:sldMkLst>
      </pc:sldChg>
      <pc:sldChg chg="add">
        <pc:chgData name="Héni BEN MRAD" userId="29e18123-af16-4e2b-8963-6a004e026def" providerId="ADAL" clId="{78E63A4E-AD4F-490C-8E4A-EEC435BAB616}" dt="2024-05-16T07:06:45.009" v="4"/>
        <pc:sldMkLst>
          <pc:docMk/>
          <pc:sldMk cId="3596813283" sldId="2147378663"/>
        </pc:sldMkLst>
      </pc:sldChg>
      <pc:sldChg chg="add">
        <pc:chgData name="Héni BEN MRAD" userId="29e18123-af16-4e2b-8963-6a004e026def" providerId="ADAL" clId="{78E63A4E-AD4F-490C-8E4A-EEC435BAB616}" dt="2024-05-16T07:06:45.009" v="4"/>
        <pc:sldMkLst>
          <pc:docMk/>
          <pc:sldMk cId="236498837" sldId="2147378664"/>
        </pc:sldMkLst>
      </pc:sldChg>
      <pc:sldChg chg="add">
        <pc:chgData name="Héni BEN MRAD" userId="29e18123-af16-4e2b-8963-6a004e026def" providerId="ADAL" clId="{78E63A4E-AD4F-490C-8E4A-EEC435BAB616}" dt="2024-05-16T07:06:45.009" v="4"/>
        <pc:sldMkLst>
          <pc:docMk/>
          <pc:sldMk cId="2553861569" sldId="2147378665"/>
        </pc:sldMkLst>
      </pc:sldChg>
      <pc:sldChg chg="add">
        <pc:chgData name="Héni BEN MRAD" userId="29e18123-af16-4e2b-8963-6a004e026def" providerId="ADAL" clId="{78E63A4E-AD4F-490C-8E4A-EEC435BAB616}" dt="2024-05-16T07:06:45.009" v="4"/>
        <pc:sldMkLst>
          <pc:docMk/>
          <pc:sldMk cId="578661884" sldId="2147378668"/>
        </pc:sldMkLst>
      </pc:sldChg>
      <pc:sldChg chg="add">
        <pc:chgData name="Héni BEN MRAD" userId="29e18123-af16-4e2b-8963-6a004e026def" providerId="ADAL" clId="{78E63A4E-AD4F-490C-8E4A-EEC435BAB616}" dt="2024-05-16T07:06:45.009" v="4"/>
        <pc:sldMkLst>
          <pc:docMk/>
          <pc:sldMk cId="405728382" sldId="2147378669"/>
        </pc:sldMkLst>
      </pc:sldChg>
      <pc:sldChg chg="add">
        <pc:chgData name="Héni BEN MRAD" userId="29e18123-af16-4e2b-8963-6a004e026def" providerId="ADAL" clId="{78E63A4E-AD4F-490C-8E4A-EEC435BAB616}" dt="2024-05-16T07:06:45.009" v="4"/>
        <pc:sldMkLst>
          <pc:docMk/>
          <pc:sldMk cId="443201548" sldId="2147378670"/>
        </pc:sldMkLst>
      </pc:sldChg>
      <pc:sldChg chg="add">
        <pc:chgData name="Héni BEN MRAD" userId="29e18123-af16-4e2b-8963-6a004e026def" providerId="ADAL" clId="{78E63A4E-AD4F-490C-8E4A-EEC435BAB616}" dt="2024-05-16T07:06:45.009" v="4"/>
        <pc:sldMkLst>
          <pc:docMk/>
          <pc:sldMk cId="3785727531" sldId="2147378672"/>
        </pc:sldMkLst>
      </pc:sldChg>
      <pc:sldChg chg="add">
        <pc:chgData name="Héni BEN MRAD" userId="29e18123-af16-4e2b-8963-6a004e026def" providerId="ADAL" clId="{78E63A4E-AD4F-490C-8E4A-EEC435BAB616}" dt="2024-05-16T07:06:45.009" v="4"/>
        <pc:sldMkLst>
          <pc:docMk/>
          <pc:sldMk cId="560049709" sldId="2147378673"/>
        </pc:sldMkLst>
      </pc:sldChg>
      <pc:sldChg chg="add">
        <pc:chgData name="Héni BEN MRAD" userId="29e18123-af16-4e2b-8963-6a004e026def" providerId="ADAL" clId="{78E63A4E-AD4F-490C-8E4A-EEC435BAB616}" dt="2024-05-16T07:07:24.590" v="5"/>
        <pc:sldMkLst>
          <pc:docMk/>
          <pc:sldMk cId="3600413362" sldId="2147378674"/>
        </pc:sldMkLst>
      </pc:sldChg>
      <pc:sldChg chg="add">
        <pc:chgData name="Héni BEN MRAD" userId="29e18123-af16-4e2b-8963-6a004e026def" providerId="ADAL" clId="{78E63A4E-AD4F-490C-8E4A-EEC435BAB616}" dt="2024-05-16T07:07:24.590" v="5"/>
        <pc:sldMkLst>
          <pc:docMk/>
          <pc:sldMk cId="4230165508" sldId="2147378676"/>
        </pc:sldMkLst>
      </pc:sldChg>
      <pc:sldChg chg="add">
        <pc:chgData name="Héni BEN MRAD" userId="29e18123-af16-4e2b-8963-6a004e026def" providerId="ADAL" clId="{78E63A4E-AD4F-490C-8E4A-EEC435BAB616}" dt="2024-05-16T07:07:24.590" v="5"/>
        <pc:sldMkLst>
          <pc:docMk/>
          <pc:sldMk cId="53351736" sldId="2147378678"/>
        </pc:sldMkLst>
      </pc:sldChg>
      <pc:sldChg chg="add">
        <pc:chgData name="Héni BEN MRAD" userId="29e18123-af16-4e2b-8963-6a004e026def" providerId="ADAL" clId="{78E63A4E-AD4F-490C-8E4A-EEC435BAB616}" dt="2024-05-16T07:07:24.590" v="5"/>
        <pc:sldMkLst>
          <pc:docMk/>
          <pc:sldMk cId="3481359237" sldId="2147378679"/>
        </pc:sldMkLst>
      </pc:sldChg>
      <pc:sldChg chg="add">
        <pc:chgData name="Héni BEN MRAD" userId="29e18123-af16-4e2b-8963-6a004e026def" providerId="ADAL" clId="{78E63A4E-AD4F-490C-8E4A-EEC435BAB616}" dt="2024-05-16T07:07:24.590" v="5"/>
        <pc:sldMkLst>
          <pc:docMk/>
          <pc:sldMk cId="3151729791" sldId="2147378681"/>
        </pc:sldMkLst>
      </pc:sldChg>
      <pc:sldChg chg="add">
        <pc:chgData name="Héni BEN MRAD" userId="29e18123-af16-4e2b-8963-6a004e026def" providerId="ADAL" clId="{78E63A4E-AD4F-490C-8E4A-EEC435BAB616}" dt="2024-05-16T07:07:24.590" v="5"/>
        <pc:sldMkLst>
          <pc:docMk/>
          <pc:sldMk cId="2425987383" sldId="2147378683"/>
        </pc:sldMkLst>
      </pc:sldChg>
      <pc:sldChg chg="add">
        <pc:chgData name="Héni BEN MRAD" userId="29e18123-af16-4e2b-8963-6a004e026def" providerId="ADAL" clId="{78E63A4E-AD4F-490C-8E4A-EEC435BAB616}" dt="2024-05-16T07:07:24.590" v="5"/>
        <pc:sldMkLst>
          <pc:docMk/>
          <pc:sldMk cId="2868947623" sldId="2147378684"/>
        </pc:sldMkLst>
      </pc:sldChg>
      <pc:sldChg chg="add">
        <pc:chgData name="Héni BEN MRAD" userId="29e18123-af16-4e2b-8963-6a004e026def" providerId="ADAL" clId="{78E63A4E-AD4F-490C-8E4A-EEC435BAB616}" dt="2024-05-16T07:07:24.590" v="5"/>
        <pc:sldMkLst>
          <pc:docMk/>
          <pc:sldMk cId="3882209703" sldId="2147378686"/>
        </pc:sldMkLst>
      </pc:sldChg>
      <pc:sldChg chg="add">
        <pc:chgData name="Héni BEN MRAD" userId="29e18123-af16-4e2b-8963-6a004e026def" providerId="ADAL" clId="{78E63A4E-AD4F-490C-8E4A-EEC435BAB616}" dt="2024-05-16T07:07:24.590" v="5"/>
        <pc:sldMkLst>
          <pc:docMk/>
          <pc:sldMk cId="3955142616" sldId="2147378687"/>
        </pc:sldMkLst>
      </pc:sldChg>
      <pc:sldChg chg="add">
        <pc:chgData name="Héni BEN MRAD" userId="29e18123-af16-4e2b-8963-6a004e026def" providerId="ADAL" clId="{78E63A4E-AD4F-490C-8E4A-EEC435BAB616}" dt="2024-05-16T07:07:24.590" v="5"/>
        <pc:sldMkLst>
          <pc:docMk/>
          <pc:sldMk cId="3199446170" sldId="2147378689"/>
        </pc:sldMkLst>
      </pc:sldChg>
      <pc:sldChg chg="add">
        <pc:chgData name="Héni BEN MRAD" userId="29e18123-af16-4e2b-8963-6a004e026def" providerId="ADAL" clId="{78E63A4E-AD4F-490C-8E4A-EEC435BAB616}" dt="2024-05-16T07:07:24.590" v="5"/>
        <pc:sldMkLst>
          <pc:docMk/>
          <pc:sldMk cId="3121991331" sldId="2147378690"/>
        </pc:sldMkLst>
      </pc:sldChg>
      <pc:sldChg chg="add del">
        <pc:chgData name="Héni BEN MRAD" userId="29e18123-af16-4e2b-8963-6a004e026def" providerId="ADAL" clId="{78E63A4E-AD4F-490C-8E4A-EEC435BAB616}" dt="2024-05-16T07:11:47.685" v="31"/>
        <pc:sldMkLst>
          <pc:docMk/>
          <pc:sldMk cId="92800247" sldId="2147378691"/>
        </pc:sldMkLst>
      </pc:sldChg>
      <pc:sldChg chg="add del">
        <pc:chgData name="Héni BEN MRAD" userId="29e18123-af16-4e2b-8963-6a004e026def" providerId="ADAL" clId="{78E63A4E-AD4F-490C-8E4A-EEC435BAB616}" dt="2024-05-16T07:10:15.912" v="8" actId="47"/>
        <pc:sldMkLst>
          <pc:docMk/>
          <pc:sldMk cId="484516163" sldId="2147378691"/>
        </pc:sldMkLst>
      </pc:sldChg>
      <pc:sldChg chg="add del">
        <pc:chgData name="Héni BEN MRAD" userId="29e18123-af16-4e2b-8963-6a004e026def" providerId="ADAL" clId="{78E63A4E-AD4F-490C-8E4A-EEC435BAB616}" dt="2024-05-16T07:11:47.685" v="31"/>
        <pc:sldMkLst>
          <pc:docMk/>
          <pc:sldMk cId="3327284772" sldId="2147378692"/>
        </pc:sldMkLst>
      </pc:sldChg>
      <pc:sldChg chg="add del">
        <pc:chgData name="Héni BEN MRAD" userId="29e18123-af16-4e2b-8963-6a004e026def" providerId="ADAL" clId="{78E63A4E-AD4F-490C-8E4A-EEC435BAB616}" dt="2024-05-16T07:10:17.555" v="9" actId="47"/>
        <pc:sldMkLst>
          <pc:docMk/>
          <pc:sldMk cId="3785935496" sldId="2147378692"/>
        </pc:sldMkLst>
      </pc:sldChg>
      <pc:sldChg chg="add del">
        <pc:chgData name="Héni BEN MRAD" userId="29e18123-af16-4e2b-8963-6a004e026def" providerId="ADAL" clId="{78E63A4E-AD4F-490C-8E4A-EEC435BAB616}" dt="2024-05-16T07:10:18.352" v="10" actId="47"/>
        <pc:sldMkLst>
          <pc:docMk/>
          <pc:sldMk cId="269473791" sldId="2147378693"/>
        </pc:sldMkLst>
      </pc:sldChg>
      <pc:sldChg chg="add del">
        <pc:chgData name="Héni BEN MRAD" userId="29e18123-af16-4e2b-8963-6a004e026def" providerId="ADAL" clId="{78E63A4E-AD4F-490C-8E4A-EEC435BAB616}" dt="2024-05-16T07:11:47.685" v="31"/>
        <pc:sldMkLst>
          <pc:docMk/>
          <pc:sldMk cId="456009956" sldId="2147378694"/>
        </pc:sldMkLst>
      </pc:sldChg>
      <pc:sldChg chg="add del">
        <pc:chgData name="Héni BEN MRAD" userId="29e18123-af16-4e2b-8963-6a004e026def" providerId="ADAL" clId="{78E63A4E-AD4F-490C-8E4A-EEC435BAB616}" dt="2024-05-16T07:10:19.166" v="11" actId="47"/>
        <pc:sldMkLst>
          <pc:docMk/>
          <pc:sldMk cId="1313836966" sldId="2147378694"/>
        </pc:sldMkLst>
      </pc:sldChg>
      <pc:sldChg chg="add del">
        <pc:chgData name="Héni BEN MRAD" userId="29e18123-af16-4e2b-8963-6a004e026def" providerId="ADAL" clId="{78E63A4E-AD4F-490C-8E4A-EEC435BAB616}" dt="2024-05-16T07:10:19.998" v="12" actId="47"/>
        <pc:sldMkLst>
          <pc:docMk/>
          <pc:sldMk cId="3333659444" sldId="2147378695"/>
        </pc:sldMkLst>
      </pc:sldChg>
      <pc:sldChg chg="add del">
        <pc:chgData name="Héni BEN MRAD" userId="29e18123-af16-4e2b-8963-6a004e026def" providerId="ADAL" clId="{78E63A4E-AD4F-490C-8E4A-EEC435BAB616}" dt="2024-05-16T07:10:20.664" v="13" actId="47"/>
        <pc:sldMkLst>
          <pc:docMk/>
          <pc:sldMk cId="1725248626" sldId="2147378696"/>
        </pc:sldMkLst>
      </pc:sldChg>
      <pc:sldChg chg="add del">
        <pc:chgData name="Héni BEN MRAD" userId="29e18123-af16-4e2b-8963-6a004e026def" providerId="ADAL" clId="{78E63A4E-AD4F-490C-8E4A-EEC435BAB616}" dt="2024-05-16T07:11:47.685" v="31"/>
        <pc:sldMkLst>
          <pc:docMk/>
          <pc:sldMk cId="2645575117" sldId="2147378696"/>
        </pc:sldMkLst>
      </pc:sldChg>
      <pc:sldChg chg="add del">
        <pc:chgData name="Héni BEN MRAD" userId="29e18123-af16-4e2b-8963-6a004e026def" providerId="ADAL" clId="{78E63A4E-AD4F-490C-8E4A-EEC435BAB616}" dt="2024-05-16T07:10:21.493" v="14" actId="47"/>
        <pc:sldMkLst>
          <pc:docMk/>
          <pc:sldMk cId="2244888204" sldId="2147378697"/>
        </pc:sldMkLst>
      </pc:sldChg>
      <pc:sldChg chg="add del">
        <pc:chgData name="Héni BEN MRAD" userId="29e18123-af16-4e2b-8963-6a004e026def" providerId="ADAL" clId="{78E63A4E-AD4F-490C-8E4A-EEC435BAB616}" dt="2024-05-16T07:10:22.179" v="15" actId="47"/>
        <pc:sldMkLst>
          <pc:docMk/>
          <pc:sldMk cId="149892603" sldId="2147378698"/>
        </pc:sldMkLst>
      </pc:sldChg>
      <pc:sldChg chg="add del">
        <pc:chgData name="Héni BEN MRAD" userId="29e18123-af16-4e2b-8963-6a004e026def" providerId="ADAL" clId="{78E63A4E-AD4F-490C-8E4A-EEC435BAB616}" dt="2024-05-16T07:11:47.685" v="31"/>
        <pc:sldMkLst>
          <pc:docMk/>
          <pc:sldMk cId="353131440" sldId="2147378698"/>
        </pc:sldMkLst>
      </pc:sldChg>
      <pc:sldChg chg="add del">
        <pc:chgData name="Héni BEN MRAD" userId="29e18123-af16-4e2b-8963-6a004e026def" providerId="ADAL" clId="{78E63A4E-AD4F-490C-8E4A-EEC435BAB616}" dt="2024-05-16T07:10:22.874" v="16" actId="47"/>
        <pc:sldMkLst>
          <pc:docMk/>
          <pc:sldMk cId="1058382084" sldId="2147378699"/>
        </pc:sldMkLst>
      </pc:sldChg>
      <pc:sldChg chg="add del">
        <pc:chgData name="Héni BEN MRAD" userId="29e18123-af16-4e2b-8963-6a004e026def" providerId="ADAL" clId="{78E63A4E-AD4F-490C-8E4A-EEC435BAB616}" dt="2024-05-16T07:10:23.492" v="17" actId="47"/>
        <pc:sldMkLst>
          <pc:docMk/>
          <pc:sldMk cId="1368798832" sldId="2147378700"/>
        </pc:sldMkLst>
      </pc:sldChg>
      <pc:sldChg chg="add del">
        <pc:chgData name="Héni BEN MRAD" userId="29e18123-af16-4e2b-8963-6a004e026def" providerId="ADAL" clId="{78E63A4E-AD4F-490C-8E4A-EEC435BAB616}" dt="2024-05-16T07:11:47.685" v="31"/>
        <pc:sldMkLst>
          <pc:docMk/>
          <pc:sldMk cId="2647934972" sldId="2147378700"/>
        </pc:sldMkLst>
      </pc:sldChg>
      <pc:sldChg chg="add del">
        <pc:chgData name="Héni BEN MRAD" userId="29e18123-af16-4e2b-8963-6a004e026def" providerId="ADAL" clId="{78E63A4E-AD4F-490C-8E4A-EEC435BAB616}" dt="2024-05-16T07:10:24.105" v="18" actId="47"/>
        <pc:sldMkLst>
          <pc:docMk/>
          <pc:sldMk cId="1216998310" sldId="2147378701"/>
        </pc:sldMkLst>
      </pc:sldChg>
      <pc:sldChg chg="add del">
        <pc:chgData name="Héni BEN MRAD" userId="29e18123-af16-4e2b-8963-6a004e026def" providerId="ADAL" clId="{78E63A4E-AD4F-490C-8E4A-EEC435BAB616}" dt="2024-05-16T07:11:47.685" v="31"/>
        <pc:sldMkLst>
          <pc:docMk/>
          <pc:sldMk cId="3436619141" sldId="2147378701"/>
        </pc:sldMkLst>
      </pc:sldChg>
      <pc:sldChg chg="add del">
        <pc:chgData name="Héni BEN MRAD" userId="29e18123-af16-4e2b-8963-6a004e026def" providerId="ADAL" clId="{78E63A4E-AD4F-490C-8E4A-EEC435BAB616}" dt="2024-05-16T07:10:24.817" v="19" actId="47"/>
        <pc:sldMkLst>
          <pc:docMk/>
          <pc:sldMk cId="92800247" sldId="2147378702"/>
        </pc:sldMkLst>
      </pc:sldChg>
      <pc:sldChg chg="add del">
        <pc:chgData name="Héni BEN MRAD" userId="29e18123-af16-4e2b-8963-6a004e026def" providerId="ADAL" clId="{78E63A4E-AD4F-490C-8E4A-EEC435BAB616}" dt="2024-05-16T07:11:47.685" v="31"/>
        <pc:sldMkLst>
          <pc:docMk/>
          <pc:sldMk cId="1453969738" sldId="2147378703"/>
        </pc:sldMkLst>
      </pc:sldChg>
      <pc:sldChg chg="add del">
        <pc:chgData name="Héni BEN MRAD" userId="29e18123-af16-4e2b-8963-6a004e026def" providerId="ADAL" clId="{78E63A4E-AD4F-490C-8E4A-EEC435BAB616}" dt="2024-05-16T07:10:25.399" v="20" actId="47"/>
        <pc:sldMkLst>
          <pc:docMk/>
          <pc:sldMk cId="3327284772" sldId="2147378703"/>
        </pc:sldMkLst>
      </pc:sldChg>
      <pc:sldChg chg="add del">
        <pc:chgData name="Héni BEN MRAD" userId="29e18123-af16-4e2b-8963-6a004e026def" providerId="ADAL" clId="{78E63A4E-AD4F-490C-8E4A-EEC435BAB616}" dt="2024-05-16T07:10:26.031" v="21" actId="47"/>
        <pc:sldMkLst>
          <pc:docMk/>
          <pc:sldMk cId="456009956" sldId="2147378704"/>
        </pc:sldMkLst>
      </pc:sldChg>
      <pc:sldChg chg="add del">
        <pc:chgData name="Héni BEN MRAD" userId="29e18123-af16-4e2b-8963-6a004e026def" providerId="ADAL" clId="{78E63A4E-AD4F-490C-8E4A-EEC435BAB616}" dt="2024-05-16T07:10:44.821" v="28"/>
        <pc:sldMkLst>
          <pc:docMk/>
          <pc:sldMk cId="395157167" sldId="2147378705"/>
        </pc:sldMkLst>
      </pc:sldChg>
      <pc:sldChg chg="add del">
        <pc:chgData name="Héni BEN MRAD" userId="29e18123-af16-4e2b-8963-6a004e026def" providerId="ADAL" clId="{78E63A4E-AD4F-490C-8E4A-EEC435BAB616}" dt="2024-05-16T07:11:03.057" v="30"/>
        <pc:sldMkLst>
          <pc:docMk/>
          <pc:sldMk cId="1981362468" sldId="2147378705"/>
        </pc:sldMkLst>
      </pc:sldChg>
      <pc:sldChg chg="add del">
        <pc:chgData name="Héni BEN MRAD" userId="29e18123-af16-4e2b-8963-6a004e026def" providerId="ADAL" clId="{78E63A4E-AD4F-490C-8E4A-EEC435BAB616}" dt="2024-05-16T07:10:26.660" v="22" actId="47"/>
        <pc:sldMkLst>
          <pc:docMk/>
          <pc:sldMk cId="2645575117" sldId="2147378705"/>
        </pc:sldMkLst>
      </pc:sldChg>
      <pc:sldChg chg="add del">
        <pc:chgData name="Héni BEN MRAD" userId="29e18123-af16-4e2b-8963-6a004e026def" providerId="ADAL" clId="{78E63A4E-AD4F-490C-8E4A-EEC435BAB616}" dt="2024-05-16T07:11:03.057" v="30"/>
        <pc:sldMkLst>
          <pc:docMk/>
          <pc:sldMk cId="66727073" sldId="2147378706"/>
        </pc:sldMkLst>
      </pc:sldChg>
      <pc:sldChg chg="add del">
        <pc:chgData name="Héni BEN MRAD" userId="29e18123-af16-4e2b-8963-6a004e026def" providerId="ADAL" clId="{78E63A4E-AD4F-490C-8E4A-EEC435BAB616}" dt="2024-05-16T07:10:27.279" v="23" actId="47"/>
        <pc:sldMkLst>
          <pc:docMk/>
          <pc:sldMk cId="353131440" sldId="2147378706"/>
        </pc:sldMkLst>
      </pc:sldChg>
      <pc:sldChg chg="add del">
        <pc:chgData name="Héni BEN MRAD" userId="29e18123-af16-4e2b-8963-6a004e026def" providerId="ADAL" clId="{78E63A4E-AD4F-490C-8E4A-EEC435BAB616}" dt="2024-05-16T07:10:44.821" v="28"/>
        <pc:sldMkLst>
          <pc:docMk/>
          <pc:sldMk cId="1186096818" sldId="2147378706"/>
        </pc:sldMkLst>
      </pc:sldChg>
      <pc:sldChg chg="add del">
        <pc:chgData name="Héni BEN MRAD" userId="29e18123-af16-4e2b-8963-6a004e026def" providerId="ADAL" clId="{78E63A4E-AD4F-490C-8E4A-EEC435BAB616}" dt="2024-05-16T07:10:28.168" v="24" actId="47"/>
        <pc:sldMkLst>
          <pc:docMk/>
          <pc:sldMk cId="2647934972" sldId="2147378707"/>
        </pc:sldMkLst>
      </pc:sldChg>
      <pc:sldChg chg="add del">
        <pc:chgData name="Héni BEN MRAD" userId="29e18123-af16-4e2b-8963-6a004e026def" providerId="ADAL" clId="{78E63A4E-AD4F-490C-8E4A-EEC435BAB616}" dt="2024-05-16T07:10:28.782" v="25" actId="47"/>
        <pc:sldMkLst>
          <pc:docMk/>
          <pc:sldMk cId="3436619141" sldId="2147378708"/>
        </pc:sldMkLst>
      </pc:sldChg>
      <pc:sldChg chg="add del">
        <pc:chgData name="Héni BEN MRAD" userId="29e18123-af16-4e2b-8963-6a004e026def" providerId="ADAL" clId="{78E63A4E-AD4F-490C-8E4A-EEC435BAB616}" dt="2024-05-16T07:10:31.211" v="26" actId="47"/>
        <pc:sldMkLst>
          <pc:docMk/>
          <pc:sldMk cId="1453969738" sldId="2147378709"/>
        </pc:sldMkLst>
      </pc:sldChg>
      <pc:sldChg chg="add del">
        <pc:chgData name="Héni BEN MRAD" userId="29e18123-af16-4e2b-8963-6a004e026def" providerId="ADAL" clId="{78E63A4E-AD4F-490C-8E4A-EEC435BAB616}" dt="2024-05-16T07:11:03.057" v="30"/>
        <pc:sldMkLst>
          <pc:docMk/>
          <pc:sldMk cId="3698827131" sldId="2147378709"/>
        </pc:sldMkLst>
      </pc:sldChg>
      <pc:sldChg chg="add del">
        <pc:chgData name="Héni BEN MRAD" userId="29e18123-af16-4e2b-8963-6a004e026def" providerId="ADAL" clId="{78E63A4E-AD4F-490C-8E4A-EEC435BAB616}" dt="2024-05-16T07:10:44.821" v="28"/>
        <pc:sldMkLst>
          <pc:docMk/>
          <pc:sldMk cId="4190672234" sldId="2147378709"/>
        </pc:sldMkLst>
      </pc:sldChg>
      <pc:sldChg chg="add">
        <pc:chgData name="Héni BEN MRAD" userId="29e18123-af16-4e2b-8963-6a004e026def" providerId="ADAL" clId="{78E63A4E-AD4F-490C-8E4A-EEC435BAB616}" dt="2024-05-16T07:08:27.713" v="7"/>
        <pc:sldMkLst>
          <pc:docMk/>
          <pc:sldMk cId="2823448428" sldId="2147378710"/>
        </pc:sldMkLst>
      </pc:sldChg>
      <pc:sldChg chg="add">
        <pc:chgData name="Héni BEN MRAD" userId="29e18123-af16-4e2b-8963-6a004e026def" providerId="ADAL" clId="{78E63A4E-AD4F-490C-8E4A-EEC435BAB616}" dt="2024-05-16T07:08:27.713" v="7"/>
        <pc:sldMkLst>
          <pc:docMk/>
          <pc:sldMk cId="4061900893" sldId="2147378711"/>
        </pc:sldMkLst>
      </pc:sldChg>
      <pc:sldChg chg="add">
        <pc:chgData name="Héni BEN MRAD" userId="29e18123-af16-4e2b-8963-6a004e026def" providerId="ADAL" clId="{78E63A4E-AD4F-490C-8E4A-EEC435BAB616}" dt="2024-05-16T07:08:27.713" v="7"/>
        <pc:sldMkLst>
          <pc:docMk/>
          <pc:sldMk cId="945530814" sldId="2147378712"/>
        </pc:sldMkLst>
      </pc:sldChg>
      <pc:sldChg chg="add">
        <pc:chgData name="Héni BEN MRAD" userId="29e18123-af16-4e2b-8963-6a004e026def" providerId="ADAL" clId="{78E63A4E-AD4F-490C-8E4A-EEC435BAB616}" dt="2024-05-16T07:08:27.713" v="7"/>
        <pc:sldMkLst>
          <pc:docMk/>
          <pc:sldMk cId="1793402826" sldId="2147378713"/>
        </pc:sldMkLst>
      </pc:sldChg>
      <pc:sldChg chg="add">
        <pc:chgData name="Héni BEN MRAD" userId="29e18123-af16-4e2b-8963-6a004e026def" providerId="ADAL" clId="{78E63A4E-AD4F-490C-8E4A-EEC435BAB616}" dt="2024-05-16T07:08:27.713" v="7"/>
        <pc:sldMkLst>
          <pc:docMk/>
          <pc:sldMk cId="3916433297" sldId="2147378714"/>
        </pc:sldMkLst>
      </pc:sldChg>
      <pc:sldChg chg="add">
        <pc:chgData name="Héni BEN MRAD" userId="29e18123-af16-4e2b-8963-6a004e026def" providerId="ADAL" clId="{78E63A4E-AD4F-490C-8E4A-EEC435BAB616}" dt="2024-05-16T07:08:27.713" v="7"/>
        <pc:sldMkLst>
          <pc:docMk/>
          <pc:sldMk cId="4007029331" sldId="2147378715"/>
        </pc:sldMkLst>
      </pc:sldChg>
      <pc:sldChg chg="add">
        <pc:chgData name="Héni BEN MRAD" userId="29e18123-af16-4e2b-8963-6a004e026def" providerId="ADAL" clId="{78E63A4E-AD4F-490C-8E4A-EEC435BAB616}" dt="2024-05-16T07:08:27.713" v="7"/>
        <pc:sldMkLst>
          <pc:docMk/>
          <pc:sldMk cId="1962818013" sldId="2147378717"/>
        </pc:sldMkLst>
      </pc:sldChg>
      <pc:sldChg chg="add">
        <pc:chgData name="Héni BEN MRAD" userId="29e18123-af16-4e2b-8963-6a004e026def" providerId="ADAL" clId="{78E63A4E-AD4F-490C-8E4A-EEC435BAB616}" dt="2024-05-16T07:08:27.713" v="7"/>
        <pc:sldMkLst>
          <pc:docMk/>
          <pc:sldMk cId="4280056239" sldId="2147378718"/>
        </pc:sldMkLst>
      </pc:sldChg>
      <pc:sldChg chg="add del">
        <pc:chgData name="Héni BEN MRAD" userId="29e18123-af16-4e2b-8963-6a004e026def" providerId="ADAL" clId="{78E63A4E-AD4F-490C-8E4A-EEC435BAB616}" dt="2024-05-16T07:28:01.308" v="33"/>
        <pc:sldMkLst>
          <pc:docMk/>
          <pc:sldMk cId="654307286" sldId="2147378719"/>
        </pc:sldMkLst>
      </pc:sldChg>
      <pc:sldChg chg="add del">
        <pc:chgData name="Héni BEN MRAD" userId="29e18123-af16-4e2b-8963-6a004e026def" providerId="ADAL" clId="{78E63A4E-AD4F-490C-8E4A-EEC435BAB616}" dt="2024-05-16T07:11:03.057" v="30"/>
        <pc:sldMkLst>
          <pc:docMk/>
          <pc:sldMk cId="1308491393" sldId="2147378719"/>
        </pc:sldMkLst>
      </pc:sldChg>
      <pc:sldChg chg="add del">
        <pc:chgData name="Héni BEN MRAD" userId="29e18123-af16-4e2b-8963-6a004e026def" providerId="ADAL" clId="{78E63A4E-AD4F-490C-8E4A-EEC435BAB616}" dt="2024-05-16T07:10:44.821" v="28"/>
        <pc:sldMkLst>
          <pc:docMk/>
          <pc:sldMk cId="3706009947" sldId="2147378719"/>
        </pc:sldMkLst>
      </pc:sldChg>
      <pc:sldChg chg="add">
        <pc:chgData name="Héni BEN MRAD" userId="29e18123-af16-4e2b-8963-6a004e026def" providerId="ADAL" clId="{78E63A4E-AD4F-490C-8E4A-EEC435BAB616}" dt="2024-05-16T07:28:05.329" v="34"/>
        <pc:sldMkLst>
          <pc:docMk/>
          <pc:sldMk cId="3919194427" sldId="2147378719"/>
        </pc:sldMkLst>
      </pc:sldChg>
      <pc:sldChg chg="add del">
        <pc:chgData name="Héni BEN MRAD" userId="29e18123-af16-4e2b-8963-6a004e026def" providerId="ADAL" clId="{78E63A4E-AD4F-490C-8E4A-EEC435BAB616}" dt="2024-05-16T07:11:03.057" v="30"/>
        <pc:sldMkLst>
          <pc:docMk/>
          <pc:sldMk cId="471410912" sldId="2147378720"/>
        </pc:sldMkLst>
      </pc:sldChg>
      <pc:sldChg chg="add del">
        <pc:chgData name="Héni BEN MRAD" userId="29e18123-af16-4e2b-8963-6a004e026def" providerId="ADAL" clId="{78E63A4E-AD4F-490C-8E4A-EEC435BAB616}" dt="2024-05-16T07:10:44.821" v="28"/>
        <pc:sldMkLst>
          <pc:docMk/>
          <pc:sldMk cId="2275036908" sldId="2147378720"/>
        </pc:sldMkLst>
      </pc:sldChg>
      <pc:sldChg chg="add del">
        <pc:chgData name="Héni BEN MRAD" userId="29e18123-af16-4e2b-8963-6a004e026def" providerId="ADAL" clId="{78E63A4E-AD4F-490C-8E4A-EEC435BAB616}" dt="2024-05-16T07:10:44.821" v="28"/>
        <pc:sldMkLst>
          <pc:docMk/>
          <pc:sldMk cId="2231977721" sldId="2147378721"/>
        </pc:sldMkLst>
      </pc:sldChg>
      <pc:sldChg chg="add del">
        <pc:chgData name="Héni BEN MRAD" userId="29e18123-af16-4e2b-8963-6a004e026def" providerId="ADAL" clId="{78E63A4E-AD4F-490C-8E4A-EEC435BAB616}" dt="2024-05-16T07:11:03.057" v="30"/>
        <pc:sldMkLst>
          <pc:docMk/>
          <pc:sldMk cId="3380514243" sldId="2147378721"/>
        </pc:sldMkLst>
      </pc:sldChg>
      <pc:sldChg chg="add del">
        <pc:chgData name="Héni BEN MRAD" userId="29e18123-af16-4e2b-8963-6a004e026def" providerId="ADAL" clId="{78E63A4E-AD4F-490C-8E4A-EEC435BAB616}" dt="2024-05-16T07:10:44.821" v="28"/>
        <pc:sldMkLst>
          <pc:docMk/>
          <pc:sldMk cId="27814840" sldId="2147378722"/>
        </pc:sldMkLst>
      </pc:sldChg>
      <pc:sldChg chg="add del">
        <pc:chgData name="Héni BEN MRAD" userId="29e18123-af16-4e2b-8963-6a004e026def" providerId="ADAL" clId="{78E63A4E-AD4F-490C-8E4A-EEC435BAB616}" dt="2024-05-16T07:11:03.057" v="30"/>
        <pc:sldMkLst>
          <pc:docMk/>
          <pc:sldMk cId="3308938016" sldId="2147378722"/>
        </pc:sldMkLst>
      </pc:sldChg>
      <pc:sldChg chg="add del">
        <pc:chgData name="Héni BEN MRAD" userId="29e18123-af16-4e2b-8963-6a004e026def" providerId="ADAL" clId="{78E63A4E-AD4F-490C-8E4A-EEC435BAB616}" dt="2024-05-16T07:10:44.821" v="28"/>
        <pc:sldMkLst>
          <pc:docMk/>
          <pc:sldMk cId="1063390252" sldId="2147378723"/>
        </pc:sldMkLst>
      </pc:sldChg>
      <pc:sldChg chg="add del">
        <pc:chgData name="Héni BEN MRAD" userId="29e18123-af16-4e2b-8963-6a004e026def" providerId="ADAL" clId="{78E63A4E-AD4F-490C-8E4A-EEC435BAB616}" dt="2024-05-16T07:11:03.057" v="30"/>
        <pc:sldMkLst>
          <pc:docMk/>
          <pc:sldMk cId="4282623194" sldId="2147378723"/>
        </pc:sldMkLst>
      </pc:sldChg>
    </pc:docChg>
  </pc:docChgLst>
  <pc:docChgLst>
    <pc:chgData name="Diana-Alexandra Stan" userId="2b14850f-a8de-4b8f-a1ca-aac948f0bd80" providerId="ADAL" clId="{ABEC9D42-81F6-4B8B-8873-0A2EE6B0A388}"/>
    <pc:docChg chg="undo custSel addSld delSld modSld sldOrd addSection delSection modSection">
      <pc:chgData name="Diana-Alexandra Stan" userId="2b14850f-a8de-4b8f-a1ca-aac948f0bd80" providerId="ADAL" clId="{ABEC9D42-81F6-4B8B-8873-0A2EE6B0A388}" dt="2024-05-21T09:42:10.192" v="97" actId="113"/>
      <pc:docMkLst>
        <pc:docMk/>
      </pc:docMkLst>
      <pc:sldChg chg="modSp mod">
        <pc:chgData name="Diana-Alexandra Stan" userId="2b14850f-a8de-4b8f-a1ca-aac948f0bd80" providerId="ADAL" clId="{ABEC9D42-81F6-4B8B-8873-0A2EE6B0A388}" dt="2024-05-14T09:13:08.592" v="1" actId="14734"/>
        <pc:sldMkLst>
          <pc:docMk/>
          <pc:sldMk cId="4278805120" sldId="2147378330"/>
        </pc:sldMkLst>
        <pc:graphicFrameChg chg="modGraphic">
          <ac:chgData name="Diana-Alexandra Stan" userId="2b14850f-a8de-4b8f-a1ca-aac948f0bd80" providerId="ADAL" clId="{ABEC9D42-81F6-4B8B-8873-0A2EE6B0A388}" dt="2024-05-14T09:13:08.592" v="1" actId="14734"/>
          <ac:graphicFrameMkLst>
            <pc:docMk/>
            <pc:sldMk cId="4278805120" sldId="2147378330"/>
            <ac:graphicFrameMk id="12" creationId="{522A63A6-A142-41B5-93A1-EBB1D8DC7CFD}"/>
          </ac:graphicFrameMkLst>
        </pc:graphicFrameChg>
      </pc:sldChg>
      <pc:sldChg chg="delSp modSp add mod">
        <pc:chgData name="Diana-Alexandra Stan" userId="2b14850f-a8de-4b8f-a1ca-aac948f0bd80" providerId="ADAL" clId="{ABEC9D42-81F6-4B8B-8873-0A2EE6B0A388}" dt="2024-05-15T14:06:40.677" v="61" actId="20577"/>
        <pc:sldMkLst>
          <pc:docMk/>
          <pc:sldMk cId="464417022" sldId="2147378467"/>
        </pc:sldMkLst>
        <pc:spChg chg="mod">
          <ac:chgData name="Diana-Alexandra Stan" userId="2b14850f-a8de-4b8f-a1ca-aac948f0bd80" providerId="ADAL" clId="{ABEC9D42-81F6-4B8B-8873-0A2EE6B0A388}" dt="2024-05-15T14:06:40.677" v="61" actId="20577"/>
          <ac:spMkLst>
            <pc:docMk/>
            <pc:sldMk cId="464417022" sldId="2147378467"/>
            <ac:spMk id="2" creationId="{4125BCEF-AEAA-A399-A48F-ED2906997D53}"/>
          </ac:spMkLst>
        </pc:spChg>
        <pc:spChg chg="del">
          <ac:chgData name="Diana-Alexandra Stan" userId="2b14850f-a8de-4b8f-a1ca-aac948f0bd80" providerId="ADAL" clId="{ABEC9D42-81F6-4B8B-8873-0A2EE6B0A388}" dt="2024-05-15T14:05:52.958" v="46" actId="478"/>
          <ac:spMkLst>
            <pc:docMk/>
            <pc:sldMk cId="464417022" sldId="2147378467"/>
            <ac:spMk id="10" creationId="{7C44B65F-9A01-07F7-C4B2-82AE105E2AA3}"/>
          </ac:spMkLst>
        </pc:spChg>
        <pc:picChg chg="del">
          <ac:chgData name="Diana-Alexandra Stan" userId="2b14850f-a8de-4b8f-a1ca-aac948f0bd80" providerId="ADAL" clId="{ABEC9D42-81F6-4B8B-8873-0A2EE6B0A388}" dt="2024-05-15T14:05:53.871" v="47" actId="478"/>
          <ac:picMkLst>
            <pc:docMk/>
            <pc:sldMk cId="464417022" sldId="2147378467"/>
            <ac:picMk id="11" creationId="{8B9EE739-37DD-4253-A764-60D4B439E679}"/>
          </ac:picMkLst>
        </pc:picChg>
      </pc:sldChg>
      <pc:sldChg chg="delSp modSp add mod">
        <pc:chgData name="Diana-Alexandra Stan" userId="2b14850f-a8de-4b8f-a1ca-aac948f0bd80" providerId="ADAL" clId="{ABEC9D42-81F6-4B8B-8873-0A2EE6B0A388}" dt="2024-05-15T14:07:36.775" v="78" actId="20577"/>
        <pc:sldMkLst>
          <pc:docMk/>
          <pc:sldMk cId="3457511368" sldId="2147378469"/>
        </pc:sldMkLst>
        <pc:spChg chg="mod">
          <ac:chgData name="Diana-Alexandra Stan" userId="2b14850f-a8de-4b8f-a1ca-aac948f0bd80" providerId="ADAL" clId="{ABEC9D42-81F6-4B8B-8873-0A2EE6B0A388}" dt="2024-05-15T14:07:36.775" v="78" actId="20577"/>
          <ac:spMkLst>
            <pc:docMk/>
            <pc:sldMk cId="3457511368" sldId="2147378469"/>
            <ac:spMk id="2" creationId="{4125BCEF-AEAA-A399-A48F-ED2906997D53}"/>
          </ac:spMkLst>
        </pc:spChg>
        <pc:spChg chg="del">
          <ac:chgData name="Diana-Alexandra Stan" userId="2b14850f-a8de-4b8f-a1ca-aac948f0bd80" providerId="ADAL" clId="{ABEC9D42-81F6-4B8B-8873-0A2EE6B0A388}" dt="2024-05-15T14:07:31.935" v="74" actId="478"/>
          <ac:spMkLst>
            <pc:docMk/>
            <pc:sldMk cId="3457511368" sldId="2147378469"/>
            <ac:spMk id="10" creationId="{7C44B65F-9A01-07F7-C4B2-82AE105E2AA3}"/>
          </ac:spMkLst>
        </pc:spChg>
        <pc:picChg chg="del">
          <ac:chgData name="Diana-Alexandra Stan" userId="2b14850f-a8de-4b8f-a1ca-aac948f0bd80" providerId="ADAL" clId="{ABEC9D42-81F6-4B8B-8873-0A2EE6B0A388}" dt="2024-05-15T14:07:32.772" v="75" actId="478"/>
          <ac:picMkLst>
            <pc:docMk/>
            <pc:sldMk cId="3457511368" sldId="2147378469"/>
            <ac:picMk id="11" creationId="{8B9EE739-37DD-4253-A764-60D4B439E679}"/>
          </ac:picMkLst>
        </pc:picChg>
      </pc:sldChg>
      <pc:sldChg chg="delSp modSp add mod">
        <pc:chgData name="Diana-Alexandra Stan" userId="2b14850f-a8de-4b8f-a1ca-aac948f0bd80" providerId="ADAL" clId="{ABEC9D42-81F6-4B8B-8873-0A2EE6B0A388}" dt="2024-05-15T14:06:45.780" v="70" actId="20577"/>
        <pc:sldMkLst>
          <pc:docMk/>
          <pc:sldMk cId="4110961314" sldId="2147378470"/>
        </pc:sldMkLst>
        <pc:spChg chg="mod">
          <ac:chgData name="Diana-Alexandra Stan" userId="2b14850f-a8de-4b8f-a1ca-aac948f0bd80" providerId="ADAL" clId="{ABEC9D42-81F6-4B8B-8873-0A2EE6B0A388}" dt="2024-05-15T14:06:45.780" v="70" actId="20577"/>
          <ac:spMkLst>
            <pc:docMk/>
            <pc:sldMk cId="4110961314" sldId="2147378470"/>
            <ac:spMk id="2" creationId="{4125BCEF-AEAA-A399-A48F-ED2906997D53}"/>
          </ac:spMkLst>
        </pc:spChg>
        <pc:spChg chg="del">
          <ac:chgData name="Diana-Alexandra Stan" userId="2b14850f-a8de-4b8f-a1ca-aac948f0bd80" providerId="ADAL" clId="{ABEC9D42-81F6-4B8B-8873-0A2EE6B0A388}" dt="2024-05-15T14:06:27.322" v="51" actId="478"/>
          <ac:spMkLst>
            <pc:docMk/>
            <pc:sldMk cId="4110961314" sldId="2147378470"/>
            <ac:spMk id="10" creationId="{7C44B65F-9A01-07F7-C4B2-82AE105E2AA3}"/>
          </ac:spMkLst>
        </pc:spChg>
        <pc:picChg chg="del">
          <ac:chgData name="Diana-Alexandra Stan" userId="2b14850f-a8de-4b8f-a1ca-aac948f0bd80" providerId="ADAL" clId="{ABEC9D42-81F6-4B8B-8873-0A2EE6B0A388}" dt="2024-05-15T14:06:27.966" v="52" actId="478"/>
          <ac:picMkLst>
            <pc:docMk/>
            <pc:sldMk cId="4110961314" sldId="2147378470"/>
            <ac:picMk id="11" creationId="{8B9EE739-37DD-4253-A764-60D4B439E679}"/>
          </ac:picMkLst>
        </pc:picChg>
      </pc:sldChg>
      <pc:sldChg chg="delSp add mod">
        <pc:chgData name="Diana-Alexandra Stan" userId="2b14850f-a8de-4b8f-a1ca-aac948f0bd80" providerId="ADAL" clId="{ABEC9D42-81F6-4B8B-8873-0A2EE6B0A388}" dt="2024-05-15T14:04:25.593" v="40" actId="478"/>
        <pc:sldMkLst>
          <pc:docMk/>
          <pc:sldMk cId="560854086" sldId="2147378476"/>
        </pc:sldMkLst>
        <pc:spChg chg="del">
          <ac:chgData name="Diana-Alexandra Stan" userId="2b14850f-a8de-4b8f-a1ca-aac948f0bd80" providerId="ADAL" clId="{ABEC9D42-81F6-4B8B-8873-0A2EE6B0A388}" dt="2024-05-15T14:04:24.824" v="39" actId="478"/>
          <ac:spMkLst>
            <pc:docMk/>
            <pc:sldMk cId="560854086" sldId="2147378476"/>
            <ac:spMk id="10" creationId="{DA2D3ECC-B7CB-6653-33E1-75A3DA970898}"/>
          </ac:spMkLst>
        </pc:spChg>
        <pc:picChg chg="del">
          <ac:chgData name="Diana-Alexandra Stan" userId="2b14850f-a8de-4b8f-a1ca-aac948f0bd80" providerId="ADAL" clId="{ABEC9D42-81F6-4B8B-8873-0A2EE6B0A388}" dt="2024-05-15T14:04:25.593" v="40" actId="478"/>
          <ac:picMkLst>
            <pc:docMk/>
            <pc:sldMk cId="560854086" sldId="2147378476"/>
            <ac:picMk id="11" creationId="{FEC01301-0507-0121-FCF1-58EC421A36B4}"/>
          </ac:picMkLst>
        </pc:picChg>
      </pc:sldChg>
      <pc:sldChg chg="delSp mod">
        <pc:chgData name="Diana-Alexandra Stan" userId="2b14850f-a8de-4b8f-a1ca-aac948f0bd80" providerId="ADAL" clId="{ABEC9D42-81F6-4B8B-8873-0A2EE6B0A388}" dt="2024-05-15T13:58:01.188" v="35" actId="478"/>
        <pc:sldMkLst>
          <pc:docMk/>
          <pc:sldMk cId="840874942" sldId="2147378477"/>
        </pc:sldMkLst>
        <pc:spChg chg="del">
          <ac:chgData name="Diana-Alexandra Stan" userId="2b14850f-a8de-4b8f-a1ca-aac948f0bd80" providerId="ADAL" clId="{ABEC9D42-81F6-4B8B-8873-0A2EE6B0A388}" dt="2024-05-15T13:58:00.254" v="34" actId="478"/>
          <ac:spMkLst>
            <pc:docMk/>
            <pc:sldMk cId="840874942" sldId="2147378477"/>
            <ac:spMk id="10" creationId="{DA2D3ECC-B7CB-6653-33E1-75A3DA970898}"/>
          </ac:spMkLst>
        </pc:spChg>
        <pc:picChg chg="del">
          <ac:chgData name="Diana-Alexandra Stan" userId="2b14850f-a8de-4b8f-a1ca-aac948f0bd80" providerId="ADAL" clId="{ABEC9D42-81F6-4B8B-8873-0A2EE6B0A388}" dt="2024-05-15T13:58:01.188" v="35" actId="478"/>
          <ac:picMkLst>
            <pc:docMk/>
            <pc:sldMk cId="840874942" sldId="2147378477"/>
            <ac:picMk id="11" creationId="{FEC01301-0507-0121-FCF1-58EC421A36B4}"/>
          </ac:picMkLst>
        </pc:picChg>
      </pc:sldChg>
      <pc:sldChg chg="delSp modSp del mod">
        <pc:chgData name="Diana-Alexandra Stan" userId="2b14850f-a8de-4b8f-a1ca-aac948f0bd80" providerId="ADAL" clId="{ABEC9D42-81F6-4B8B-8873-0A2EE6B0A388}" dt="2024-05-15T14:10:18.443" v="79" actId="47"/>
        <pc:sldMkLst>
          <pc:docMk/>
          <pc:sldMk cId="4043005681" sldId="2147378658"/>
        </pc:sldMkLst>
        <pc:graphicFrameChg chg="modGraphic">
          <ac:chgData name="Diana-Alexandra Stan" userId="2b14850f-a8de-4b8f-a1ca-aac948f0bd80" providerId="ADAL" clId="{ABEC9D42-81F6-4B8B-8873-0A2EE6B0A388}" dt="2024-05-14T09:14:18.311" v="2" actId="2164"/>
          <ac:graphicFrameMkLst>
            <pc:docMk/>
            <pc:sldMk cId="4043005681" sldId="2147378658"/>
            <ac:graphicFrameMk id="12" creationId="{522A63A6-A142-41B5-93A1-EBB1D8DC7CFD}"/>
          </ac:graphicFrameMkLst>
        </pc:graphicFrameChg>
        <pc:picChg chg="del">
          <ac:chgData name="Diana-Alexandra Stan" userId="2b14850f-a8de-4b8f-a1ca-aac948f0bd80" providerId="ADAL" clId="{ABEC9D42-81F6-4B8B-8873-0A2EE6B0A388}" dt="2024-05-14T09:14:19.964" v="3" actId="478"/>
          <ac:picMkLst>
            <pc:docMk/>
            <pc:sldMk cId="4043005681" sldId="2147378658"/>
            <ac:picMk id="7" creationId="{DF2D1750-2F7D-7F86-BA24-20F3D1D91715}"/>
          </ac:picMkLst>
        </pc:picChg>
      </pc:sldChg>
      <pc:sldChg chg="new del">
        <pc:chgData name="Diana-Alexandra Stan" userId="2b14850f-a8de-4b8f-a1ca-aac948f0bd80" providerId="ADAL" clId="{ABEC9D42-81F6-4B8B-8873-0A2EE6B0A388}" dt="2024-05-15T14:06:25.873" v="50" actId="47"/>
        <pc:sldMkLst>
          <pc:docMk/>
          <pc:sldMk cId="707896562" sldId="2147378660"/>
        </pc:sldMkLst>
      </pc:sldChg>
      <pc:sldChg chg="new del">
        <pc:chgData name="Diana-Alexandra Stan" userId="2b14850f-a8de-4b8f-a1ca-aac948f0bd80" providerId="ADAL" clId="{ABEC9D42-81F6-4B8B-8873-0A2EE6B0A388}" dt="2024-05-15T14:07:23.615" v="73" actId="47"/>
        <pc:sldMkLst>
          <pc:docMk/>
          <pc:sldMk cId="758949734" sldId="2147378660"/>
        </pc:sldMkLst>
      </pc:sldChg>
      <pc:sldChg chg="modSp add del mod">
        <pc:chgData name="Diana-Alexandra Stan" userId="2b14850f-a8de-4b8f-a1ca-aac948f0bd80" providerId="ADAL" clId="{ABEC9D42-81F6-4B8B-8873-0A2EE6B0A388}" dt="2024-05-14T09:34:53.937" v="26" actId="2696"/>
        <pc:sldMkLst>
          <pc:docMk/>
          <pc:sldMk cId="873405070" sldId="2147378660"/>
        </pc:sldMkLst>
        <pc:spChg chg="mod">
          <ac:chgData name="Diana-Alexandra Stan" userId="2b14850f-a8de-4b8f-a1ca-aac948f0bd80" providerId="ADAL" clId="{ABEC9D42-81F6-4B8B-8873-0A2EE6B0A388}" dt="2024-05-14T09:33:55.861" v="24" actId="20577"/>
          <ac:spMkLst>
            <pc:docMk/>
            <pc:sldMk cId="873405070" sldId="2147378660"/>
            <ac:spMk id="7" creationId="{30EA6425-EB2C-4F05-158E-A6F703DAF560}"/>
          </ac:spMkLst>
        </pc:spChg>
      </pc:sldChg>
      <pc:sldChg chg="delSp modSp mod">
        <pc:chgData name="Diana-Alexandra Stan" userId="2b14850f-a8de-4b8f-a1ca-aac948f0bd80" providerId="ADAL" clId="{ABEC9D42-81F6-4B8B-8873-0A2EE6B0A388}" dt="2024-05-15T14:15:01.072" v="83" actId="1076"/>
        <pc:sldMkLst>
          <pc:docMk/>
          <pc:sldMk cId="1160057248" sldId="2147378660"/>
        </pc:sldMkLst>
        <pc:graphicFrameChg chg="modGraphic">
          <ac:chgData name="Diana-Alexandra Stan" userId="2b14850f-a8de-4b8f-a1ca-aac948f0bd80" providerId="ADAL" clId="{ABEC9D42-81F6-4B8B-8873-0A2EE6B0A388}" dt="2024-05-15T14:14:48.410" v="80" actId="2164"/>
          <ac:graphicFrameMkLst>
            <pc:docMk/>
            <pc:sldMk cId="1160057248" sldId="2147378660"/>
            <ac:graphicFrameMk id="12" creationId="{522A63A6-A142-41B5-93A1-EBB1D8DC7CFD}"/>
          </ac:graphicFrameMkLst>
        </pc:graphicFrameChg>
        <pc:picChg chg="del">
          <ac:chgData name="Diana-Alexandra Stan" userId="2b14850f-a8de-4b8f-a1ca-aac948f0bd80" providerId="ADAL" clId="{ABEC9D42-81F6-4B8B-8873-0A2EE6B0A388}" dt="2024-05-15T14:14:55.765" v="82" actId="478"/>
          <ac:picMkLst>
            <pc:docMk/>
            <pc:sldMk cId="1160057248" sldId="2147378660"/>
            <ac:picMk id="3" creationId="{C4407E16-2862-9402-F926-AFF0665C9233}"/>
          </ac:picMkLst>
        </pc:picChg>
        <pc:picChg chg="mod">
          <ac:chgData name="Diana-Alexandra Stan" userId="2b14850f-a8de-4b8f-a1ca-aac948f0bd80" providerId="ADAL" clId="{ABEC9D42-81F6-4B8B-8873-0A2EE6B0A388}" dt="2024-05-15T14:15:01.072" v="83" actId="1076"/>
          <ac:picMkLst>
            <pc:docMk/>
            <pc:sldMk cId="1160057248" sldId="2147378660"/>
            <ac:picMk id="7" creationId="{21E2981E-6F40-A2C8-28AE-B852A21B75B1}"/>
          </ac:picMkLst>
        </pc:picChg>
        <pc:picChg chg="del">
          <ac:chgData name="Diana-Alexandra Stan" userId="2b14850f-a8de-4b8f-a1ca-aac948f0bd80" providerId="ADAL" clId="{ABEC9D42-81F6-4B8B-8873-0A2EE6B0A388}" dt="2024-05-15T14:14:52.739" v="81" actId="478"/>
          <ac:picMkLst>
            <pc:docMk/>
            <pc:sldMk cId="1160057248" sldId="2147378660"/>
            <ac:picMk id="14" creationId="{3E00E60D-2E0F-C9B2-13CC-80F011C8B569}"/>
          </ac:picMkLst>
        </pc:picChg>
      </pc:sldChg>
      <pc:sldChg chg="new del">
        <pc:chgData name="Diana-Alexandra Stan" userId="2b14850f-a8de-4b8f-a1ca-aac948f0bd80" providerId="ADAL" clId="{ABEC9D42-81F6-4B8B-8873-0A2EE6B0A388}" dt="2024-05-15T14:05:50.647" v="45" actId="47"/>
        <pc:sldMkLst>
          <pc:docMk/>
          <pc:sldMk cId="3462172794" sldId="2147378660"/>
        </pc:sldMkLst>
      </pc:sldChg>
      <pc:sldChg chg="del">
        <pc:chgData name="Diana-Alexandra Stan" userId="2b14850f-a8de-4b8f-a1ca-aac948f0bd80" providerId="ADAL" clId="{ABEC9D42-81F6-4B8B-8873-0A2EE6B0A388}" dt="2024-05-15T14:04:35.237" v="42" actId="47"/>
        <pc:sldMkLst>
          <pc:docMk/>
          <pc:sldMk cId="4238660116" sldId="2147378660"/>
        </pc:sldMkLst>
      </pc:sldChg>
      <pc:sldChg chg="add del">
        <pc:chgData name="Diana-Alexandra Stan" userId="2b14850f-a8de-4b8f-a1ca-aac948f0bd80" providerId="ADAL" clId="{ABEC9D42-81F6-4B8B-8873-0A2EE6B0A388}" dt="2024-05-14T09:33:45.886" v="7"/>
        <pc:sldMkLst>
          <pc:docMk/>
          <pc:sldMk cId="4285291089" sldId="2147378660"/>
        </pc:sldMkLst>
      </pc:sldChg>
      <pc:sldChg chg="addSp delSp new del mod">
        <pc:chgData name="Diana-Alexandra Stan" userId="2b14850f-a8de-4b8f-a1ca-aac948f0bd80" providerId="ADAL" clId="{ABEC9D42-81F6-4B8B-8873-0A2EE6B0A388}" dt="2024-05-15T13:39:15.783" v="31" actId="47"/>
        <pc:sldMkLst>
          <pc:docMk/>
          <pc:sldMk cId="2296911869" sldId="2147378661"/>
        </pc:sldMkLst>
        <pc:graphicFrameChg chg="add del">
          <ac:chgData name="Diana-Alexandra Stan" userId="2b14850f-a8de-4b8f-a1ca-aac948f0bd80" providerId="ADAL" clId="{ABEC9D42-81F6-4B8B-8873-0A2EE6B0A388}" dt="2024-05-15T13:38:59.015" v="29" actId="478"/>
          <ac:graphicFrameMkLst>
            <pc:docMk/>
            <pc:sldMk cId="2296911869" sldId="2147378661"/>
            <ac:graphicFrameMk id="5" creationId="{01ABEB95-54AA-1183-50D9-69CBF59055C8}"/>
          </ac:graphicFrameMkLst>
        </pc:graphicFrameChg>
      </pc:sldChg>
      <pc:sldChg chg="delSp modSp add del mod">
        <pc:chgData name="Diana-Alexandra Stan" userId="2b14850f-a8de-4b8f-a1ca-aac948f0bd80" providerId="ADAL" clId="{ABEC9D42-81F6-4B8B-8873-0A2EE6B0A388}" dt="2024-05-15T14:04:31.523" v="41" actId="47"/>
        <pc:sldMkLst>
          <pc:docMk/>
          <pc:sldMk cId="182839367" sldId="2147378662"/>
        </pc:sldMkLst>
        <pc:graphicFrameChg chg="modGraphic">
          <ac:chgData name="Diana-Alexandra Stan" userId="2b14850f-a8de-4b8f-a1ca-aac948f0bd80" providerId="ADAL" clId="{ABEC9D42-81F6-4B8B-8873-0A2EE6B0A388}" dt="2024-05-15T13:39:22.066" v="32" actId="2164"/>
          <ac:graphicFrameMkLst>
            <pc:docMk/>
            <pc:sldMk cId="182839367" sldId="2147378662"/>
            <ac:graphicFrameMk id="12" creationId="{522A63A6-A142-41B5-93A1-EBB1D8DC7CFD}"/>
          </ac:graphicFrameMkLst>
        </pc:graphicFrameChg>
        <pc:picChg chg="del">
          <ac:chgData name="Diana-Alexandra Stan" userId="2b14850f-a8de-4b8f-a1ca-aac948f0bd80" providerId="ADAL" clId="{ABEC9D42-81F6-4B8B-8873-0A2EE6B0A388}" dt="2024-05-15T13:39:23.776" v="33" actId="478"/>
          <ac:picMkLst>
            <pc:docMk/>
            <pc:sldMk cId="182839367" sldId="2147378662"/>
            <ac:picMk id="3" creationId="{4EB66420-1FEF-2277-4563-AB4F99EBEEC2}"/>
          </ac:picMkLst>
        </pc:picChg>
      </pc:sldChg>
      <pc:sldChg chg="new del">
        <pc:chgData name="Diana-Alexandra Stan" userId="2b14850f-a8de-4b8f-a1ca-aac948f0bd80" providerId="ADAL" clId="{ABEC9D42-81F6-4B8B-8873-0A2EE6B0A388}" dt="2024-05-15T14:04:23.428" v="38" actId="47"/>
        <pc:sldMkLst>
          <pc:docMk/>
          <pc:sldMk cId="744371929" sldId="2147378663"/>
        </pc:sldMkLst>
      </pc:sldChg>
      <pc:sldChg chg="new del">
        <pc:chgData name="Diana-Alexandra Stan" userId="2b14850f-a8de-4b8f-a1ca-aac948f0bd80" providerId="ADAL" clId="{ABEC9D42-81F6-4B8B-8873-0A2EE6B0A388}" dt="2024-05-21T09:41:19.448" v="89" actId="47"/>
        <pc:sldMkLst>
          <pc:docMk/>
          <pc:sldMk cId="790569242" sldId="2147378720"/>
        </pc:sldMkLst>
      </pc:sldChg>
      <pc:sldChg chg="addSp delSp modSp add mod">
        <pc:chgData name="Diana-Alexandra Stan" userId="2b14850f-a8de-4b8f-a1ca-aac948f0bd80" providerId="ADAL" clId="{ABEC9D42-81F6-4B8B-8873-0A2EE6B0A388}" dt="2024-05-21T09:42:10.192" v="97" actId="113"/>
        <pc:sldMkLst>
          <pc:docMk/>
          <pc:sldMk cId="3975855007" sldId="2147378721"/>
        </pc:sldMkLst>
        <pc:spChg chg="del">
          <ac:chgData name="Diana-Alexandra Stan" userId="2b14850f-a8de-4b8f-a1ca-aac948f0bd80" providerId="ADAL" clId="{ABEC9D42-81F6-4B8B-8873-0A2EE6B0A388}" dt="2024-05-21T09:41:17.747" v="88" actId="478"/>
          <ac:spMkLst>
            <pc:docMk/>
            <pc:sldMk cId="3975855007" sldId="2147378721"/>
            <ac:spMk id="2" creationId="{4125BCEF-AEAA-A399-A48F-ED2906997D53}"/>
          </ac:spMkLst>
        </pc:spChg>
        <pc:spChg chg="add del mod">
          <ac:chgData name="Diana-Alexandra Stan" userId="2b14850f-a8de-4b8f-a1ca-aac948f0bd80" providerId="ADAL" clId="{ABEC9D42-81F6-4B8B-8873-0A2EE6B0A388}" dt="2024-05-21T09:41:21.370" v="90" actId="478"/>
          <ac:spMkLst>
            <pc:docMk/>
            <pc:sldMk cId="3975855007" sldId="2147378721"/>
            <ac:spMk id="5" creationId="{BED22ED2-E3CD-871E-FA4D-E00B6B410DA4}"/>
          </ac:spMkLst>
        </pc:spChg>
        <pc:graphicFrameChg chg="modGraphic">
          <ac:chgData name="Diana-Alexandra Stan" userId="2b14850f-a8de-4b8f-a1ca-aac948f0bd80" providerId="ADAL" clId="{ABEC9D42-81F6-4B8B-8873-0A2EE6B0A388}" dt="2024-05-21T09:42:10.192" v="97" actId="113"/>
          <ac:graphicFrameMkLst>
            <pc:docMk/>
            <pc:sldMk cId="3975855007" sldId="2147378721"/>
            <ac:graphicFrameMk id="7" creationId="{07A82FFD-C6E1-8E2C-3D8C-ECDB1C786C78}"/>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A171A1-F55B-4300-A18E-75AE39E64350}" type="datetimeFigureOut">
              <a:rPr lang="fr-FR" smtClean="0"/>
              <a:t>28/05/2024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6B738-3D5C-4851-BA0A-F593F390B820}" type="slidenum">
              <a:rPr lang="fr-FR" smtClean="0"/>
              <a:t>‹N°›</a:t>
            </a:fld>
            <a:endParaRPr lang="fr-FR"/>
          </a:p>
        </p:txBody>
      </p:sp>
    </p:spTree>
    <p:extLst>
      <p:ext uri="{BB962C8B-B14F-4D97-AF65-F5344CB8AC3E}">
        <p14:creationId xmlns:p14="http://schemas.microsoft.com/office/powerpoint/2010/main" val="3800726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496B738-3D5C-4851-BA0A-F593F390B820}" type="slidenum">
              <a:rPr lang="fr-FR" smtClean="0"/>
              <a:t>3</a:t>
            </a:fld>
            <a:endParaRPr lang="fr-FR"/>
          </a:p>
        </p:txBody>
      </p:sp>
    </p:spTree>
    <p:extLst>
      <p:ext uri="{BB962C8B-B14F-4D97-AF65-F5344CB8AC3E}">
        <p14:creationId xmlns:p14="http://schemas.microsoft.com/office/powerpoint/2010/main" val="26936920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7.sv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7.sv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5.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e de titre_Ex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42543619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Picture Placeholder 4">
            <a:extLst>
              <a:ext uri="{FF2B5EF4-FFF2-40B4-BE49-F238E27FC236}">
                <a16:creationId xmlns:a16="http://schemas.microsoft.com/office/drawing/2014/main" id="{E997B2FF-1643-491F-8D5A-25CFB3CD989C}"/>
              </a:ext>
            </a:extLst>
          </p:cNvPr>
          <p:cNvPicPr>
            <a:picLocks noChangeAspect="1"/>
          </p:cNvPicPr>
          <p:nvPr/>
        </p:nvPicPr>
        <p:blipFill rotWithShape="1">
          <a:blip r:embed="rId5"/>
          <a:srcRect t="587" b="587"/>
          <a:stretch/>
        </p:blipFill>
        <p:spPr>
          <a:xfrm>
            <a:off x="155575" y="152400"/>
            <a:ext cx="11880850" cy="6553200"/>
          </a:xfrm>
          <a:prstGeom prst="rect">
            <a:avLst/>
          </a:prstGeom>
        </p:spPr>
      </p:pic>
      <p:sp>
        <p:nvSpPr>
          <p:cNvPr id="11" name="Rectangle 10">
            <a:extLst>
              <a:ext uri="{FF2B5EF4-FFF2-40B4-BE49-F238E27FC236}">
                <a16:creationId xmlns:a16="http://schemas.microsoft.com/office/drawing/2014/main" id="{4217B688-488C-4892-82A3-163CE502109F}"/>
              </a:ext>
            </a:extLst>
          </p:cNvPr>
          <p:cNvSpPr/>
          <p:nvPr/>
        </p:nvSpPr>
        <p:spPr>
          <a:xfrm>
            <a:off x="155574" y="152400"/>
            <a:ext cx="11880851" cy="6553200"/>
          </a:xfrm>
          <a:prstGeom prst="rect">
            <a:avLst/>
          </a:prstGeom>
          <a:gradFill>
            <a:gsLst>
              <a:gs pos="66000">
                <a:srgbClr val="000000">
                  <a:alpha val="31000"/>
                </a:srgbClr>
              </a:gs>
              <a:gs pos="8000">
                <a:srgbClr val="000000">
                  <a:alpha val="4000"/>
                </a:srgbClr>
              </a:gs>
              <a:gs pos="0">
                <a:schemeClr val="tx1">
                  <a:alpha val="0"/>
                </a:schemeClr>
              </a:gs>
              <a:gs pos="100000">
                <a:schemeClr val="tx1">
                  <a:alpha val="3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2160"/>
          </a:p>
        </p:txBody>
      </p:sp>
      <p:sp>
        <p:nvSpPr>
          <p:cNvPr id="20" name="Text Placeholder 14">
            <a:extLst>
              <a:ext uri="{FF2B5EF4-FFF2-40B4-BE49-F238E27FC236}">
                <a16:creationId xmlns:a16="http://schemas.microsoft.com/office/drawing/2014/main" id="{5F468BBF-A5CB-9041-9700-D3151961C099}"/>
              </a:ext>
            </a:extLst>
          </p:cNvPr>
          <p:cNvSpPr>
            <a:spLocks noGrp="1"/>
          </p:cNvSpPr>
          <p:nvPr>
            <p:ph type="body" sz="quarter" idx="19" hasCustomPrompt="1"/>
          </p:nvPr>
        </p:nvSpPr>
        <p:spPr>
          <a:xfrm>
            <a:off x="551057" y="5292725"/>
            <a:ext cx="3827463" cy="1063625"/>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rmAutofit/>
          </a:bodyPr>
          <a:lstStyle>
            <a:lvl1pPr marL="0" indent="0">
              <a:buNone/>
              <a:defRPr b="0" i="0">
                <a:solidFill>
                  <a:schemeClr val="bg1"/>
                </a:solidFill>
                <a:latin typeface="+mn-lt"/>
              </a:defRPr>
            </a:lvl1pPr>
          </a:lstStyle>
          <a:p>
            <a:pPr lvl="0"/>
            <a:r>
              <a:rPr lang="en-GB"/>
              <a:t>Sous-titre</a:t>
            </a:r>
            <a:endParaRPr lang="fr-FR"/>
          </a:p>
        </p:txBody>
      </p:sp>
      <p:sp>
        <p:nvSpPr>
          <p:cNvPr id="21" name="Text Placeholder 18">
            <a:extLst>
              <a:ext uri="{FF2B5EF4-FFF2-40B4-BE49-F238E27FC236}">
                <a16:creationId xmlns:a16="http://schemas.microsoft.com/office/drawing/2014/main" id="{5C036A9B-3E60-9C42-AA1E-52B7183BC77F}"/>
              </a:ext>
            </a:extLst>
          </p:cNvPr>
          <p:cNvSpPr>
            <a:spLocks noGrp="1"/>
          </p:cNvSpPr>
          <p:nvPr>
            <p:ph type="body" sz="quarter" idx="20" hasCustomPrompt="1"/>
          </p:nvPr>
        </p:nvSpPr>
        <p:spPr>
          <a:xfrm>
            <a:off x="551720" y="4975739"/>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err="1"/>
              <a:t>Thème</a:t>
            </a:r>
            <a:endParaRPr lang="fr-FR"/>
          </a:p>
        </p:txBody>
      </p:sp>
      <p:sp>
        <p:nvSpPr>
          <p:cNvPr id="13" name="Text Placeholder 18">
            <a:extLst>
              <a:ext uri="{FF2B5EF4-FFF2-40B4-BE49-F238E27FC236}">
                <a16:creationId xmlns:a16="http://schemas.microsoft.com/office/drawing/2014/main" id="{0DAF740A-5832-474D-B3E9-9E352D04B42C}"/>
              </a:ext>
            </a:extLst>
          </p:cNvPr>
          <p:cNvSpPr>
            <a:spLocks noGrp="1"/>
          </p:cNvSpPr>
          <p:nvPr>
            <p:ph type="body" sz="quarter" idx="21" hasCustomPrompt="1"/>
          </p:nvPr>
        </p:nvSpPr>
        <p:spPr>
          <a:xfrm>
            <a:off x="551720" y="264050"/>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a:t>Date</a:t>
            </a:r>
            <a:endParaRPr lang="fr-FR"/>
          </a:p>
        </p:txBody>
      </p:sp>
      <p:sp>
        <p:nvSpPr>
          <p:cNvPr id="3" name="Titre 2">
            <a:extLst>
              <a:ext uri="{FF2B5EF4-FFF2-40B4-BE49-F238E27FC236}">
                <a16:creationId xmlns:a16="http://schemas.microsoft.com/office/drawing/2014/main" id="{77144D3E-4538-47FE-9291-A9AD3DA2C797}"/>
              </a:ext>
            </a:extLst>
          </p:cNvPr>
          <p:cNvSpPr>
            <a:spLocks noGrp="1"/>
          </p:cNvSpPr>
          <p:nvPr>
            <p:ph type="title"/>
          </p:nvPr>
        </p:nvSpPr>
        <p:spPr>
          <a:xfrm>
            <a:off x="551057" y="2167739"/>
            <a:ext cx="10816719" cy="2728614"/>
          </a:xfrm>
        </p:spPr>
        <p:txBody>
          <a:bodyPr vert="horz">
            <a:normAutofit/>
          </a:bodyPr>
          <a:lstStyle>
            <a:lvl1pPr marL="0" indent="0" algn="r" defTabSz="914400" rtl="0" eaLnBrk="1" latinLnBrk="0" hangingPunct="1">
              <a:lnSpc>
                <a:spcPct val="80000"/>
              </a:lnSpc>
              <a:spcBef>
                <a:spcPts val="1000"/>
              </a:spcBef>
              <a:buFont typeface="Arial" panose="020B0604020202020204" pitchFamily="34" charset="0"/>
              <a:buNone/>
              <a:defRPr lang="fr-FR" sz="8800" b="1" i="0" kern="1200" spc="-200" dirty="0">
                <a:solidFill>
                  <a:schemeClr val="bg1"/>
                </a:solidFill>
                <a:latin typeface="+mj-lt"/>
                <a:ea typeface="+mn-ea"/>
                <a:cs typeface="+mn-cs"/>
              </a:defRPr>
            </a:lvl1pPr>
          </a:lstStyle>
          <a:p>
            <a:r>
              <a:rPr lang="fr-FR"/>
              <a:t>Modifiez le style du titre</a:t>
            </a:r>
          </a:p>
        </p:txBody>
      </p:sp>
      <p:sp>
        <p:nvSpPr>
          <p:cNvPr id="6" name="Espace réservé pour une image  5">
            <a:extLst>
              <a:ext uri="{FF2B5EF4-FFF2-40B4-BE49-F238E27FC236}">
                <a16:creationId xmlns:a16="http://schemas.microsoft.com/office/drawing/2014/main" id="{AFCADCEA-D7EF-4A23-BEC7-7D6DFD55D920}"/>
              </a:ext>
            </a:extLst>
          </p:cNvPr>
          <p:cNvSpPr>
            <a:spLocks noGrp="1"/>
          </p:cNvSpPr>
          <p:nvPr>
            <p:ph type="pic" sz="quarter" idx="22" hasCustomPrompt="1"/>
          </p:nvPr>
        </p:nvSpPr>
        <p:spPr>
          <a:xfrm>
            <a:off x="4627283" y="5292725"/>
            <a:ext cx="2937434" cy="1063625"/>
          </a:xfrm>
        </p:spPr>
        <p:txBody>
          <a:bodyPr/>
          <a:lstStyle>
            <a:lvl1pPr marL="0" indent="0">
              <a:buNone/>
              <a:defRPr sz="1600">
                <a:solidFill>
                  <a:schemeClr val="bg1"/>
                </a:solidFill>
              </a:defRPr>
            </a:lvl1pPr>
          </a:lstStyle>
          <a:p>
            <a:r>
              <a:rPr lang="fr-FR"/>
              <a:t>Insérer le logo client</a:t>
            </a:r>
          </a:p>
        </p:txBody>
      </p:sp>
      <p:pic>
        <p:nvPicPr>
          <p:cNvPr id="5" name="Graphic 2">
            <a:extLst>
              <a:ext uri="{FF2B5EF4-FFF2-40B4-BE49-F238E27FC236}">
                <a16:creationId xmlns:a16="http://schemas.microsoft.com/office/drawing/2014/main" id="{D741F203-39C2-8465-9E74-15F19FD3D56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38883" y="5292725"/>
            <a:ext cx="3128893" cy="1063625"/>
          </a:xfrm>
          <a:prstGeom prst="rect">
            <a:avLst/>
          </a:prstGeom>
        </p:spPr>
      </p:pic>
    </p:spTree>
    <p:extLst>
      <p:ext uri="{BB962C8B-B14F-4D97-AF65-F5344CB8AC3E}">
        <p14:creationId xmlns:p14="http://schemas.microsoft.com/office/powerpoint/2010/main" val="497042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nde gauche bleue">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40509726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25C6E4F6-E88F-E84E-0950-25AFB4F532BB}"/>
              </a:ext>
            </a:extLst>
          </p:cNvPr>
          <p:cNvSpPr/>
          <p:nvPr/>
        </p:nvSpPr>
        <p:spPr>
          <a:xfrm>
            <a:off x="155574" y="152400"/>
            <a:ext cx="3378933" cy="655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80997" y="2030353"/>
            <a:ext cx="2749065" cy="360000"/>
          </a:xfrm>
        </p:spPr>
        <p:txBody>
          <a:bodyPr vert="horz"/>
          <a:lstStyle>
            <a:lvl1pPr>
              <a:defRPr>
                <a:solidFill>
                  <a:schemeClr val="bg1"/>
                </a:solidFill>
              </a:defRPr>
            </a:lvl1pPr>
          </a:lstStyle>
          <a:p>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34508" y="6340474"/>
            <a:ext cx="5888442" cy="365125"/>
          </a:xfrm>
        </p:spPr>
        <p:txBody>
          <a:bodyPr/>
          <a:lstStyle/>
          <a:p>
            <a:endParaRPr lang="fr-FR"/>
          </a:p>
        </p:txBody>
      </p:sp>
      <p:sp>
        <p:nvSpPr>
          <p:cNvPr id="4" name="Espace réservé du numéro de diapositive 3">
            <a:extLst>
              <a:ext uri="{FF2B5EF4-FFF2-40B4-BE49-F238E27FC236}">
                <a16:creationId xmlns:a16="http://schemas.microsoft.com/office/drawing/2014/main" id="{1BF62DE9-7AC1-E144-7ADD-B32A018D6683}"/>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8" name="TextBox 8">
            <a:extLst>
              <a:ext uri="{FF2B5EF4-FFF2-40B4-BE49-F238E27FC236}">
                <a16:creationId xmlns:a16="http://schemas.microsoft.com/office/drawing/2014/main" id="{B1B33616-6D65-DB30-4453-6813484D6A8F}"/>
              </a:ext>
            </a:extLst>
          </p:cNvPr>
          <p:cNvSpPr txBox="1"/>
          <p:nvPr/>
        </p:nvSpPr>
        <p:spPr>
          <a:xfrm>
            <a:off x="380997" y="6407620"/>
            <a:ext cx="1723549" cy="230832"/>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bg1"/>
                </a:solidFill>
                <a:effectLst/>
                <a:uLnTx/>
                <a:uFillTx/>
                <a:latin typeface="+mj-lt"/>
                <a:ea typeface="+mn-ea"/>
                <a:cs typeface="+mn-cs"/>
              </a:rPr>
              <a:t>© ACI partners | Confidentiel </a:t>
            </a:r>
          </a:p>
        </p:txBody>
      </p:sp>
      <p:sp>
        <p:nvSpPr>
          <p:cNvPr id="9" name="Espace réservé du contenu 11">
            <a:extLst>
              <a:ext uri="{FF2B5EF4-FFF2-40B4-BE49-F238E27FC236}">
                <a16:creationId xmlns:a16="http://schemas.microsoft.com/office/drawing/2014/main" id="{0195042A-90D0-34D6-C22D-45B6A12E2BEA}"/>
              </a:ext>
            </a:extLst>
          </p:cNvPr>
          <p:cNvSpPr>
            <a:spLocks noGrp="1"/>
          </p:cNvSpPr>
          <p:nvPr>
            <p:ph sz="quarter" idx="12"/>
          </p:nvPr>
        </p:nvSpPr>
        <p:spPr>
          <a:xfrm>
            <a:off x="3706694" y="1606555"/>
            <a:ext cx="8104305" cy="457040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91813693"/>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apositive de titre_In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41459237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Picture Placeholder 4">
            <a:extLst>
              <a:ext uri="{FF2B5EF4-FFF2-40B4-BE49-F238E27FC236}">
                <a16:creationId xmlns:a16="http://schemas.microsoft.com/office/drawing/2014/main" id="{E997B2FF-1643-491F-8D5A-25CFB3CD989C}"/>
              </a:ext>
            </a:extLst>
          </p:cNvPr>
          <p:cNvPicPr>
            <a:picLocks noChangeAspect="1"/>
          </p:cNvPicPr>
          <p:nvPr/>
        </p:nvPicPr>
        <p:blipFill rotWithShape="1">
          <a:blip r:embed="rId5"/>
          <a:srcRect t="587" b="587"/>
          <a:stretch/>
        </p:blipFill>
        <p:spPr>
          <a:xfrm>
            <a:off x="155575" y="152400"/>
            <a:ext cx="11880850" cy="6553200"/>
          </a:xfrm>
          <a:prstGeom prst="rect">
            <a:avLst/>
          </a:prstGeom>
        </p:spPr>
      </p:pic>
      <p:sp>
        <p:nvSpPr>
          <p:cNvPr id="11" name="Rectangle 10">
            <a:extLst>
              <a:ext uri="{FF2B5EF4-FFF2-40B4-BE49-F238E27FC236}">
                <a16:creationId xmlns:a16="http://schemas.microsoft.com/office/drawing/2014/main" id="{4217B688-488C-4892-82A3-163CE502109F}"/>
              </a:ext>
            </a:extLst>
          </p:cNvPr>
          <p:cNvSpPr/>
          <p:nvPr/>
        </p:nvSpPr>
        <p:spPr>
          <a:xfrm>
            <a:off x="155574" y="152400"/>
            <a:ext cx="11880851" cy="6553200"/>
          </a:xfrm>
          <a:prstGeom prst="rect">
            <a:avLst/>
          </a:prstGeom>
          <a:gradFill>
            <a:gsLst>
              <a:gs pos="66000">
                <a:srgbClr val="000000">
                  <a:alpha val="31000"/>
                </a:srgbClr>
              </a:gs>
              <a:gs pos="8000">
                <a:srgbClr val="000000">
                  <a:alpha val="4000"/>
                </a:srgbClr>
              </a:gs>
              <a:gs pos="0">
                <a:schemeClr val="tx1">
                  <a:alpha val="0"/>
                </a:schemeClr>
              </a:gs>
              <a:gs pos="100000">
                <a:schemeClr val="tx1">
                  <a:alpha val="3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2160"/>
          </a:p>
        </p:txBody>
      </p:sp>
      <p:sp>
        <p:nvSpPr>
          <p:cNvPr id="20" name="Text Placeholder 14">
            <a:extLst>
              <a:ext uri="{FF2B5EF4-FFF2-40B4-BE49-F238E27FC236}">
                <a16:creationId xmlns:a16="http://schemas.microsoft.com/office/drawing/2014/main" id="{5F468BBF-A5CB-9041-9700-D3151961C099}"/>
              </a:ext>
            </a:extLst>
          </p:cNvPr>
          <p:cNvSpPr>
            <a:spLocks noGrp="1"/>
          </p:cNvSpPr>
          <p:nvPr>
            <p:ph type="body" sz="quarter" idx="19" hasCustomPrompt="1"/>
          </p:nvPr>
        </p:nvSpPr>
        <p:spPr>
          <a:xfrm>
            <a:off x="551057" y="5292725"/>
            <a:ext cx="3827463" cy="1063625"/>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rmAutofit/>
          </a:bodyPr>
          <a:lstStyle>
            <a:lvl1pPr marL="0" indent="0">
              <a:buNone/>
              <a:defRPr b="0" i="0">
                <a:solidFill>
                  <a:schemeClr val="bg1"/>
                </a:solidFill>
                <a:latin typeface="+mn-lt"/>
              </a:defRPr>
            </a:lvl1pPr>
          </a:lstStyle>
          <a:p>
            <a:pPr lvl="0"/>
            <a:r>
              <a:rPr lang="en-GB"/>
              <a:t>Sous-titre</a:t>
            </a:r>
            <a:endParaRPr lang="fr-FR"/>
          </a:p>
        </p:txBody>
      </p:sp>
      <p:sp>
        <p:nvSpPr>
          <p:cNvPr id="21" name="Text Placeholder 18">
            <a:extLst>
              <a:ext uri="{FF2B5EF4-FFF2-40B4-BE49-F238E27FC236}">
                <a16:creationId xmlns:a16="http://schemas.microsoft.com/office/drawing/2014/main" id="{5C036A9B-3E60-9C42-AA1E-52B7183BC77F}"/>
              </a:ext>
            </a:extLst>
          </p:cNvPr>
          <p:cNvSpPr>
            <a:spLocks noGrp="1"/>
          </p:cNvSpPr>
          <p:nvPr>
            <p:ph type="body" sz="quarter" idx="20" hasCustomPrompt="1"/>
          </p:nvPr>
        </p:nvSpPr>
        <p:spPr>
          <a:xfrm>
            <a:off x="551720" y="4975739"/>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err="1"/>
              <a:t>Thème</a:t>
            </a:r>
            <a:endParaRPr lang="fr-FR"/>
          </a:p>
        </p:txBody>
      </p:sp>
      <p:sp>
        <p:nvSpPr>
          <p:cNvPr id="13" name="Text Placeholder 18">
            <a:extLst>
              <a:ext uri="{FF2B5EF4-FFF2-40B4-BE49-F238E27FC236}">
                <a16:creationId xmlns:a16="http://schemas.microsoft.com/office/drawing/2014/main" id="{0DAF740A-5832-474D-B3E9-9E352D04B42C}"/>
              </a:ext>
            </a:extLst>
          </p:cNvPr>
          <p:cNvSpPr>
            <a:spLocks noGrp="1"/>
          </p:cNvSpPr>
          <p:nvPr>
            <p:ph type="body" sz="quarter" idx="21" hasCustomPrompt="1"/>
          </p:nvPr>
        </p:nvSpPr>
        <p:spPr>
          <a:xfrm>
            <a:off x="551720" y="264050"/>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a:t>Date</a:t>
            </a:r>
            <a:endParaRPr lang="fr-FR"/>
          </a:p>
        </p:txBody>
      </p:sp>
      <p:pic>
        <p:nvPicPr>
          <p:cNvPr id="9" name="Graphic 2">
            <a:extLst>
              <a:ext uri="{FF2B5EF4-FFF2-40B4-BE49-F238E27FC236}">
                <a16:creationId xmlns:a16="http://schemas.microsoft.com/office/drawing/2014/main" id="{E6D46E39-FB99-4BF4-B965-51E1513752D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04563" y="4818826"/>
            <a:ext cx="5285016" cy="1796570"/>
          </a:xfrm>
          <a:prstGeom prst="rect">
            <a:avLst/>
          </a:prstGeom>
        </p:spPr>
      </p:pic>
      <p:sp>
        <p:nvSpPr>
          <p:cNvPr id="3" name="Titre 2">
            <a:extLst>
              <a:ext uri="{FF2B5EF4-FFF2-40B4-BE49-F238E27FC236}">
                <a16:creationId xmlns:a16="http://schemas.microsoft.com/office/drawing/2014/main" id="{77144D3E-4538-47FE-9291-A9AD3DA2C797}"/>
              </a:ext>
            </a:extLst>
          </p:cNvPr>
          <p:cNvSpPr>
            <a:spLocks noGrp="1"/>
          </p:cNvSpPr>
          <p:nvPr>
            <p:ph type="title"/>
          </p:nvPr>
        </p:nvSpPr>
        <p:spPr>
          <a:xfrm>
            <a:off x="551057" y="2167739"/>
            <a:ext cx="10816719" cy="2728614"/>
          </a:xfrm>
        </p:spPr>
        <p:txBody>
          <a:bodyPr vert="horz">
            <a:normAutofit/>
          </a:bodyPr>
          <a:lstStyle>
            <a:lvl1pPr marL="0" indent="0" algn="r" defTabSz="914400" rtl="0" eaLnBrk="1" latinLnBrk="0" hangingPunct="1">
              <a:lnSpc>
                <a:spcPct val="80000"/>
              </a:lnSpc>
              <a:spcBef>
                <a:spcPts val="1000"/>
              </a:spcBef>
              <a:buFont typeface="Arial" panose="020B0604020202020204" pitchFamily="34" charset="0"/>
              <a:buNone/>
              <a:defRPr lang="fr-FR" sz="8800" b="1" i="0" kern="1200" spc="-200" dirty="0">
                <a:solidFill>
                  <a:schemeClr val="bg1"/>
                </a:solidFill>
                <a:latin typeface="+mj-lt"/>
                <a:ea typeface="+mn-ea"/>
                <a:cs typeface="+mn-cs"/>
              </a:defRPr>
            </a:lvl1pPr>
          </a:lstStyle>
          <a:p>
            <a:r>
              <a:rPr lang="fr-FR"/>
              <a:t>Modifiez le style du titre</a:t>
            </a:r>
          </a:p>
        </p:txBody>
      </p:sp>
    </p:spTree>
    <p:extLst>
      <p:ext uri="{BB962C8B-B14F-4D97-AF65-F5344CB8AC3E}">
        <p14:creationId xmlns:p14="http://schemas.microsoft.com/office/powerpoint/2010/main" val="3944283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nde gauche grise">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3420955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70FB9975-02E6-5AA9-F3E3-25070AE0C3B8}"/>
              </a:ext>
            </a:extLst>
          </p:cNvPr>
          <p:cNvSpPr/>
          <p:nvPr/>
        </p:nvSpPr>
        <p:spPr>
          <a:xfrm>
            <a:off x="155574" y="152399"/>
            <a:ext cx="3378933" cy="65532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80997" y="2030353"/>
            <a:ext cx="2749065" cy="360000"/>
          </a:xfrm>
        </p:spPr>
        <p:txBody>
          <a:bodyPr vert="horz" lIns="91440" tIns="45720" rIns="91440" bIns="45720" rtlCol="0" anchor="t">
            <a:noAutofit/>
          </a:bodyPr>
          <a:lstStyle>
            <a:lvl1pPr>
              <a:defRPr lang="fr-FR" dirty="0"/>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34508" y="6339417"/>
            <a:ext cx="5888442" cy="365125"/>
          </a:xfrm>
        </p:spPr>
        <p:txBody>
          <a:bodyPr/>
          <a:lstStyle/>
          <a:p>
            <a:endParaRPr lang="fr-FR"/>
          </a:p>
        </p:txBody>
      </p:sp>
      <p:sp>
        <p:nvSpPr>
          <p:cNvPr id="4" name="Espace réservé du numéro de diapositive 3">
            <a:extLst>
              <a:ext uri="{FF2B5EF4-FFF2-40B4-BE49-F238E27FC236}">
                <a16:creationId xmlns:a16="http://schemas.microsoft.com/office/drawing/2014/main" id="{1BF62DE9-7AC1-E144-7ADD-B32A018D6683}"/>
              </a:ext>
            </a:extLst>
          </p:cNvPr>
          <p:cNvSpPr>
            <a:spLocks noGrp="1"/>
          </p:cNvSpPr>
          <p:nvPr>
            <p:ph type="sldNum" sz="quarter" idx="11"/>
          </p:nvPr>
        </p:nvSpPr>
        <p:spPr>
          <a:xfrm>
            <a:off x="11219530" y="6340475"/>
            <a:ext cx="591470" cy="365125"/>
          </a:xfrm>
        </p:spPr>
        <p:txBody>
          <a:bodyPr/>
          <a:lstStyle/>
          <a:p>
            <a:fld id="{BE9517EC-C298-4848-B090-11602D956FCE}" type="slidenum">
              <a:rPr lang="fr-FR" smtClean="0"/>
              <a:pPr/>
              <a:t>‹N°›</a:t>
            </a:fld>
            <a:endParaRPr lang="fr-FR"/>
          </a:p>
        </p:txBody>
      </p:sp>
      <p:sp>
        <p:nvSpPr>
          <p:cNvPr id="8" name="TextBox 8">
            <a:extLst>
              <a:ext uri="{FF2B5EF4-FFF2-40B4-BE49-F238E27FC236}">
                <a16:creationId xmlns:a16="http://schemas.microsoft.com/office/drawing/2014/main" id="{B1B33616-6D65-DB30-4453-6813484D6A8F}"/>
              </a:ext>
            </a:extLst>
          </p:cNvPr>
          <p:cNvSpPr txBox="1"/>
          <p:nvPr/>
        </p:nvSpPr>
        <p:spPr>
          <a:xfrm>
            <a:off x="380997" y="6406563"/>
            <a:ext cx="1723549" cy="230832"/>
          </a:xfrm>
          <a:prstGeom prst="rect">
            <a:avLst/>
          </a:prstGeom>
          <a:noFill/>
        </p:spPr>
        <p:txBody>
          <a:bodyPr wrap="none" rtlCol="0" anchor="ctr">
            <a:spAutoFit/>
          </a:bodyPr>
          <a:lstStyle>
            <a:defPPr>
              <a:defRPr lang="fr-FR"/>
            </a:defPPr>
            <a:lvl1pPr marR="0" lvl="0" indent="0" fontAlgn="auto">
              <a:lnSpc>
                <a:spcPct val="100000"/>
              </a:lnSpc>
              <a:spcBef>
                <a:spcPts val="0"/>
              </a:spcBef>
              <a:spcAft>
                <a:spcPts val="0"/>
              </a:spcAft>
              <a:buClrTx/>
              <a:buSzTx/>
              <a:buFontTx/>
              <a:buNone/>
              <a:tabLst/>
              <a:defRPr kumimoji="0" sz="900" b="0" i="0" u="none" strike="noStrike" cap="none" spc="0" normalizeH="0" baseline="0">
                <a:ln>
                  <a:noFill/>
                </a:ln>
                <a:solidFill>
                  <a:schemeClr val="tx2"/>
                </a:solidFill>
                <a:effectLst/>
                <a:uLnTx/>
                <a:uFillTx/>
                <a:latin typeface="Raleway Light" panose="020B0003030101060003" pitchFamily="34" charset="0"/>
              </a:defRPr>
            </a:lvl1pPr>
          </a:lstStyle>
          <a:p>
            <a:pPr lvl="0"/>
            <a:r>
              <a:rPr lang="fr-FR" noProof="0">
                <a:latin typeface="+mj-lt"/>
              </a:rPr>
              <a:t>© ACI partners | Confidentiel </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706694" y="1606555"/>
            <a:ext cx="8104305" cy="457040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15975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ande bleue à droit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27410171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CF30EC56-780E-456D-F690-0606D4ED1B3A}"/>
              </a:ext>
            </a:extLst>
          </p:cNvPr>
          <p:cNvSpPr/>
          <p:nvPr/>
        </p:nvSpPr>
        <p:spPr>
          <a:xfrm>
            <a:off x="9504486" y="152401"/>
            <a:ext cx="2531939" cy="65480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a:xfrm>
            <a:off x="380997" y="485693"/>
            <a:ext cx="904195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a:xfrm>
            <a:off x="2104549" y="6340476"/>
            <a:ext cx="7318401" cy="360000"/>
          </a:xfrm>
        </p:spPr>
        <p:txBody>
          <a:bodyPr/>
          <a:lstStyle/>
          <a:p>
            <a:endParaRPr lang="fr-F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a:xfrm>
            <a:off x="11219530" y="6340475"/>
            <a:ext cx="591470" cy="360001"/>
          </a:xfrm>
        </p:spPr>
        <p:txBody>
          <a:bodyPr/>
          <a:lstStyle>
            <a:lvl1pPr>
              <a:defRPr>
                <a:solidFill>
                  <a:schemeClr val="bg1"/>
                </a:solidFill>
              </a:defRPr>
            </a:lvl1pPr>
          </a:lstStyle>
          <a:p>
            <a:fld id="{BE9517EC-C298-4848-B090-11602D956FCE}" type="slidenum">
              <a:rPr lang="fr-FR" smtClean="0"/>
              <a:pPr/>
              <a:t>‹N°›</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06551"/>
            <a:ext cx="9041953" cy="360000"/>
          </a:xfrm>
        </p:spPr>
        <p:txBody>
          <a:bodyPr anchor="t">
            <a:noAutofit/>
          </a:bodyPr>
          <a:lstStyle>
            <a:lvl1pPr marL="0" indent="0">
              <a:buNone/>
              <a:defRPr sz="1600">
                <a:solidFill>
                  <a:schemeClr val="tx2"/>
                </a:solidFill>
                <a:latin typeface="+mj-lt"/>
              </a:defRPr>
            </a:lvl1pPr>
          </a:lstStyle>
          <a:p>
            <a:pPr lvl="0"/>
            <a:r>
              <a:rPr lang="fr-FR"/>
              <a:t>Sous titre</a:t>
            </a:r>
          </a:p>
        </p:txBody>
      </p:sp>
      <p:pic>
        <p:nvPicPr>
          <p:cNvPr id="8" name="Graphic 12">
            <a:extLst>
              <a:ext uri="{FF2B5EF4-FFF2-40B4-BE49-F238E27FC236}">
                <a16:creationId xmlns:a16="http://schemas.microsoft.com/office/drawing/2014/main" id="{D53CA171-068E-EDB1-7CF5-A2BB8CAEC11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22950" y="6232787"/>
            <a:ext cx="1796580" cy="610723"/>
          </a:xfrm>
          <a:prstGeom prst="rect">
            <a:avLst/>
          </a:prstGeom>
        </p:spPr>
      </p:pic>
      <p:sp>
        <p:nvSpPr>
          <p:cNvPr id="9" name="Espace réservé du contenu 11">
            <a:extLst>
              <a:ext uri="{FF2B5EF4-FFF2-40B4-BE49-F238E27FC236}">
                <a16:creationId xmlns:a16="http://schemas.microsoft.com/office/drawing/2014/main" id="{B8E04866-5B0C-A17E-298A-637EC30BB1CD}"/>
              </a:ext>
            </a:extLst>
          </p:cNvPr>
          <p:cNvSpPr>
            <a:spLocks noGrp="1"/>
          </p:cNvSpPr>
          <p:nvPr>
            <p:ph sz="quarter" idx="12"/>
          </p:nvPr>
        </p:nvSpPr>
        <p:spPr>
          <a:xfrm>
            <a:off x="380997" y="1825624"/>
            <a:ext cx="9041952"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197273557"/>
      </p:ext>
    </p:extLst>
  </p:cSld>
  <p:clrMapOvr>
    <a:masterClrMapping/>
  </p:clrMapOvr>
  <p:extLst>
    <p:ext uri="{DCECCB84-F9BA-43D5-87BE-67443E8EF086}">
      <p15:sldGuideLst xmlns:p15="http://schemas.microsoft.com/office/powerpoint/2012/main">
        <p15:guide id="2" orient="horz" pos="422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graphicFrame>
        <p:nvGraphicFramePr>
          <p:cNvPr id="10" name="Objet 9" hidden="1">
            <a:extLst>
              <a:ext uri="{FF2B5EF4-FFF2-40B4-BE49-F238E27FC236}">
                <a16:creationId xmlns:a16="http://schemas.microsoft.com/office/drawing/2014/main" id="{05A7B304-0FC6-A7CA-FA84-47B4F0706119}"/>
              </a:ext>
            </a:extLst>
          </p:cNvPr>
          <p:cNvGraphicFramePr>
            <a:graphicFrameLocks noChangeAspect="1"/>
          </p:cNvGraphicFramePr>
          <p:nvPr>
            <p:custDataLst>
              <p:tags r:id="rId1"/>
            </p:custDataLst>
            <p:extLst>
              <p:ext uri="{D42A27DB-BD31-4B8C-83A1-F6EECF244321}">
                <p14:modId xmlns:p14="http://schemas.microsoft.com/office/powerpoint/2010/main" val="12559535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10" name="Objet 9" hidden="1">
                        <a:extLst>
                          <a:ext uri="{FF2B5EF4-FFF2-40B4-BE49-F238E27FC236}">
                            <a16:creationId xmlns:a16="http://schemas.microsoft.com/office/drawing/2014/main" id="{05A7B304-0FC6-A7CA-FA84-47B4F070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54BAF359-327C-B4E8-9F79-27F34771BBEA}"/>
              </a:ext>
            </a:extLst>
          </p:cNvPr>
          <p:cNvSpPr>
            <a:spLocks noGrp="1"/>
          </p:cNvSpPr>
          <p:nvPr>
            <p:ph type="title" hasCustomPrompt="1"/>
          </p:nvPr>
        </p:nvSpPr>
        <p:spPr/>
        <p:txBody>
          <a:bodyPr vert="horz" anchor="t"/>
          <a:lstStyle>
            <a:lvl1pPr>
              <a:defRPr>
                <a:latin typeface="+mj-lt"/>
              </a:defRPr>
            </a:lvl1pPr>
          </a:lstStyle>
          <a:p>
            <a:r>
              <a:rPr lang="fr-FR"/>
              <a:t>Titre</a:t>
            </a:r>
          </a:p>
        </p:txBody>
      </p:sp>
      <p:sp>
        <p:nvSpPr>
          <p:cNvPr id="3" name="Espace réservé du pied de page 2">
            <a:extLst>
              <a:ext uri="{FF2B5EF4-FFF2-40B4-BE49-F238E27FC236}">
                <a16:creationId xmlns:a16="http://schemas.microsoft.com/office/drawing/2014/main" id="{3E6FB74B-9577-0CA4-476E-AF81AA57CDBE}"/>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527C0B86-BB50-84CF-E7B5-FAD5FB9A6B50}"/>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12" name="Espace réservé du contenu 11">
            <a:extLst>
              <a:ext uri="{FF2B5EF4-FFF2-40B4-BE49-F238E27FC236}">
                <a16:creationId xmlns:a16="http://schemas.microsoft.com/office/drawing/2014/main" id="{2541A85A-BD07-8F9E-3F4A-2FA68B1A9116}"/>
              </a:ext>
            </a:extLst>
          </p:cNvPr>
          <p:cNvSpPr>
            <a:spLocks noGrp="1"/>
          </p:cNvSpPr>
          <p:nvPr>
            <p:ph sz="quarter" idx="12"/>
          </p:nvPr>
        </p:nvSpPr>
        <p:spPr>
          <a:xfrm>
            <a:off x="380996" y="1825624"/>
            <a:ext cx="11430003"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3">
            <a:extLst>
              <a:ext uri="{FF2B5EF4-FFF2-40B4-BE49-F238E27FC236}">
                <a16:creationId xmlns:a16="http://schemas.microsoft.com/office/drawing/2014/main" id="{73C495DC-BFBC-1250-EA79-F47766C421FF}"/>
              </a:ext>
            </a:extLst>
          </p:cNvPr>
          <p:cNvSpPr>
            <a:spLocks noGrp="1"/>
          </p:cNvSpPr>
          <p:nvPr>
            <p:ph type="body" sz="quarter" idx="13" hasCustomPrompt="1"/>
          </p:nvPr>
        </p:nvSpPr>
        <p:spPr>
          <a:xfrm>
            <a:off x="380995" y="1106551"/>
            <a:ext cx="11430003" cy="360000"/>
          </a:xfrm>
        </p:spPr>
        <p:txBody>
          <a:bodyPr anchor="t">
            <a:noAutofit/>
          </a:bodyPr>
          <a:lstStyle>
            <a:lvl1pPr marL="0" indent="0">
              <a:buFont typeface="Arial" panose="020B0604020202020204" pitchFamily="34" charset="0"/>
              <a:buNone/>
              <a:defRPr sz="1600">
                <a:solidFill>
                  <a:schemeClr val="tx2"/>
                </a:solidFill>
                <a:latin typeface="+mj-lt"/>
              </a:defRPr>
            </a:lvl1pPr>
          </a:lstStyle>
          <a:p>
            <a:pPr lvl="0"/>
            <a:r>
              <a:rPr lang="fr-FR"/>
              <a:t>Sous titre</a:t>
            </a:r>
          </a:p>
        </p:txBody>
      </p:sp>
    </p:spTree>
    <p:extLst>
      <p:ext uri="{BB962C8B-B14F-4D97-AF65-F5344CB8AC3E}">
        <p14:creationId xmlns:p14="http://schemas.microsoft.com/office/powerpoint/2010/main" val="3828655395"/>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36087087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55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6" name="Espace réservé du texte 11">
            <a:extLst>
              <a:ext uri="{FF2B5EF4-FFF2-40B4-BE49-F238E27FC236}">
                <a16:creationId xmlns:a16="http://schemas.microsoft.com/office/drawing/2014/main" id="{C09F6E40-0B05-4D05-F386-EB73033D29DB}"/>
              </a:ext>
            </a:extLst>
          </p:cNvPr>
          <p:cNvSpPr>
            <a:spLocks noGrp="1"/>
          </p:cNvSpPr>
          <p:nvPr>
            <p:ph type="body" sz="quarter" idx="15" hasCustomPrompt="1"/>
          </p:nvPr>
        </p:nvSpPr>
        <p:spPr>
          <a:xfrm>
            <a:off x="6231005" y="1106551"/>
            <a:ext cx="55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55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contenu 11">
            <a:extLst>
              <a:ext uri="{FF2B5EF4-FFF2-40B4-BE49-F238E27FC236}">
                <a16:creationId xmlns:a16="http://schemas.microsoft.com/office/drawing/2014/main" id="{922C5E9B-333D-AE2C-4982-73E30FAD37C9}"/>
              </a:ext>
            </a:extLst>
          </p:cNvPr>
          <p:cNvSpPr>
            <a:spLocks noGrp="1"/>
          </p:cNvSpPr>
          <p:nvPr>
            <p:ph sz="quarter" idx="16"/>
          </p:nvPr>
        </p:nvSpPr>
        <p:spPr>
          <a:xfrm>
            <a:off x="6231005" y="1825624"/>
            <a:ext cx="55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65781092"/>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ux contenus 1-2">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7870777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4241999" y="1106551"/>
            <a:ext cx="7569001"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4241999" y="1825624"/>
            <a:ext cx="7569001"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03887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eux contenus 2-1">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28399407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7641002"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6" y="1825624"/>
            <a:ext cx="7641001"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103000" y="1106551"/>
            <a:ext cx="3708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103000" y="1825624"/>
            <a:ext cx="3708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94958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rois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40966173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Espace réservé du texte 11">
            <a:extLst>
              <a:ext uri="{FF2B5EF4-FFF2-40B4-BE49-F238E27FC236}">
                <a16:creationId xmlns:a16="http://schemas.microsoft.com/office/drawing/2014/main" id="{061B42E4-1FCD-A654-7B40-D184085DD133}"/>
              </a:ext>
            </a:extLst>
          </p:cNvPr>
          <p:cNvSpPr>
            <a:spLocks noGrp="1"/>
          </p:cNvSpPr>
          <p:nvPr>
            <p:ph type="body" sz="quarter" idx="15" hasCustomPrompt="1"/>
          </p:nvPr>
        </p:nvSpPr>
        <p:spPr>
          <a:xfrm>
            <a:off x="4205998"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1" name="Espace réservé du contenu 11">
            <a:extLst>
              <a:ext uri="{FF2B5EF4-FFF2-40B4-BE49-F238E27FC236}">
                <a16:creationId xmlns:a16="http://schemas.microsoft.com/office/drawing/2014/main" id="{5C41A9E7-AEDF-C9A6-A6FC-31C65E7147D2}"/>
              </a:ext>
            </a:extLst>
          </p:cNvPr>
          <p:cNvSpPr>
            <a:spLocks noGrp="1"/>
          </p:cNvSpPr>
          <p:nvPr>
            <p:ph sz="quarter" idx="16"/>
          </p:nvPr>
        </p:nvSpPr>
        <p:spPr>
          <a:xfrm>
            <a:off x="4205998"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031000"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031000"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333958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amp; sous titr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23228780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p:txBody>
          <a:bodyPr vert="horz"/>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06551"/>
            <a:ext cx="11430003" cy="360000"/>
          </a:xfrm>
        </p:spPr>
        <p:txBody>
          <a:bodyPr anchor="t">
            <a:noAutofit/>
          </a:bodyPr>
          <a:lstStyle>
            <a:lvl1pPr marL="0" indent="0">
              <a:buNone/>
              <a:defRPr sz="1600">
                <a:solidFill>
                  <a:schemeClr val="tx2"/>
                </a:solidFill>
                <a:latin typeface="+mj-lt"/>
              </a:defRPr>
            </a:lvl1pPr>
          </a:lstStyle>
          <a:p>
            <a:pPr lvl="0"/>
            <a:r>
              <a:rPr lang="fr-FR"/>
              <a:t>Sous titre</a:t>
            </a:r>
          </a:p>
        </p:txBody>
      </p:sp>
    </p:spTree>
    <p:extLst>
      <p:ext uri="{BB962C8B-B14F-4D97-AF65-F5344CB8AC3E}">
        <p14:creationId xmlns:p14="http://schemas.microsoft.com/office/powerpoint/2010/main" val="2350604689"/>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4e de couverture - 1">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FB72EC17-0D72-371F-B7F7-6B24EF2DDF18}"/>
              </a:ext>
            </a:extLst>
          </p:cNvPr>
          <p:cNvSpPr/>
          <p:nvPr/>
        </p:nvSpPr>
        <p:spPr>
          <a:xfrm>
            <a:off x="5059649" y="152400"/>
            <a:ext cx="6977863"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59" imgH="360" progId="TCLayout.ActiveDocument.1">
                  <p:embed/>
                </p:oleObj>
              </mc:Choice>
              <mc:Fallback>
                <p:oleObj name="Diapositive think-cell"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5" name="Graphic 26">
            <a:extLst>
              <a:ext uri="{FF2B5EF4-FFF2-40B4-BE49-F238E27FC236}">
                <a16:creationId xmlns:a16="http://schemas.microsoft.com/office/drawing/2014/main" id="{8CD01FE5-5158-1105-33C2-61FDFB0EE9D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ext Placeholder 14">
            <a:extLst>
              <a:ext uri="{FF2B5EF4-FFF2-40B4-BE49-F238E27FC236}">
                <a16:creationId xmlns:a16="http://schemas.microsoft.com/office/drawing/2014/main" id="{E65BC1D1-122B-5554-DB34-A1E8B0CD3AC0}"/>
              </a:ext>
            </a:extLst>
          </p:cNvPr>
          <p:cNvSpPr>
            <a:spLocks noGrp="1"/>
          </p:cNvSpPr>
          <p:nvPr>
            <p:ph type="body" sz="quarter" idx="30" hasCustomPrompt="1"/>
          </p:nvPr>
        </p:nvSpPr>
        <p:spPr>
          <a:xfrm>
            <a:off x="6816424" y="3001630"/>
            <a:ext cx="3464313"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28" name="Text Placeholder 18">
            <a:extLst>
              <a:ext uri="{FF2B5EF4-FFF2-40B4-BE49-F238E27FC236}">
                <a16:creationId xmlns:a16="http://schemas.microsoft.com/office/drawing/2014/main" id="{2E183326-D245-1406-CA99-58E2C3567CE0}"/>
              </a:ext>
            </a:extLst>
          </p:cNvPr>
          <p:cNvSpPr>
            <a:spLocks noGrp="1"/>
          </p:cNvSpPr>
          <p:nvPr>
            <p:ph type="body" sz="quarter" idx="31" hasCustomPrompt="1"/>
          </p:nvPr>
        </p:nvSpPr>
        <p:spPr>
          <a:xfrm>
            <a:off x="6816424" y="3684766"/>
            <a:ext cx="3464313" cy="242038"/>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2" name="Picture Placeholder 3">
            <a:extLst>
              <a:ext uri="{FF2B5EF4-FFF2-40B4-BE49-F238E27FC236}">
                <a16:creationId xmlns:a16="http://schemas.microsoft.com/office/drawing/2014/main" id="{DD8B5DCD-0FE5-F4AD-0455-D5B227CF482A}"/>
              </a:ext>
            </a:extLst>
          </p:cNvPr>
          <p:cNvSpPr>
            <a:spLocks noGrp="1"/>
          </p:cNvSpPr>
          <p:nvPr>
            <p:ph type="pic" sz="quarter" idx="33" hasCustomPrompt="1"/>
          </p:nvPr>
        </p:nvSpPr>
        <p:spPr>
          <a:xfrm>
            <a:off x="7385875" y="261954"/>
            <a:ext cx="2325411" cy="2433621"/>
          </a:xfrm>
        </p:spPr>
        <p:txBody>
          <a:bodyPr/>
          <a:lstStyle>
            <a:lvl1pPr marL="0" indent="0">
              <a:buNone/>
              <a:defRPr/>
            </a:lvl1pPr>
          </a:lstStyle>
          <a:p>
            <a:r>
              <a:rPr lang="fr-FR"/>
              <a:t> </a:t>
            </a:r>
          </a:p>
        </p:txBody>
      </p:sp>
      <p:sp>
        <p:nvSpPr>
          <p:cNvPr id="13" name="Text Placeholder 16">
            <a:extLst>
              <a:ext uri="{FF2B5EF4-FFF2-40B4-BE49-F238E27FC236}">
                <a16:creationId xmlns:a16="http://schemas.microsoft.com/office/drawing/2014/main" id="{504AF62D-622A-D8B8-3FE8-9BE1D7C55707}"/>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14" name="Text Placeholder 16">
            <a:extLst>
              <a:ext uri="{FF2B5EF4-FFF2-40B4-BE49-F238E27FC236}">
                <a16:creationId xmlns:a16="http://schemas.microsoft.com/office/drawing/2014/main" id="{7D877059-911D-4C8C-1E64-B46C382ACAEF}"/>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Tree>
    <p:extLst>
      <p:ext uri="{BB962C8B-B14F-4D97-AF65-F5344CB8AC3E}">
        <p14:creationId xmlns:p14="http://schemas.microsoft.com/office/powerpoint/2010/main" val="296366107"/>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4e de couverture - 2">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414CA6A9-229C-B726-0D5C-A6028A87561D}"/>
              </a:ext>
            </a:extLst>
          </p:cNvPr>
          <p:cNvSpPr/>
          <p:nvPr/>
        </p:nvSpPr>
        <p:spPr>
          <a:xfrm>
            <a:off x="8547708" y="152400"/>
            <a:ext cx="3488401" cy="6553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59" imgH="360" progId="TCLayout.ActiveDocument.1">
                  <p:embed/>
                </p:oleObj>
              </mc:Choice>
              <mc:Fallback>
                <p:oleObj name="Diapositive think-cell"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5" name="Graphic 26">
            <a:extLst>
              <a:ext uri="{FF2B5EF4-FFF2-40B4-BE49-F238E27FC236}">
                <a16:creationId xmlns:a16="http://schemas.microsoft.com/office/drawing/2014/main" id="{8CD01FE5-5158-1105-33C2-61FDFB0EE9D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
        <p:nvSpPr>
          <p:cNvPr id="25" name="Rectangle 24">
            <a:extLst>
              <a:ext uri="{FF2B5EF4-FFF2-40B4-BE49-F238E27FC236}">
                <a16:creationId xmlns:a16="http://schemas.microsoft.com/office/drawing/2014/main" id="{FB72EC17-0D72-371F-B7F7-6B24EF2DDF18}"/>
              </a:ext>
            </a:extLst>
          </p:cNvPr>
          <p:cNvSpPr/>
          <p:nvPr/>
        </p:nvSpPr>
        <p:spPr>
          <a:xfrm>
            <a:off x="5059650" y="152400"/>
            <a:ext cx="3488060"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ext Placeholder 14">
            <a:extLst>
              <a:ext uri="{FF2B5EF4-FFF2-40B4-BE49-F238E27FC236}">
                <a16:creationId xmlns:a16="http://schemas.microsoft.com/office/drawing/2014/main" id="{E65BC1D1-122B-5554-DB34-A1E8B0CD3AC0}"/>
              </a:ext>
            </a:extLst>
          </p:cNvPr>
          <p:cNvSpPr>
            <a:spLocks noGrp="1"/>
          </p:cNvSpPr>
          <p:nvPr>
            <p:ph type="body" sz="quarter" idx="30" hasCustomPrompt="1"/>
          </p:nvPr>
        </p:nvSpPr>
        <p:spPr>
          <a:xfrm>
            <a:off x="5164430" y="3001630"/>
            <a:ext cx="3273825"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28" name="Text Placeholder 18">
            <a:extLst>
              <a:ext uri="{FF2B5EF4-FFF2-40B4-BE49-F238E27FC236}">
                <a16:creationId xmlns:a16="http://schemas.microsoft.com/office/drawing/2014/main" id="{2E183326-D245-1406-CA99-58E2C3567CE0}"/>
              </a:ext>
            </a:extLst>
          </p:cNvPr>
          <p:cNvSpPr>
            <a:spLocks noGrp="1"/>
          </p:cNvSpPr>
          <p:nvPr>
            <p:ph type="body" sz="quarter" idx="31" hasCustomPrompt="1"/>
          </p:nvPr>
        </p:nvSpPr>
        <p:spPr>
          <a:xfrm>
            <a:off x="5164622" y="3684766"/>
            <a:ext cx="3273633" cy="242037"/>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6" name="Picture Placeholder 3">
            <a:extLst>
              <a:ext uri="{FF2B5EF4-FFF2-40B4-BE49-F238E27FC236}">
                <a16:creationId xmlns:a16="http://schemas.microsoft.com/office/drawing/2014/main" id="{1E1B4779-6E96-2CA5-5365-456599D8CBFF}"/>
              </a:ext>
            </a:extLst>
          </p:cNvPr>
          <p:cNvSpPr>
            <a:spLocks noGrp="1"/>
          </p:cNvSpPr>
          <p:nvPr>
            <p:ph type="pic" sz="quarter" idx="32" hasCustomPrompt="1"/>
          </p:nvPr>
        </p:nvSpPr>
        <p:spPr>
          <a:xfrm>
            <a:off x="5652535" y="261954"/>
            <a:ext cx="2325411" cy="2433621"/>
          </a:xfrm>
        </p:spPr>
        <p:txBody>
          <a:bodyPr/>
          <a:lstStyle>
            <a:lvl1pPr marL="0" indent="0">
              <a:buNone/>
              <a:defRPr/>
            </a:lvl1pPr>
          </a:lstStyle>
          <a:p>
            <a:r>
              <a:rPr lang="fr-FR"/>
              <a:t> </a:t>
            </a:r>
          </a:p>
        </p:txBody>
      </p:sp>
      <p:sp>
        <p:nvSpPr>
          <p:cNvPr id="18" name="Picture Placeholder 3">
            <a:extLst>
              <a:ext uri="{FF2B5EF4-FFF2-40B4-BE49-F238E27FC236}">
                <a16:creationId xmlns:a16="http://schemas.microsoft.com/office/drawing/2014/main" id="{C7704363-0CA5-9867-A073-FE0383F81B1E}"/>
              </a:ext>
            </a:extLst>
          </p:cNvPr>
          <p:cNvSpPr>
            <a:spLocks noGrp="1"/>
          </p:cNvSpPr>
          <p:nvPr>
            <p:ph type="pic" sz="quarter" idx="33" hasCustomPrompt="1"/>
          </p:nvPr>
        </p:nvSpPr>
        <p:spPr>
          <a:xfrm>
            <a:off x="9129203" y="261954"/>
            <a:ext cx="2325411" cy="2433621"/>
          </a:xfrm>
        </p:spPr>
        <p:txBody>
          <a:bodyPr/>
          <a:lstStyle>
            <a:lvl1pPr marL="0" indent="0">
              <a:buNone/>
              <a:defRPr/>
            </a:lvl1pPr>
          </a:lstStyle>
          <a:p>
            <a:r>
              <a:rPr lang="fr-FR"/>
              <a:t> </a:t>
            </a:r>
          </a:p>
        </p:txBody>
      </p:sp>
      <p:sp>
        <p:nvSpPr>
          <p:cNvPr id="19" name="Text Placeholder 16">
            <a:extLst>
              <a:ext uri="{FF2B5EF4-FFF2-40B4-BE49-F238E27FC236}">
                <a16:creationId xmlns:a16="http://schemas.microsoft.com/office/drawing/2014/main" id="{D83F5E8D-DC34-CB01-5C9C-813B260B8915}"/>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20" name="Text Placeholder 16">
            <a:extLst>
              <a:ext uri="{FF2B5EF4-FFF2-40B4-BE49-F238E27FC236}">
                <a16:creationId xmlns:a16="http://schemas.microsoft.com/office/drawing/2014/main" id="{5C0554B0-77F5-A099-E6B3-4C58136521C5}"/>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
        <p:nvSpPr>
          <p:cNvPr id="29" name="Text Placeholder 14">
            <a:extLst>
              <a:ext uri="{FF2B5EF4-FFF2-40B4-BE49-F238E27FC236}">
                <a16:creationId xmlns:a16="http://schemas.microsoft.com/office/drawing/2014/main" id="{9E3DB172-92D7-C172-A50E-E0AD69B3B44B}"/>
              </a:ext>
            </a:extLst>
          </p:cNvPr>
          <p:cNvSpPr>
            <a:spLocks noGrp="1"/>
          </p:cNvSpPr>
          <p:nvPr>
            <p:ph type="body" sz="quarter" idx="34" hasCustomPrompt="1"/>
          </p:nvPr>
        </p:nvSpPr>
        <p:spPr>
          <a:xfrm>
            <a:off x="8652488" y="3001630"/>
            <a:ext cx="3273825"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32" name="Text Placeholder 18">
            <a:extLst>
              <a:ext uri="{FF2B5EF4-FFF2-40B4-BE49-F238E27FC236}">
                <a16:creationId xmlns:a16="http://schemas.microsoft.com/office/drawing/2014/main" id="{F88450C6-721F-B2DE-95DE-354A7DBC9906}"/>
              </a:ext>
            </a:extLst>
          </p:cNvPr>
          <p:cNvSpPr>
            <a:spLocks noGrp="1"/>
          </p:cNvSpPr>
          <p:nvPr>
            <p:ph type="body" sz="quarter" idx="35" hasCustomPrompt="1"/>
          </p:nvPr>
        </p:nvSpPr>
        <p:spPr>
          <a:xfrm>
            <a:off x="8652680" y="3684766"/>
            <a:ext cx="3273633" cy="242037"/>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Tree>
    <p:extLst>
      <p:ext uri="{BB962C8B-B14F-4D97-AF65-F5344CB8AC3E}">
        <p14:creationId xmlns:p14="http://schemas.microsoft.com/office/powerpoint/2010/main" val="1980586184"/>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4e de couverture - 3">
    <p:spTree>
      <p:nvGrpSpPr>
        <p:cNvPr id="1" name=""/>
        <p:cNvGrpSpPr/>
        <p:nvPr/>
      </p:nvGrpSpPr>
      <p:grpSpPr>
        <a:xfrm>
          <a:off x="0" y="0"/>
          <a:ext cx="0" cy="0"/>
          <a:chOff x="0" y="0"/>
          <a:chExt cx="0" cy="0"/>
        </a:xfrm>
      </p:grpSpPr>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59" imgH="360" progId="TCLayout.ActiveDocument.1">
                  <p:embed/>
                </p:oleObj>
              </mc:Choice>
              <mc:Fallback>
                <p:oleObj name="Diapositive think-cell"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ext Placeholder 16">
            <a:extLst>
              <a:ext uri="{FF2B5EF4-FFF2-40B4-BE49-F238E27FC236}">
                <a16:creationId xmlns:a16="http://schemas.microsoft.com/office/drawing/2014/main" id="{FAA9235A-9DEE-240D-62CA-3BB48AA0E804}"/>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8" name="Text Placeholder 16">
            <a:extLst>
              <a:ext uri="{FF2B5EF4-FFF2-40B4-BE49-F238E27FC236}">
                <a16:creationId xmlns:a16="http://schemas.microsoft.com/office/drawing/2014/main" id="{9FF93BCF-02C7-5B52-B82D-E8ED9FA8B91E}"/>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
        <p:nvSpPr>
          <p:cNvPr id="23" name="Rectangle 22">
            <a:extLst>
              <a:ext uri="{FF2B5EF4-FFF2-40B4-BE49-F238E27FC236}">
                <a16:creationId xmlns:a16="http://schemas.microsoft.com/office/drawing/2014/main" id="{47BD2340-73DA-9C03-F51E-998F2842EFEC}"/>
              </a:ext>
            </a:extLst>
          </p:cNvPr>
          <p:cNvSpPr/>
          <p:nvPr/>
        </p:nvSpPr>
        <p:spPr>
          <a:xfrm>
            <a:off x="9711014" y="152399"/>
            <a:ext cx="2325411" cy="6553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mj-lt"/>
                <a:cs typeface="Arial" panose="020B0604020202020204" pitchFamily="34" charset="0"/>
              </a:rPr>
              <a:t> </a:t>
            </a:r>
          </a:p>
        </p:txBody>
      </p:sp>
      <p:sp>
        <p:nvSpPr>
          <p:cNvPr id="24" name="Rectangle 23">
            <a:extLst>
              <a:ext uri="{FF2B5EF4-FFF2-40B4-BE49-F238E27FC236}">
                <a16:creationId xmlns:a16="http://schemas.microsoft.com/office/drawing/2014/main" id="{414CA6A9-229C-B726-0D5C-A6028A87561D}"/>
              </a:ext>
            </a:extLst>
          </p:cNvPr>
          <p:cNvSpPr/>
          <p:nvPr/>
        </p:nvSpPr>
        <p:spPr>
          <a:xfrm>
            <a:off x="7385603" y="152400"/>
            <a:ext cx="2325411" cy="6553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mj-lt"/>
                <a:cs typeface="Arial" panose="020B0604020202020204" pitchFamily="34" charset="0"/>
              </a:rPr>
              <a:t> </a:t>
            </a:r>
          </a:p>
        </p:txBody>
      </p:sp>
      <p:sp>
        <p:nvSpPr>
          <p:cNvPr id="25" name="Rectangle 24">
            <a:extLst>
              <a:ext uri="{FF2B5EF4-FFF2-40B4-BE49-F238E27FC236}">
                <a16:creationId xmlns:a16="http://schemas.microsoft.com/office/drawing/2014/main" id="{FB72EC17-0D72-371F-B7F7-6B24EF2DDF18}"/>
              </a:ext>
            </a:extLst>
          </p:cNvPr>
          <p:cNvSpPr/>
          <p:nvPr/>
        </p:nvSpPr>
        <p:spPr>
          <a:xfrm>
            <a:off x="5060192" y="152400"/>
            <a:ext cx="2325411"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mj-lt"/>
                <a:cs typeface="Arial" panose="020B0604020202020204" pitchFamily="34" charset="0"/>
              </a:rPr>
              <a:t> </a:t>
            </a:r>
          </a:p>
        </p:txBody>
      </p:sp>
      <p:sp>
        <p:nvSpPr>
          <p:cNvPr id="9" name="Text Placeholder 14">
            <a:extLst>
              <a:ext uri="{FF2B5EF4-FFF2-40B4-BE49-F238E27FC236}">
                <a16:creationId xmlns:a16="http://schemas.microsoft.com/office/drawing/2014/main" id="{9919C13D-903B-D43A-1004-108D8D4CAE7E}"/>
              </a:ext>
            </a:extLst>
          </p:cNvPr>
          <p:cNvSpPr>
            <a:spLocks noGrp="1"/>
          </p:cNvSpPr>
          <p:nvPr>
            <p:ph type="body" sz="quarter" idx="23" hasCustomPrompt="1"/>
          </p:nvPr>
        </p:nvSpPr>
        <p:spPr>
          <a:xfrm>
            <a:off x="5160829"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0" name="Text Placeholder 18">
            <a:extLst>
              <a:ext uri="{FF2B5EF4-FFF2-40B4-BE49-F238E27FC236}">
                <a16:creationId xmlns:a16="http://schemas.microsoft.com/office/drawing/2014/main" id="{C2AC75B3-5077-A8E7-F76B-E38A6BAA97DB}"/>
              </a:ext>
            </a:extLst>
          </p:cNvPr>
          <p:cNvSpPr>
            <a:spLocks noGrp="1"/>
          </p:cNvSpPr>
          <p:nvPr>
            <p:ph type="body" sz="quarter" idx="24" hasCustomPrompt="1"/>
          </p:nvPr>
        </p:nvSpPr>
        <p:spPr>
          <a:xfrm>
            <a:off x="5161013"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1" name="Text Placeholder 14">
            <a:extLst>
              <a:ext uri="{FF2B5EF4-FFF2-40B4-BE49-F238E27FC236}">
                <a16:creationId xmlns:a16="http://schemas.microsoft.com/office/drawing/2014/main" id="{307A97C8-3D95-3EBF-02A0-2FC800E6D247}"/>
              </a:ext>
            </a:extLst>
          </p:cNvPr>
          <p:cNvSpPr>
            <a:spLocks noGrp="1"/>
          </p:cNvSpPr>
          <p:nvPr>
            <p:ph type="body" sz="quarter" idx="19" hasCustomPrompt="1"/>
          </p:nvPr>
        </p:nvSpPr>
        <p:spPr>
          <a:xfrm>
            <a:off x="7486240"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2" name="Text Placeholder 18">
            <a:extLst>
              <a:ext uri="{FF2B5EF4-FFF2-40B4-BE49-F238E27FC236}">
                <a16:creationId xmlns:a16="http://schemas.microsoft.com/office/drawing/2014/main" id="{70FBE1A0-53D3-A6FE-FC6D-A8478AAC1B65}"/>
              </a:ext>
            </a:extLst>
          </p:cNvPr>
          <p:cNvSpPr>
            <a:spLocks noGrp="1"/>
          </p:cNvSpPr>
          <p:nvPr>
            <p:ph type="body" sz="quarter" idx="20" hasCustomPrompt="1"/>
          </p:nvPr>
        </p:nvSpPr>
        <p:spPr>
          <a:xfrm>
            <a:off x="7486424"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3" name="Text Placeholder 14">
            <a:extLst>
              <a:ext uri="{FF2B5EF4-FFF2-40B4-BE49-F238E27FC236}">
                <a16:creationId xmlns:a16="http://schemas.microsoft.com/office/drawing/2014/main" id="{BEC0B694-A32E-D8D4-5AEB-39330B9DBB2B}"/>
              </a:ext>
            </a:extLst>
          </p:cNvPr>
          <p:cNvSpPr>
            <a:spLocks noGrp="1"/>
          </p:cNvSpPr>
          <p:nvPr>
            <p:ph type="body" sz="quarter" idx="21" hasCustomPrompt="1"/>
          </p:nvPr>
        </p:nvSpPr>
        <p:spPr>
          <a:xfrm>
            <a:off x="9811651"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4" name="Text Placeholder 18">
            <a:extLst>
              <a:ext uri="{FF2B5EF4-FFF2-40B4-BE49-F238E27FC236}">
                <a16:creationId xmlns:a16="http://schemas.microsoft.com/office/drawing/2014/main" id="{2A1B7DB9-8E34-E736-7AD2-27C2B584495A}"/>
              </a:ext>
            </a:extLst>
          </p:cNvPr>
          <p:cNvSpPr>
            <a:spLocks noGrp="1"/>
          </p:cNvSpPr>
          <p:nvPr>
            <p:ph type="body" sz="quarter" idx="22" hasCustomPrompt="1"/>
          </p:nvPr>
        </p:nvSpPr>
        <p:spPr>
          <a:xfrm>
            <a:off x="9811835"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Picture Placeholder 3">
            <a:extLst>
              <a:ext uri="{FF2B5EF4-FFF2-40B4-BE49-F238E27FC236}">
                <a16:creationId xmlns:a16="http://schemas.microsoft.com/office/drawing/2014/main" id="{33707480-81A3-6CB5-CA74-7672CEA94145}"/>
              </a:ext>
            </a:extLst>
          </p:cNvPr>
          <p:cNvSpPr>
            <a:spLocks noGrp="1"/>
          </p:cNvSpPr>
          <p:nvPr>
            <p:ph type="pic" sz="quarter" idx="27" hasCustomPrompt="1"/>
          </p:nvPr>
        </p:nvSpPr>
        <p:spPr>
          <a:xfrm>
            <a:off x="9710471" y="261954"/>
            <a:ext cx="2325411" cy="2433621"/>
          </a:xfrm>
        </p:spPr>
        <p:txBody>
          <a:bodyPr/>
          <a:lstStyle>
            <a:lvl1pPr marL="0" indent="0">
              <a:buNone/>
              <a:defRPr/>
            </a:lvl1pPr>
          </a:lstStyle>
          <a:p>
            <a:r>
              <a:rPr lang="fr-FR"/>
              <a:t> </a:t>
            </a:r>
          </a:p>
        </p:txBody>
      </p:sp>
      <p:sp>
        <p:nvSpPr>
          <p:cNvPr id="30" name="Picture Placeholder 3">
            <a:extLst>
              <a:ext uri="{FF2B5EF4-FFF2-40B4-BE49-F238E27FC236}">
                <a16:creationId xmlns:a16="http://schemas.microsoft.com/office/drawing/2014/main" id="{A1A5CE3D-0051-E316-AF39-06D78C0D6351}"/>
              </a:ext>
            </a:extLst>
          </p:cNvPr>
          <p:cNvSpPr>
            <a:spLocks noGrp="1"/>
          </p:cNvSpPr>
          <p:nvPr>
            <p:ph type="pic" sz="quarter" idx="28" hasCustomPrompt="1"/>
          </p:nvPr>
        </p:nvSpPr>
        <p:spPr>
          <a:xfrm>
            <a:off x="7385060" y="261954"/>
            <a:ext cx="2325411" cy="2433621"/>
          </a:xfrm>
        </p:spPr>
        <p:txBody>
          <a:bodyPr/>
          <a:lstStyle>
            <a:lvl1pPr marL="0" indent="0">
              <a:buNone/>
              <a:defRPr/>
            </a:lvl1pPr>
          </a:lstStyle>
          <a:p>
            <a:r>
              <a:rPr lang="fr-FR"/>
              <a:t> </a:t>
            </a:r>
          </a:p>
        </p:txBody>
      </p:sp>
      <p:sp>
        <p:nvSpPr>
          <p:cNvPr id="31" name="Picture Placeholder 3">
            <a:extLst>
              <a:ext uri="{FF2B5EF4-FFF2-40B4-BE49-F238E27FC236}">
                <a16:creationId xmlns:a16="http://schemas.microsoft.com/office/drawing/2014/main" id="{0F88CFB0-191C-5F38-84E6-E8F622972A33}"/>
              </a:ext>
            </a:extLst>
          </p:cNvPr>
          <p:cNvSpPr>
            <a:spLocks noGrp="1"/>
          </p:cNvSpPr>
          <p:nvPr>
            <p:ph type="pic" sz="quarter" idx="29" hasCustomPrompt="1"/>
          </p:nvPr>
        </p:nvSpPr>
        <p:spPr>
          <a:xfrm>
            <a:off x="5059649" y="261954"/>
            <a:ext cx="2325411" cy="2433621"/>
          </a:xfrm>
        </p:spPr>
        <p:txBody>
          <a:bodyPr/>
          <a:lstStyle>
            <a:lvl1pPr marL="0" indent="0">
              <a:buNone/>
              <a:defRPr/>
            </a:lvl1pPr>
          </a:lstStyle>
          <a:p>
            <a:r>
              <a:rPr lang="fr-FR"/>
              <a:t> </a:t>
            </a:r>
          </a:p>
        </p:txBody>
      </p:sp>
      <p:pic>
        <p:nvPicPr>
          <p:cNvPr id="20" name="Graphic 26">
            <a:extLst>
              <a:ext uri="{FF2B5EF4-FFF2-40B4-BE49-F238E27FC236}">
                <a16:creationId xmlns:a16="http://schemas.microsoft.com/office/drawing/2014/main" id="{05496D6C-CD74-616D-FDD2-01CD0DD4364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Tree>
    <p:extLst>
      <p:ext uri="{BB962C8B-B14F-4D97-AF65-F5344CB8AC3E}">
        <p14:creationId xmlns:p14="http://schemas.microsoft.com/office/powerpoint/2010/main" val="843438274"/>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2.xml"/><Relationship Id="rId20" Type="http://schemas.openxmlformats.org/officeDocument/2006/relationships/image" Target="../media/image3.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B068B94B-670C-F133-CB86-3E259DD20AD6}"/>
              </a:ext>
            </a:extLst>
          </p:cNvPr>
          <p:cNvGraphicFramePr>
            <a:graphicFrameLocks noChangeAspect="1"/>
          </p:cNvGraphicFramePr>
          <p:nvPr>
            <p:custDataLst>
              <p:tags r:id="rId16"/>
            </p:custDataLst>
            <p:extLst>
              <p:ext uri="{D42A27DB-BD31-4B8C-83A1-F6EECF244321}">
                <p14:modId xmlns:p14="http://schemas.microsoft.com/office/powerpoint/2010/main" val="38735347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17" imgW="359" imgH="360" progId="TCLayout.ActiveDocument.1">
                  <p:embed/>
                </p:oleObj>
              </mc:Choice>
              <mc:Fallback>
                <p:oleObj name="Diapositive think-cell" r:id="rId17" imgW="359" imgH="360" progId="TCLayout.ActiveDocument.1">
                  <p:embed/>
                  <p:pic>
                    <p:nvPicPr>
                      <p:cNvPr id="9" name="Objet 8" hidden="1">
                        <a:extLst>
                          <a:ext uri="{FF2B5EF4-FFF2-40B4-BE49-F238E27FC236}">
                            <a16:creationId xmlns:a16="http://schemas.microsoft.com/office/drawing/2014/main" id="{B068B94B-670C-F133-CB86-3E259DD20AD6}"/>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 name="Espace réservé du titre 1">
            <a:extLst>
              <a:ext uri="{FF2B5EF4-FFF2-40B4-BE49-F238E27FC236}">
                <a16:creationId xmlns:a16="http://schemas.microsoft.com/office/drawing/2014/main" id="{D2AD48E1-B2D6-0FB1-1BBC-D92CA4BA4FD6}"/>
              </a:ext>
            </a:extLst>
          </p:cNvPr>
          <p:cNvSpPr>
            <a:spLocks noGrp="1"/>
          </p:cNvSpPr>
          <p:nvPr>
            <p:ph type="title"/>
          </p:nvPr>
        </p:nvSpPr>
        <p:spPr>
          <a:xfrm>
            <a:off x="380997" y="485693"/>
            <a:ext cx="11430003" cy="360000"/>
          </a:xfrm>
          <a:prstGeom prst="rect">
            <a:avLst/>
          </a:prstGeom>
        </p:spPr>
        <p:txBody>
          <a:bodyPr vert="horz" lIns="91440" tIns="45720" rIns="91440" bIns="45720" rtlCol="0" anchor="t">
            <a:noAutofit/>
          </a:bodyPr>
          <a:lstStyle/>
          <a:p>
            <a:r>
              <a:rPr lang="fr-FR"/>
              <a:t>Titre</a:t>
            </a:r>
          </a:p>
        </p:txBody>
      </p:sp>
      <p:sp>
        <p:nvSpPr>
          <p:cNvPr id="3" name="Espace réservé du texte 2">
            <a:extLst>
              <a:ext uri="{FF2B5EF4-FFF2-40B4-BE49-F238E27FC236}">
                <a16:creationId xmlns:a16="http://schemas.microsoft.com/office/drawing/2014/main" id="{80ECA95B-165B-9DA2-D8F5-BC9BCA12C9BB}"/>
              </a:ext>
            </a:extLst>
          </p:cNvPr>
          <p:cNvSpPr>
            <a:spLocks noGrp="1"/>
          </p:cNvSpPr>
          <p:nvPr>
            <p:ph type="body" idx="1"/>
          </p:nvPr>
        </p:nvSpPr>
        <p:spPr>
          <a:xfrm>
            <a:off x="380997" y="1825625"/>
            <a:ext cx="11430003" cy="4351338"/>
          </a:xfrm>
          <a:prstGeom prst="rect">
            <a:avLst/>
          </a:prstGeom>
        </p:spPr>
        <p:txBody>
          <a:bodyPr vert="horz" lIns="91440" tIns="45720" rIns="91440" bIns="4572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pied de page 4">
            <a:extLst>
              <a:ext uri="{FF2B5EF4-FFF2-40B4-BE49-F238E27FC236}">
                <a16:creationId xmlns:a16="http://schemas.microsoft.com/office/drawing/2014/main" id="{FDA6FC88-E0F2-E7D8-A6EE-622B5540EFF6}"/>
              </a:ext>
            </a:extLst>
          </p:cNvPr>
          <p:cNvSpPr>
            <a:spLocks noGrp="1"/>
          </p:cNvSpPr>
          <p:nvPr>
            <p:ph type="ftr" sz="quarter" idx="3"/>
          </p:nvPr>
        </p:nvSpPr>
        <p:spPr>
          <a:xfrm>
            <a:off x="2104549" y="6340475"/>
            <a:ext cx="7318401" cy="365125"/>
          </a:xfrm>
          <a:prstGeom prst="rect">
            <a:avLst/>
          </a:prstGeom>
        </p:spPr>
        <p:txBody>
          <a:bodyPr vert="horz" lIns="91440" tIns="45720" rIns="91440" bIns="45720" rtlCol="0" anchor="ctr"/>
          <a:lstStyle>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stStyle>
          <a:p>
            <a:endParaRPr lang="fr-FR"/>
          </a:p>
        </p:txBody>
      </p:sp>
      <p:sp>
        <p:nvSpPr>
          <p:cNvPr id="6" name="Espace réservé du numéro de diapositive 5">
            <a:extLst>
              <a:ext uri="{FF2B5EF4-FFF2-40B4-BE49-F238E27FC236}">
                <a16:creationId xmlns:a16="http://schemas.microsoft.com/office/drawing/2014/main" id="{8165DD3F-8A0A-C37D-6F0C-0CD7DA21FABB}"/>
              </a:ext>
            </a:extLst>
          </p:cNvPr>
          <p:cNvSpPr>
            <a:spLocks noGrp="1"/>
          </p:cNvSpPr>
          <p:nvPr>
            <p:ph type="sldNum" sz="quarter" idx="4"/>
          </p:nvPr>
        </p:nvSpPr>
        <p:spPr>
          <a:xfrm>
            <a:off x="11219530" y="6340475"/>
            <a:ext cx="591470" cy="365125"/>
          </a:xfrm>
          <a:prstGeom prst="rect">
            <a:avLst/>
          </a:prstGeom>
        </p:spPr>
        <p:txBody>
          <a:bodyPr vert="horz" lIns="91440" tIns="45720" rIns="91440" bIns="45720" rtlCol="0" anchor="ctr"/>
          <a:lstStyle>
            <a:lvl1pPr marL="0" algn="r" defTabSz="914400" rtl="0" eaLnBrk="1" latinLnBrk="0" hangingPunct="1">
              <a:defRPr kumimoji="0" lang="fr-FR" sz="900" b="0" i="0" u="none" strike="noStrike" kern="1200" cap="none" spc="0" normalizeH="0" baseline="0" smtClean="0">
                <a:ln>
                  <a:noFill/>
                </a:ln>
                <a:solidFill>
                  <a:schemeClr val="tx2"/>
                </a:solidFill>
                <a:effectLst/>
                <a:uLnTx/>
                <a:uFillTx/>
                <a:latin typeface="+mj-lt"/>
                <a:ea typeface="+mn-ea"/>
                <a:cs typeface="+mn-cs"/>
              </a:defRPr>
            </a:lvl1pPr>
          </a:lstStyle>
          <a:p>
            <a:fld id="{BE9517EC-C298-4848-B090-11602D956FCE}" type="slidenum">
              <a:rPr lang="fr-FR" smtClean="0"/>
              <a:pPr/>
              <a:t>‹N°›</a:t>
            </a:fld>
            <a:endParaRPr lang="fr-FR"/>
          </a:p>
        </p:txBody>
      </p:sp>
      <p:pic>
        <p:nvPicPr>
          <p:cNvPr id="17" name="Graphic 12">
            <a:extLst>
              <a:ext uri="{FF2B5EF4-FFF2-40B4-BE49-F238E27FC236}">
                <a16:creationId xmlns:a16="http://schemas.microsoft.com/office/drawing/2014/main" id="{EAE1AD28-E865-978A-DD49-D21AF449B74E}"/>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422950" y="6232787"/>
            <a:ext cx="1796580" cy="610723"/>
          </a:xfrm>
          <a:prstGeom prst="rect">
            <a:avLst/>
          </a:prstGeom>
        </p:spPr>
      </p:pic>
      <p:sp>
        <p:nvSpPr>
          <p:cNvPr id="18" name="TextBox 8">
            <a:extLst>
              <a:ext uri="{FF2B5EF4-FFF2-40B4-BE49-F238E27FC236}">
                <a16:creationId xmlns:a16="http://schemas.microsoft.com/office/drawing/2014/main" id="{565B99EF-19E1-E906-69E0-E7404B75E831}"/>
              </a:ext>
            </a:extLst>
          </p:cNvPr>
          <p:cNvSpPr txBox="1"/>
          <p:nvPr/>
        </p:nvSpPr>
        <p:spPr>
          <a:xfrm>
            <a:off x="380997" y="6407621"/>
            <a:ext cx="1723549" cy="230832"/>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tx2"/>
                </a:solidFill>
                <a:effectLst/>
                <a:uLnTx/>
                <a:uFillTx/>
                <a:latin typeface="+mj-lt"/>
                <a:ea typeface="+mn-ea"/>
                <a:cs typeface="+mn-cs"/>
              </a:rPr>
              <a:t>© ACI partners | Confidentiel </a:t>
            </a:r>
          </a:p>
        </p:txBody>
      </p:sp>
    </p:spTree>
    <p:extLst>
      <p:ext uri="{BB962C8B-B14F-4D97-AF65-F5344CB8AC3E}">
        <p14:creationId xmlns:p14="http://schemas.microsoft.com/office/powerpoint/2010/main" val="3041499383"/>
      </p:ext>
    </p:extLst>
  </p:cSld>
  <p:clrMap bg1="lt1" tx1="dk1" bg2="lt2" tx2="dk2" accent1="accent1" accent2="accent2" accent3="accent3" accent4="accent4" accent5="accent5" accent6="accent6" hlink="hlink" folHlink="folHlink"/>
  <p:sldLayoutIdLst>
    <p:sldLayoutId id="2147483666" r:id="rId1"/>
    <p:sldLayoutId id="2147483652" r:id="rId2"/>
    <p:sldLayoutId id="2147483659" r:id="rId3"/>
    <p:sldLayoutId id="2147483653" r:id="rId4"/>
    <p:sldLayoutId id="2147483655" r:id="rId5"/>
    <p:sldLayoutId id="2147483649" r:id="rId6"/>
    <p:sldLayoutId id="2147483650" r:id="rId7"/>
    <p:sldLayoutId id="2147483663" r:id="rId8"/>
    <p:sldLayoutId id="2147483662" r:id="rId9"/>
    <p:sldLayoutId id="2147483657" r:id="rId10"/>
    <p:sldLayoutId id="2147483651" r:id="rId11"/>
    <p:sldLayoutId id="2147483661" r:id="rId12"/>
    <p:sldLayoutId id="2147483660" r:id="rId13"/>
    <p:sldLayoutId id="2147483656" r:id="rId14"/>
  </p:sldLayoutIdLst>
  <p:hf hdr="0" ftr="0" dt="0"/>
  <p:txStyles>
    <p:titleStyle>
      <a:lvl1pPr algn="l" defTabSz="914400" rtl="0" eaLnBrk="1" latinLnBrk="0" hangingPunct="1">
        <a:lnSpc>
          <a:spcPct val="90000"/>
        </a:lnSpc>
        <a:spcBef>
          <a:spcPct val="0"/>
        </a:spcBef>
        <a:buNone/>
        <a:defRPr lang="fr-FR" sz="2000" kern="1200" dirty="0" smtClean="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05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98">
          <p15:clr>
            <a:srgbClr val="F26B43"/>
          </p15:clr>
        </p15:guide>
        <p15:guide id="2" pos="7582">
          <p15:clr>
            <a:srgbClr val="F26B43"/>
          </p15:clr>
        </p15:guide>
        <p15:guide id="3" orient="horz" pos="96">
          <p15:clr>
            <a:srgbClr val="F26B43"/>
          </p15:clr>
        </p15:guide>
        <p15:guide id="4" orient="horz" pos="4224">
          <p15:clr>
            <a:srgbClr val="F26B43"/>
          </p15:clr>
        </p15:guide>
        <p15:guide id="5" pos="234">
          <p15:clr>
            <a:srgbClr val="F26B43"/>
          </p15:clr>
        </p15:guide>
        <p15:guide id="6" pos="744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1.xml"/><Relationship Id="rId1" Type="http://schemas.openxmlformats.org/officeDocument/2006/relationships/tags" Target="../tags/tag20.xml"/><Relationship Id="rId5" Type="http://schemas.openxmlformats.org/officeDocument/2006/relationships/image" Target="../media/image11.jpeg"/><Relationship Id="rId4" Type="http://schemas.openxmlformats.org/officeDocument/2006/relationships/image" Target="../media/image10.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1.xml"/><Relationship Id="rId1" Type="http://schemas.openxmlformats.org/officeDocument/2006/relationships/tags" Target="../tags/tag21.xml"/><Relationship Id="rId5" Type="http://schemas.openxmlformats.org/officeDocument/2006/relationships/image" Target="../media/image12.jpeg"/><Relationship Id="rId4" Type="http://schemas.openxmlformats.org/officeDocument/2006/relationships/image" Target="../media/image10.emf"/></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1.xml"/><Relationship Id="rId1" Type="http://schemas.openxmlformats.org/officeDocument/2006/relationships/tags" Target="../tags/tag22.xml"/><Relationship Id="rId6" Type="http://schemas.openxmlformats.org/officeDocument/2006/relationships/image" Target="../media/image13.png"/><Relationship Id="rId5" Type="http://schemas.openxmlformats.org/officeDocument/2006/relationships/image" Target="../media/image10.emf"/><Relationship Id="rId4" Type="http://schemas.openxmlformats.org/officeDocument/2006/relationships/oleObject" Target="../embeddings/oleObject18.bin"/></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1.xml"/><Relationship Id="rId1" Type="http://schemas.openxmlformats.org/officeDocument/2006/relationships/tags" Target="../tags/tag23.xml"/><Relationship Id="rId5" Type="http://schemas.openxmlformats.org/officeDocument/2006/relationships/image" Target="../media/image14.png"/><Relationship Id="rId4" Type="http://schemas.openxmlformats.org/officeDocument/2006/relationships/image" Target="../media/image10.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0.bin"/><Relationship Id="rId7" Type="http://schemas.openxmlformats.org/officeDocument/2006/relationships/image" Target="../media/image17.png"/><Relationship Id="rId2" Type="http://schemas.openxmlformats.org/officeDocument/2006/relationships/slideLayout" Target="../slideLayouts/slideLayout11.xml"/><Relationship Id="rId1" Type="http://schemas.openxmlformats.org/officeDocument/2006/relationships/tags" Target="../tags/tag2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0.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11.xml"/><Relationship Id="rId1" Type="http://schemas.openxmlformats.org/officeDocument/2006/relationships/tags" Target="../tags/tag25.xml"/><Relationship Id="rId5" Type="http://schemas.openxmlformats.org/officeDocument/2006/relationships/image" Target="../media/image18.tiff"/><Relationship Id="rId4" Type="http://schemas.openxmlformats.org/officeDocument/2006/relationships/image" Target="../media/image10.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1.xml"/><Relationship Id="rId1" Type="http://schemas.openxmlformats.org/officeDocument/2006/relationships/tags" Target="../tags/tag26.xml"/><Relationship Id="rId5" Type="http://schemas.openxmlformats.org/officeDocument/2006/relationships/image" Target="../media/image19.png"/><Relationship Id="rId4" Type="http://schemas.openxmlformats.org/officeDocument/2006/relationships/image" Target="../media/image10.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11.xml"/><Relationship Id="rId1" Type="http://schemas.openxmlformats.org/officeDocument/2006/relationships/tags" Target="../tags/tag27.xml"/><Relationship Id="rId5" Type="http://schemas.openxmlformats.org/officeDocument/2006/relationships/image" Target="../media/image20.png"/><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11.xml"/><Relationship Id="rId1" Type="http://schemas.openxmlformats.org/officeDocument/2006/relationships/tags" Target="../tags/tag28.xml"/><Relationship Id="rId6" Type="http://schemas.openxmlformats.org/officeDocument/2006/relationships/image" Target="../media/image19.png"/><Relationship Id="rId5" Type="http://schemas.openxmlformats.org/officeDocument/2006/relationships/image" Target="../media/image21.jpeg"/><Relationship Id="rId4" Type="http://schemas.openxmlformats.org/officeDocument/2006/relationships/image" Target="../media/image4.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11.xml"/><Relationship Id="rId1" Type="http://schemas.openxmlformats.org/officeDocument/2006/relationships/tags" Target="../tags/tag29.xml"/><Relationship Id="rId5" Type="http://schemas.openxmlformats.org/officeDocument/2006/relationships/image" Target="../media/image22.png"/><Relationship Id="rId4" Type="http://schemas.openxmlformats.org/officeDocument/2006/relationships/image" Target="../media/image4.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11.xml"/><Relationship Id="rId1" Type="http://schemas.openxmlformats.org/officeDocument/2006/relationships/tags" Target="../tags/tag30.xml"/><Relationship Id="rId5" Type="http://schemas.openxmlformats.org/officeDocument/2006/relationships/image" Target="../media/image23.png"/><Relationship Id="rId4" Type="http://schemas.openxmlformats.org/officeDocument/2006/relationships/image" Target="../media/image4.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11.xml"/><Relationship Id="rId1" Type="http://schemas.openxmlformats.org/officeDocument/2006/relationships/tags" Target="../tags/tag31.xml"/><Relationship Id="rId5" Type="http://schemas.openxmlformats.org/officeDocument/2006/relationships/image" Target="../media/image24.jpeg"/><Relationship Id="rId4"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extLst>
              <p:ext uri="{D42A27DB-BD31-4B8C-83A1-F6EECF244321}">
                <p14:modId xmlns:p14="http://schemas.microsoft.com/office/powerpoint/2010/main" val="37265567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 </a:t>
            </a:r>
            <a:r>
              <a:rPr lang="fr-FR" b="1">
                <a:solidFill>
                  <a:srgbClr val="FF0000"/>
                </a:solidFill>
              </a:rPr>
              <a:t>1</a:t>
            </a:r>
            <a:endParaRPr lang="fr-F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1</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4122692040"/>
              </p:ext>
            </p:extLst>
          </p:nvPr>
        </p:nvGraphicFramePr>
        <p:xfrm>
          <a:off x="361541" y="1808163"/>
          <a:ext cx="11430002" cy="2987613"/>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Logo client ici</a:t>
                      </a:r>
                    </a:p>
                  </a:txBody>
                  <a:tcPr anchor="ctr">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r>
                        <a:rPr lang="fr-FR" sz="1100" dirty="0">
                          <a:solidFill>
                            <a:schemeClr val="tx1"/>
                          </a:solidFill>
                        </a:rPr>
                        <a:t>Dans le cadre d’un projet de transformation de l’organisation du service pilotage et de ses outils, ainsi que de la modification de l’architecture des données, PACIFICA a souhaité faire évoluer les tableaux de bords utilisés par la direction commerciale et le réseau des caisses.</a:t>
                      </a:r>
                    </a:p>
                    <a:p>
                      <a:r>
                        <a:rPr lang="fr-FR" sz="1100" dirty="0">
                          <a:solidFill>
                            <a:schemeClr val="tx1"/>
                          </a:solidFill>
                        </a:rPr>
                        <a:t>Les équipes ACI </a:t>
                      </a:r>
                      <a:r>
                        <a:rPr lang="fr-FR" sz="1100" dirty="0" err="1">
                          <a:solidFill>
                            <a:schemeClr val="tx1"/>
                          </a:solidFill>
                        </a:rPr>
                        <a:t>partners</a:t>
                      </a:r>
                      <a:r>
                        <a:rPr lang="fr-FR" sz="1100" dirty="0">
                          <a:solidFill>
                            <a:schemeClr val="tx1"/>
                          </a:solidFill>
                        </a:rPr>
                        <a:t> sont intervenues en qualité d’expert de la donnée pour la prise en compte de ces évolutions dans l’outil, son amélioration et la formation des collaborateurs à sa maîtrise.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spcAft>
                          <a:spcPts val="100"/>
                        </a:spcAft>
                        <a:buClr>
                          <a:schemeClr val="accent1"/>
                        </a:buClr>
                        <a:buSzPct val="100000"/>
                        <a:buFont typeface="Arial"/>
                        <a:buChar char="•"/>
                      </a:pPr>
                      <a:r>
                        <a:rPr lang="fr-FR" sz="1100" kern="1200" dirty="0">
                          <a:solidFill>
                            <a:schemeClr val="dk1"/>
                          </a:solidFill>
                          <a:latin typeface="+mn-lt"/>
                          <a:ea typeface="+mn-ea"/>
                          <a:cs typeface="Arial"/>
                        </a:rPr>
                        <a:t>Définition des besoins d’évolutions fonctionnelles et techniques avec les métiers</a:t>
                      </a:r>
                    </a:p>
                    <a:p>
                      <a:pPr marL="176213" indent="-176213" algn="l" defTabSz="914400" rtl="0" eaLnBrk="1" latinLnBrk="0" hangingPunct="1">
                        <a:spcAft>
                          <a:spcPts val="100"/>
                        </a:spcAft>
                        <a:buClr>
                          <a:schemeClr val="accent1"/>
                        </a:buClr>
                        <a:buSzPct val="100000"/>
                        <a:buFont typeface="Arial"/>
                        <a:buChar char="•"/>
                      </a:pPr>
                      <a:r>
                        <a:rPr lang="fr-FR" sz="1100" kern="1200" dirty="0">
                          <a:solidFill>
                            <a:schemeClr val="dk1"/>
                          </a:solidFill>
                          <a:latin typeface="+mn-lt"/>
                          <a:ea typeface="+mn-ea"/>
                          <a:cs typeface="Arial"/>
                        </a:rPr>
                        <a:t>Amélioration technique de l’outil et paramétrage de l’outil pour prise en compte des changements d’architecture SI</a:t>
                      </a:r>
                    </a:p>
                    <a:p>
                      <a:pPr marL="176213" indent="-176213" algn="l" defTabSz="914400" rtl="0" eaLnBrk="1" latinLnBrk="0" hangingPunct="1">
                        <a:spcAft>
                          <a:spcPts val="100"/>
                        </a:spcAft>
                        <a:buClr>
                          <a:schemeClr val="accent1"/>
                        </a:buClr>
                        <a:buSzPct val="100000"/>
                        <a:buFont typeface="Arial"/>
                        <a:buChar char="•"/>
                      </a:pPr>
                      <a:r>
                        <a:rPr lang="fr-FR" sz="1100" kern="1200" dirty="0">
                          <a:solidFill>
                            <a:schemeClr val="dk1"/>
                          </a:solidFill>
                          <a:latin typeface="+mn-lt"/>
                          <a:ea typeface="+mn-ea"/>
                          <a:cs typeface="Arial"/>
                        </a:rPr>
                        <a:t>Revue des indicateurs et tableaux de bords pour prise en compte des évolutions métiers (refonte des graphiques et de la maquette, revue des modes de calculs des indicateurs, etc.)</a:t>
                      </a:r>
                    </a:p>
                    <a:p>
                      <a:pPr marL="176213" indent="-176213" algn="l" defTabSz="914400" rtl="0" eaLnBrk="1" latinLnBrk="0" hangingPunct="1">
                        <a:spcAft>
                          <a:spcPts val="100"/>
                        </a:spcAft>
                        <a:buClr>
                          <a:schemeClr val="accent1"/>
                        </a:buClr>
                        <a:buSzPct val="100000"/>
                        <a:buFont typeface="Arial"/>
                        <a:buChar char="•"/>
                      </a:pPr>
                      <a:r>
                        <a:rPr lang="fr-FR" sz="1100" kern="1200" dirty="0">
                          <a:solidFill>
                            <a:schemeClr val="dk1"/>
                          </a:solidFill>
                          <a:latin typeface="+mn-lt"/>
                          <a:ea typeface="+mn-ea"/>
                          <a:cs typeface="Arial"/>
                        </a:rPr>
                        <a:t>Formation des utilisateurs au paramétrage de l’outil et aux bonnes pratiques d’utilisation de l’outil</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ctr">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endParaRPr lang="fr-FR" sz="11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5" name="Image 4" descr="Une image contenant dessin&#10;&#10;Description générée automatiquement">
            <a:extLst>
              <a:ext uri="{FF2B5EF4-FFF2-40B4-BE49-F238E27FC236}">
                <a16:creationId xmlns:a16="http://schemas.microsoft.com/office/drawing/2014/main" id="{904E6CB6-E7CE-8FF6-A3E8-1E07D0D6274C}"/>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29436" y="2481174"/>
            <a:ext cx="1125415" cy="1111910"/>
          </a:xfrm>
          <a:prstGeom prst="rect">
            <a:avLst/>
          </a:prstGeom>
        </p:spPr>
      </p:pic>
      <p:sp>
        <p:nvSpPr>
          <p:cNvPr id="7" name="ZoneTexte 6">
            <a:extLst>
              <a:ext uri="{FF2B5EF4-FFF2-40B4-BE49-F238E27FC236}">
                <a16:creationId xmlns:a16="http://schemas.microsoft.com/office/drawing/2014/main" id="{E96075AA-5366-A662-F2FB-8112A92E8F62}"/>
              </a:ext>
            </a:extLst>
          </p:cNvPr>
          <p:cNvSpPr txBox="1"/>
          <p:nvPr/>
        </p:nvSpPr>
        <p:spPr>
          <a:xfrm>
            <a:off x="765583" y="3429000"/>
            <a:ext cx="853119" cy="261610"/>
          </a:xfrm>
          <a:prstGeom prst="rect">
            <a:avLst/>
          </a:prstGeom>
          <a:noFill/>
        </p:spPr>
        <p:txBody>
          <a:bodyPr wrap="none" rtlCol="0">
            <a:spAutoFit/>
          </a:bodyPr>
          <a:lstStyle/>
          <a:p>
            <a:pPr algn="ctr"/>
            <a:r>
              <a:rPr lang="fr-FR" sz="1100" b="1"/>
              <a:t>PACIFICA</a:t>
            </a:r>
          </a:p>
        </p:txBody>
      </p:sp>
    </p:spTree>
    <p:extLst>
      <p:ext uri="{BB962C8B-B14F-4D97-AF65-F5344CB8AC3E}">
        <p14:creationId xmlns:p14="http://schemas.microsoft.com/office/powerpoint/2010/main" val="498132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2</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2332443100"/>
              </p:ext>
            </p:extLst>
          </p:nvPr>
        </p:nvGraphicFramePr>
        <p:xfrm>
          <a:off x="361541" y="1808163"/>
          <a:ext cx="11430002" cy="3373412"/>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Covéa Vie</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defTabSz="914400" rtl="0" eaLnBrk="1" latinLnBrk="0" hangingPunct="1">
                        <a:lnSpc>
                          <a:spcPct val="90000"/>
                        </a:lnSpc>
                        <a:spcBef>
                          <a:spcPts val="610"/>
                        </a:spcBef>
                        <a:buClr>
                          <a:schemeClr val="accent1"/>
                        </a:buClr>
                        <a:buFont typeface="Arial" panose="020B0604020202020204" pitchFamily="34" charset="0"/>
                        <a:buNone/>
                      </a:pPr>
                      <a:r>
                        <a:rPr lang="fr-FR" sz="1100" kern="1200" noProof="0" dirty="0">
                          <a:solidFill>
                            <a:schemeClr val="tx1"/>
                          </a:solidFill>
                          <a:latin typeface="+mn-lt"/>
                          <a:ea typeface="+mn-ea"/>
                          <a:cs typeface="+mn-cs"/>
                        </a:rPr>
                        <a:t>Dans le cadre de la Directive européenne sur la Distribution d’Assurances, rédaction de la politique de gouvernance DDA pour Covéa Vie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Etat des lieux</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Rencontre CODIR et échanges sur besoins en matière de gouvernance</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Rencontre métiers et experts ainsi que conformité</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Suivi de l’avancement pour COPIL projet global</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Identification marchés cibles par réseau (prise en compte spécificités Covéa)</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Rédaction de la politique de Gouvernance DDA</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defTabSz="914400" rtl="0" eaLnBrk="1" latinLnBrk="0" hangingPunct="1">
                        <a:lnSpc>
                          <a:spcPct val="90000"/>
                        </a:lnSpc>
                        <a:spcBef>
                          <a:spcPts val="610"/>
                        </a:spcBef>
                        <a:buClr>
                          <a:schemeClr val="accent1"/>
                        </a:buClr>
                        <a:buFont typeface="Arial" panose="020B0604020202020204" pitchFamily="34" charset="0"/>
                        <a:buNone/>
                      </a:pPr>
                      <a:endParaRPr lang="fr-FR" sz="1100" kern="1200" noProof="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defTabSz="914400" rtl="0" eaLnBrk="1" latinLnBrk="0" hangingPunct="1">
                        <a:lnSpc>
                          <a:spcPct val="90000"/>
                        </a:lnSpc>
                        <a:spcBef>
                          <a:spcPts val="610"/>
                        </a:spcBef>
                        <a:buClr>
                          <a:schemeClr val="accent1"/>
                        </a:buClr>
                        <a:buFont typeface="Arial" panose="020B0604020202020204" pitchFamily="34" charset="0"/>
                        <a:buNone/>
                      </a:pPr>
                      <a:endParaRPr lang="fr-FR" sz="1100" kern="1200" noProof="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bl>
          </a:graphicData>
        </a:graphic>
      </p:graphicFrame>
      <p:pic>
        <p:nvPicPr>
          <p:cNvPr id="11" name="Picture 3" descr="Covéa — Wikipédia">
            <a:extLst>
              <a:ext uri="{FF2B5EF4-FFF2-40B4-BE49-F238E27FC236}">
                <a16:creationId xmlns:a16="http://schemas.microsoft.com/office/drawing/2014/main" id="{EA581180-E320-C550-B454-B18BFBC2CD16}"/>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9476" y="2429021"/>
            <a:ext cx="726377" cy="582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479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60" imgH="360" progId="TCLayout.ActiveDocument.1">
                  <p:embed/>
                </p:oleObj>
              </mc:Choice>
              <mc:Fallback>
                <p:oleObj name="Diapositive think-cell" r:id="rId4"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3</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506166921"/>
              </p:ext>
            </p:extLst>
          </p:nvPr>
        </p:nvGraphicFramePr>
        <p:xfrm>
          <a:off x="361541" y="1808163"/>
          <a:ext cx="11430002" cy="3984149"/>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kern="120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kern="120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Orange Bank</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r>
                        <a:rPr lang="fr-FR" sz="1100" kern="1200" noProof="0" dirty="0">
                          <a:solidFill>
                            <a:schemeClr val="tx1"/>
                          </a:solidFill>
                          <a:latin typeface="+mn-lt"/>
                          <a:ea typeface="+mn-ea"/>
                          <a:cs typeface="+mn-cs"/>
                        </a:rPr>
                        <a:t>Mise en place d’une filière Risque et Conformité pour l’ensemble des activités bancaires et de paiements mobiles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Intervention en qualité d’expert risques, conformité et gouvernance</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Réalisation des </a:t>
                      </a:r>
                      <a:r>
                        <a:rPr lang="fr-FR" sz="1100" kern="1200" noProof="0" dirty="0" err="1">
                          <a:solidFill>
                            <a:schemeClr val="dk1"/>
                          </a:solidFill>
                          <a:latin typeface="+mn-lt"/>
                          <a:ea typeface="+mn-ea"/>
                          <a:cs typeface="Arial"/>
                        </a:rPr>
                        <a:t>policies</a:t>
                      </a:r>
                      <a:r>
                        <a:rPr lang="fr-FR" sz="1100" kern="1200" noProof="0" dirty="0">
                          <a:solidFill>
                            <a:schemeClr val="dk1"/>
                          </a:solidFill>
                          <a:latin typeface="+mn-lt"/>
                          <a:ea typeface="+mn-ea"/>
                          <a:cs typeface="Arial"/>
                        </a:rPr>
                        <a:t> et guidelines pour l’activité EMEA</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Définition des RACI et mise en place opérationnelle de la filière</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Formalisation des KPI, KRI et mise en place des </a:t>
                      </a:r>
                      <a:r>
                        <a:rPr lang="fr-FR" sz="1100" kern="1200" noProof="0" dirty="0" err="1">
                          <a:solidFill>
                            <a:schemeClr val="dk1"/>
                          </a:solidFill>
                          <a:latin typeface="+mn-lt"/>
                          <a:ea typeface="+mn-ea"/>
                          <a:cs typeface="Arial"/>
                        </a:rPr>
                        <a:t>reportings</a:t>
                      </a:r>
                      <a:endParaRPr lang="fr-FR" sz="1100" kern="1200" noProof="0" dirty="0">
                        <a:solidFill>
                          <a:schemeClr val="dk1"/>
                        </a:solidFill>
                        <a:latin typeface="+mn-lt"/>
                        <a:ea typeface="+mn-ea"/>
                        <a:cs typeface="Arial"/>
                      </a:endParaRP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Définition des principes de refacturation interne</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kern="1200" noProof="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276906517"/>
                  </a:ext>
                </a:extLst>
              </a:tr>
            </a:tbl>
          </a:graphicData>
        </a:graphic>
      </p:graphicFrame>
      <p:pic>
        <p:nvPicPr>
          <p:cNvPr id="5" name="Espace réservé pour une image  10">
            <a:extLst>
              <a:ext uri="{FF2B5EF4-FFF2-40B4-BE49-F238E27FC236}">
                <a16:creationId xmlns:a16="http://schemas.microsoft.com/office/drawing/2014/main" id="{4CBB27A0-6FD0-A23C-A2C4-254B0CAC8253}"/>
              </a:ext>
            </a:extLst>
          </p:cNvPr>
          <p:cNvPicPr>
            <a:picLocks noChangeAspect="1"/>
          </p:cNvPicPr>
          <p:nvPr/>
        </p:nvPicPr>
        <p:blipFill rotWithShape="1">
          <a:blip r:embed="rId6">
            <a:extLst>
              <a:ext uri="{28A0092B-C50C-407E-A947-70E740481C1C}">
                <a14:useLocalDpi xmlns:a14="http://schemas.microsoft.com/office/drawing/2010/main" val="0"/>
              </a:ext>
            </a:extLst>
          </a:blip>
          <a:srcRect l="-18414" r="-18414"/>
          <a:stretch/>
        </p:blipFill>
        <p:spPr>
          <a:xfrm>
            <a:off x="788981" y="3928951"/>
            <a:ext cx="714876" cy="522459"/>
          </a:xfrm>
          <a:prstGeom prst="rect">
            <a:avLst/>
          </a:prstGeom>
        </p:spPr>
      </p:pic>
    </p:spTree>
    <p:extLst>
      <p:ext uri="{BB962C8B-B14F-4D97-AF65-F5344CB8AC3E}">
        <p14:creationId xmlns:p14="http://schemas.microsoft.com/office/powerpoint/2010/main" val="2182626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4</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dirty="0"/>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1219020861"/>
              </p:ext>
            </p:extLst>
          </p:nvPr>
        </p:nvGraphicFramePr>
        <p:xfrm>
          <a:off x="361541" y="1808163"/>
          <a:ext cx="11430002" cy="3301482"/>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dirty="0">
                        <a:solidFill>
                          <a:schemeClr val="tx1"/>
                        </a:solidFill>
                        <a:latin typeface="Arial" panose="020B0604020202020204" pitchFamily="34" charset="0"/>
                        <a:ea typeface="+mn-lt"/>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111436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BMW Financial Services</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90000"/>
                        </a:lnSpc>
                        <a:spcBef>
                          <a:spcPts val="610"/>
                        </a:spcBef>
                        <a:spcAft>
                          <a:spcPts val="600"/>
                        </a:spcAft>
                        <a:buClr>
                          <a:schemeClr val="accent1"/>
                        </a:buClr>
                        <a:buSzTx/>
                        <a:buFont typeface="Arial" panose="020B0604020202020204" pitchFamily="34" charset="0"/>
                        <a:buNone/>
                        <a:tabLst/>
                        <a:defRPr/>
                      </a:pPr>
                      <a:r>
                        <a:rPr lang="fr-FR" sz="1100" kern="1200" dirty="0">
                          <a:solidFill>
                            <a:schemeClr val="tx1"/>
                          </a:solidFill>
                          <a:latin typeface="Arial" panose="020B0604020202020204" pitchFamily="34" charset="0"/>
                          <a:ea typeface="+mn-ea"/>
                          <a:cs typeface="Arial" panose="020B0604020202020204" pitchFamily="34" charset="0"/>
                        </a:rPr>
                        <a:t>Renforcer les équipes en charge de la production mensuelle et trimestrielle des </a:t>
                      </a:r>
                      <a:r>
                        <a:rPr lang="fr-FR" sz="1100" kern="1200" dirty="0" err="1">
                          <a:solidFill>
                            <a:schemeClr val="tx1"/>
                          </a:solidFill>
                          <a:latin typeface="Arial" panose="020B0604020202020204" pitchFamily="34" charset="0"/>
                          <a:ea typeface="+mn-ea"/>
                          <a:cs typeface="Arial" panose="020B0604020202020204" pitchFamily="34" charset="0"/>
                        </a:rPr>
                        <a:t>reporting</a:t>
                      </a:r>
                      <a:r>
                        <a:rPr lang="fr-FR" sz="1100" kern="1200" dirty="0">
                          <a:solidFill>
                            <a:schemeClr val="tx1"/>
                          </a:solidFill>
                          <a:latin typeface="Arial" panose="020B0604020202020204" pitchFamily="34" charset="0"/>
                          <a:ea typeface="+mn-ea"/>
                          <a:cs typeface="Arial" panose="020B0604020202020204" pitchFamily="34" charset="0"/>
                        </a:rPr>
                        <a:t> règlementaires de BMW Finance France </a:t>
                      </a:r>
                    </a:p>
                    <a:p>
                      <a:pPr marL="0" marR="0" lvl="0" indent="0" algn="l" defTabSz="557240" rtl="0" eaLnBrk="1" fontAlgn="auto" latinLnBrk="0" hangingPunct="1">
                        <a:lnSpc>
                          <a:spcPct val="90000"/>
                        </a:lnSpc>
                        <a:spcBef>
                          <a:spcPts val="610"/>
                        </a:spcBef>
                        <a:spcAft>
                          <a:spcPts val="600"/>
                        </a:spcAft>
                        <a:buClr>
                          <a:schemeClr val="accent1"/>
                        </a:buClr>
                        <a:buSzTx/>
                        <a:buFont typeface="Arial" panose="020B0604020202020204" pitchFamily="34" charset="0"/>
                        <a:buNone/>
                        <a:tabLst/>
                        <a:defRPr/>
                      </a:pPr>
                      <a:r>
                        <a:rPr lang="fr-FR" sz="1100" kern="1200" dirty="0">
                          <a:solidFill>
                            <a:schemeClr val="tx1"/>
                          </a:solidFill>
                          <a:latin typeface="Arial" panose="020B0604020202020204" pitchFamily="34" charset="0"/>
                          <a:ea typeface="+mn-ea"/>
                          <a:cs typeface="Arial" panose="020B0604020202020204" pitchFamily="34" charset="0"/>
                        </a:rPr>
                        <a:t>Préparer l’entrée en vigueur de la règlementation </a:t>
                      </a:r>
                      <a:r>
                        <a:rPr lang="en-GB" sz="1100" kern="1200" dirty="0">
                          <a:solidFill>
                            <a:schemeClr val="tx1"/>
                          </a:solidFill>
                          <a:latin typeface="Arial" panose="020B0604020202020204" pitchFamily="34" charset="0"/>
                          <a:ea typeface="+mn-ea"/>
                          <a:cs typeface="Arial" panose="020B0604020202020204" pitchFamily="34" charset="0"/>
                        </a:rPr>
                        <a:t>CRDV - CRR2</a:t>
                      </a: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Production et suivi des </a:t>
                      </a:r>
                      <a:r>
                        <a:rPr lang="fr-FR" sz="1100" kern="1200" noProof="0" dirty="0" err="1">
                          <a:solidFill>
                            <a:schemeClr val="dk1"/>
                          </a:solidFill>
                          <a:latin typeface="+mn-lt"/>
                          <a:ea typeface="+mn-ea"/>
                          <a:cs typeface="Arial"/>
                        </a:rPr>
                        <a:t>reporting</a:t>
                      </a:r>
                      <a:r>
                        <a:rPr lang="fr-FR" sz="1100" kern="1200" noProof="0" dirty="0">
                          <a:solidFill>
                            <a:schemeClr val="dk1"/>
                          </a:solidFill>
                          <a:latin typeface="+mn-lt"/>
                          <a:ea typeface="+mn-ea"/>
                          <a:cs typeface="Arial"/>
                        </a:rPr>
                        <a:t> règlementaires COREP, Grands Risques, Ratio de Levier, ratios de liquidité et de financement (LCR, NSFR, ALMM) et Asset </a:t>
                      </a:r>
                      <a:r>
                        <a:rPr lang="fr-FR" sz="1100" kern="1200" noProof="0" dirty="0" err="1">
                          <a:solidFill>
                            <a:schemeClr val="dk1"/>
                          </a:solidFill>
                          <a:latin typeface="+mn-lt"/>
                          <a:ea typeface="+mn-ea"/>
                          <a:cs typeface="Arial"/>
                        </a:rPr>
                        <a:t>Encumbrance</a:t>
                      </a:r>
                      <a:r>
                        <a:rPr lang="fr-FR" sz="1100" kern="1200" noProof="0" dirty="0">
                          <a:solidFill>
                            <a:schemeClr val="dk1"/>
                          </a:solidFill>
                          <a:latin typeface="+mn-lt"/>
                          <a:ea typeface="+mn-ea"/>
                          <a:cs typeface="Arial"/>
                        </a:rPr>
                        <a:t>.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Veille et mise en conformité des </a:t>
                      </a:r>
                      <a:r>
                        <a:rPr lang="fr-FR" sz="1100" kern="1200" noProof="0" dirty="0" err="1">
                          <a:solidFill>
                            <a:schemeClr val="dk1"/>
                          </a:solidFill>
                          <a:latin typeface="+mn-lt"/>
                          <a:ea typeface="+mn-ea"/>
                          <a:cs typeface="Arial"/>
                        </a:rPr>
                        <a:t>reporting</a:t>
                      </a:r>
                      <a:r>
                        <a:rPr lang="fr-FR" sz="1100" kern="1200" noProof="0" dirty="0">
                          <a:solidFill>
                            <a:schemeClr val="dk1"/>
                          </a:solidFill>
                          <a:latin typeface="+mn-lt"/>
                          <a:ea typeface="+mn-ea"/>
                          <a:cs typeface="Arial"/>
                        </a:rPr>
                        <a:t> en lien avec la réglementation CRR2</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Mise à jour de la documentation (processus, documentation règlementaire) associée au périmètre à charge</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bl>
          </a:graphicData>
        </a:graphic>
      </p:graphicFrame>
      <p:pic>
        <p:nvPicPr>
          <p:cNvPr id="7" name="Picture 2" descr="Nos services - ESPACE BERTEAUX VERNOUILLET">
            <a:extLst>
              <a:ext uri="{FF2B5EF4-FFF2-40B4-BE49-F238E27FC236}">
                <a16:creationId xmlns:a16="http://schemas.microsoft.com/office/drawing/2014/main" id="{21E2981E-6F40-A2C8-28AE-B852A21B75B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8175" y="4069579"/>
            <a:ext cx="1224153" cy="664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7133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5</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2962564707"/>
              </p:ext>
            </p:extLst>
          </p:nvPr>
        </p:nvGraphicFramePr>
        <p:xfrm>
          <a:off x="361541" y="1808163"/>
          <a:ext cx="11430002" cy="3981865"/>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 </a:t>
                      </a:r>
                      <a:br>
                        <a:rPr lang="fr-FR" sz="900" b="1" i="1" kern="1200" noProof="0">
                          <a:solidFill>
                            <a:schemeClr val="tx1"/>
                          </a:solidFill>
                          <a:latin typeface="+mn-lt"/>
                          <a:ea typeface="+mn-ea"/>
                          <a:cs typeface="+mn-cs"/>
                        </a:rPr>
                      </a:br>
                      <a:r>
                        <a:rPr lang="fr-FR" sz="900" b="1" i="1" kern="1200" noProof="0">
                          <a:solidFill>
                            <a:schemeClr val="tx1"/>
                          </a:solidFill>
                          <a:latin typeface="+mn-lt"/>
                          <a:ea typeface="+mn-ea"/>
                          <a:cs typeface="+mn-cs"/>
                        </a:rPr>
                        <a:t>Leasing &amp; Factoring</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noProof="0" dirty="0">
                          <a:solidFill>
                            <a:schemeClr val="tx1"/>
                          </a:solidFill>
                          <a:latin typeface="Arial" panose="020B0604020202020204" pitchFamily="34" charset="0"/>
                          <a:ea typeface="+mn-ea"/>
                          <a:cs typeface="Arial" panose="020B0604020202020204" pitchFamily="34" charset="0"/>
                        </a:rPr>
                        <a:t>Projet de déploiement d’un outil de </a:t>
                      </a:r>
                      <a:r>
                        <a:rPr lang="fr-FR" sz="1100" kern="1200" noProof="0" dirty="0" err="1">
                          <a:solidFill>
                            <a:schemeClr val="tx1"/>
                          </a:solidFill>
                          <a:latin typeface="Arial" panose="020B0604020202020204" pitchFamily="34" charset="0"/>
                          <a:ea typeface="+mn-ea"/>
                          <a:cs typeface="Arial" panose="020B0604020202020204" pitchFamily="34" charset="0"/>
                        </a:rPr>
                        <a:t>scoring</a:t>
                      </a:r>
                      <a:r>
                        <a:rPr lang="fr-FR" sz="1100" kern="1200" noProof="0" dirty="0">
                          <a:solidFill>
                            <a:schemeClr val="tx1"/>
                          </a:solidFill>
                          <a:latin typeface="Arial" panose="020B0604020202020204" pitchFamily="34" charset="0"/>
                          <a:ea typeface="+mn-ea"/>
                          <a:cs typeface="Arial" panose="020B0604020202020204" pitchFamily="34" charset="0"/>
                        </a:rPr>
                        <a:t> à l’octroi (Solution Experian) sur deux périmètres géographiques, l’Espagne et l’Allemagne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Structuration du suivi projet, de l’espace documentaire associé et mise à jour</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Suivi des </a:t>
                      </a:r>
                      <a:r>
                        <a:rPr lang="fr-FR" sz="1100" kern="1200" noProof="0" dirty="0" err="1">
                          <a:solidFill>
                            <a:schemeClr val="dk1"/>
                          </a:solidFill>
                          <a:latin typeface="+mn-lt"/>
                          <a:ea typeface="+mn-ea"/>
                          <a:cs typeface="Arial"/>
                        </a:rPr>
                        <a:t>reportings</a:t>
                      </a:r>
                      <a:r>
                        <a:rPr lang="fr-FR" sz="1100" kern="1200" noProof="0" dirty="0">
                          <a:solidFill>
                            <a:schemeClr val="dk1"/>
                          </a:solidFill>
                          <a:latin typeface="+mn-lt"/>
                          <a:ea typeface="+mn-ea"/>
                          <a:cs typeface="Arial"/>
                        </a:rPr>
                        <a:t>, KPI du projet en vision tableau de bord</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Préparation des Comités de suivi : COSUI, COPIL projet, et autres instances liées à la Gouvernance du projet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Coordination et consolidation des informations projet avec les parties prenantes et responsables de projets et de chantiers</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MACIF</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La Macif a souhaité se faire accompagner sur les problématiques RGPD, notamment sur les axes gestion de la donnée et conduite du changement.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Analyse et synthèse de l’existant; travaux de mise en conformité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Matrice de criticité et lotissement d’applicatifs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Développement d’une solution d’encadrement IA des ZTL (POC)</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Déploiement de formation ciblées selon les populations (e-learning, classe virtuelle..)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Déploiement d’une campagne de sensibilisation à destination de l’ensemble des collaborateurs du groupe (cybersécurité)</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Déploiement d’un plan de communication autour du RGPD</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111436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bl>
          </a:graphicData>
        </a:graphic>
      </p:graphicFrame>
      <p:pic>
        <p:nvPicPr>
          <p:cNvPr id="2" name="Picture 3">
            <a:extLst>
              <a:ext uri="{FF2B5EF4-FFF2-40B4-BE49-F238E27FC236}">
                <a16:creationId xmlns:a16="http://schemas.microsoft.com/office/drawing/2014/main" id="{22C4BFF3-DA1C-DAF5-E1DD-235126D8AC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6988" y="3506327"/>
            <a:ext cx="604190" cy="59331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5" descr="Naissance d'Aéma Groupe, nouvel acteur mutualiste de protection sur le  marché français">
            <a:extLst>
              <a:ext uri="{FF2B5EF4-FFF2-40B4-BE49-F238E27FC236}">
                <a16:creationId xmlns:a16="http://schemas.microsoft.com/office/drawing/2014/main" id="{D9796773-E1CD-30FF-EF24-DFCF82E892A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31856" b="17491"/>
          <a:stretch/>
        </p:blipFill>
        <p:spPr bwMode="auto">
          <a:xfrm>
            <a:off x="737670" y="4124606"/>
            <a:ext cx="942826" cy="35780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Image associée">
            <a:extLst>
              <a:ext uri="{FF2B5EF4-FFF2-40B4-BE49-F238E27FC236}">
                <a16:creationId xmlns:a16="http://schemas.microsoft.com/office/drawing/2014/main" id="{D1970CB2-88F4-0A28-9B8B-D199438697B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654" t="34006" r="2544" b="33844"/>
          <a:stretch/>
        </p:blipFill>
        <p:spPr bwMode="auto">
          <a:xfrm>
            <a:off x="417083" y="2589274"/>
            <a:ext cx="1584000" cy="2273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6079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6</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2492907272"/>
              </p:ext>
            </p:extLst>
          </p:nvPr>
        </p:nvGraphicFramePr>
        <p:xfrm>
          <a:off x="361541" y="1808163"/>
          <a:ext cx="11430002" cy="3584513"/>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BNP CIB</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altLang="fr-FR" sz="1100" kern="1200" dirty="0">
                          <a:solidFill>
                            <a:schemeClr val="tx1"/>
                          </a:solidFill>
                          <a:latin typeface="Arial" panose="020B0604020202020204" pitchFamily="34" charset="0"/>
                          <a:ea typeface="+mn-ea"/>
                          <a:cs typeface="Arial" panose="020B0604020202020204" pitchFamily="34" charset="0"/>
                        </a:rPr>
                        <a:t>Dans l’optique d’améliorer le processus KYC au niveau monde pour l’entité CIB de la BNP, un nouvel outil a été mis en place (FENERGO) pour remplacer l’ancien outil.</a:t>
                      </a: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Gestion des besoins documentaires et des données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Analyse et étude approfondie de l’ensemble de la politique KYC du groupe BNP Paribas CIB</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Amélioration de l’architecture documentaire pour l’ensemble des départements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Expression des besoins dans l’outil JIRA</a:t>
                      </a: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Participation aux phases de recettes lors des différentes releases (projet Agile)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Paramétrage de l’outil avec les équipes IT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Tests et remontées des bugs aux équipes IT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Formation et participation à la création des supports de formation pour les équipes opérationnelles</a:t>
                      </a: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Gestion des besoins régionaux (Local </a:t>
                      </a:r>
                      <a:r>
                        <a:rPr lang="fr-FR" sz="1000" u="sng" kern="1200" dirty="0" err="1">
                          <a:solidFill>
                            <a:schemeClr val="tx1"/>
                          </a:solidFill>
                          <a:latin typeface="+mn-lt"/>
                          <a:ea typeface="+mn-ea"/>
                          <a:cs typeface="Arial" panose="020B0604020202020204" pitchFamily="34" charset="0"/>
                        </a:rPr>
                        <a:t>Requirements</a:t>
                      </a:r>
                      <a:r>
                        <a:rPr lang="fr-FR" sz="1000" u="sng" kern="1200" dirty="0">
                          <a:solidFill>
                            <a:schemeClr val="tx1"/>
                          </a:solidFill>
                          <a:latin typeface="+mn-lt"/>
                          <a:ea typeface="+mn-ea"/>
                          <a:cs typeface="Arial" panose="020B0604020202020204" pitchFamily="34" charset="0"/>
                        </a:rPr>
                        <a:t>)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Analyse et étude approfondie de l’ensemble des besoins réglementaires propres aux régions (45 pays, 164 besoins)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Compréhension et validation du besoin avec les régions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Arbitrage des besoins entre la politique globale et les politiques régionales</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alt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000" u="none" kern="1200" dirty="0">
                        <a:solidFill>
                          <a:schemeClr val="tx1"/>
                        </a:solidFill>
                        <a:latin typeface="+mn-lt"/>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10" name="Image 9">
            <a:extLst>
              <a:ext uri="{FF2B5EF4-FFF2-40B4-BE49-F238E27FC236}">
                <a16:creationId xmlns:a16="http://schemas.microsoft.com/office/drawing/2014/main" id="{30DADBC8-9FC4-8C3C-CACF-8895DBE40C27}"/>
              </a:ext>
            </a:extLst>
          </p:cNvPr>
          <p:cNvPicPr>
            <a:picLocks noChangeAspect="1"/>
          </p:cNvPicPr>
          <p:nvPr/>
        </p:nvPicPr>
        <p:blipFill>
          <a:blip r:embed="rId5"/>
          <a:stretch>
            <a:fillRect/>
          </a:stretch>
        </p:blipFill>
        <p:spPr>
          <a:xfrm>
            <a:off x="361542" y="3188985"/>
            <a:ext cx="1743008" cy="287295"/>
          </a:xfrm>
          <a:prstGeom prst="rect">
            <a:avLst/>
          </a:prstGeom>
        </p:spPr>
      </p:pic>
    </p:spTree>
    <p:extLst>
      <p:ext uri="{BB962C8B-B14F-4D97-AF65-F5344CB8AC3E}">
        <p14:creationId xmlns:p14="http://schemas.microsoft.com/office/powerpoint/2010/main" val="191441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7</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1085817287"/>
              </p:ext>
            </p:extLst>
          </p:nvPr>
        </p:nvGraphicFramePr>
        <p:xfrm>
          <a:off x="361541" y="1808164"/>
          <a:ext cx="11430002" cy="4449865"/>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292643">
                <a:tc>
                  <a:txBody>
                    <a:bodyPr/>
                    <a:lstStyle/>
                    <a:p>
                      <a:r>
                        <a:rPr lang="fr-FR" sz="1400" b="1" noProof="0" dirty="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1293165">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1013511">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16980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 CIB</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noProof="0" dirty="0">
                          <a:solidFill>
                            <a:schemeClr val="tx1"/>
                          </a:solidFill>
                          <a:latin typeface="Arial" panose="020B0604020202020204" pitchFamily="34" charset="0"/>
                          <a:ea typeface="+mn-ea"/>
                          <a:cs typeface="Arial" panose="020B0604020202020204" pitchFamily="34" charset="0"/>
                        </a:rPr>
                        <a:t>CACIB souhait mettre en place une Data Gouvernance (Data Office/filières métiers) ainsi que des contrôles Data </a:t>
                      </a:r>
                      <a:r>
                        <a:rPr lang="fr-FR" sz="1100" kern="1200" noProof="0" dirty="0" err="1">
                          <a:solidFill>
                            <a:schemeClr val="tx1"/>
                          </a:solidFill>
                          <a:latin typeface="Arial" panose="020B0604020202020204" pitchFamily="34" charset="0"/>
                          <a:ea typeface="+mn-ea"/>
                          <a:cs typeface="Arial" panose="020B0604020202020204" pitchFamily="34" charset="0"/>
                        </a:rPr>
                        <a:t>Quality</a:t>
                      </a:r>
                      <a:r>
                        <a:rPr lang="fr-FR" sz="1100" kern="1200" noProof="0" dirty="0">
                          <a:solidFill>
                            <a:schemeClr val="tx1"/>
                          </a:solidFill>
                          <a:latin typeface="Arial" panose="020B0604020202020204" pitchFamily="34" charset="0"/>
                          <a:ea typeface="+mn-ea"/>
                          <a:cs typeface="Arial" panose="020B0604020202020204" pitchFamily="34" charset="0"/>
                        </a:rPr>
                        <a:t> pour contrôler les données traitées/exploitées au sein de différentes filières à l'aide de l'outil </a:t>
                      </a:r>
                      <a:r>
                        <a:rPr lang="fr-FR" sz="1100" kern="1200" noProof="0" dirty="0" err="1">
                          <a:solidFill>
                            <a:schemeClr val="tx1"/>
                          </a:solidFill>
                          <a:latin typeface="Arial" panose="020B0604020202020204" pitchFamily="34" charset="0"/>
                          <a:ea typeface="+mn-ea"/>
                          <a:cs typeface="Arial" panose="020B0604020202020204" pitchFamily="34" charset="0"/>
                        </a:rPr>
                        <a:t>SmartDQ</a:t>
                      </a: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100" b="1" dirty="0"/>
                        <a:t>Déploiement d’une gouvernance des données : </a:t>
                      </a:r>
                      <a:r>
                        <a:rPr lang="fr-FR" sz="1100" i="1" dirty="0"/>
                        <a:t>data </a:t>
                      </a:r>
                      <a:r>
                        <a:rPr lang="fr-FR" sz="1100" i="1" dirty="0" err="1"/>
                        <a:t>lineage</a:t>
                      </a:r>
                      <a:r>
                        <a:rPr lang="fr-FR" sz="1100" i="1" dirty="0"/>
                        <a:t> via la mise en œuvre d’un glossaire métiers (</a:t>
                      </a:r>
                      <a:r>
                        <a:rPr lang="fr-FR" sz="1100" i="1" dirty="0" err="1"/>
                        <a:t>Collibra</a:t>
                      </a:r>
                      <a:r>
                        <a:rPr lang="fr-FR" sz="1100" i="1" dirty="0"/>
                        <a:t>), cartographie des flux de données entre outils/SI, data modeling, structuration des process (RACI et Data </a:t>
                      </a:r>
                      <a:r>
                        <a:rPr lang="fr-FR" sz="1100" i="1" dirty="0" err="1"/>
                        <a:t>Owners</a:t>
                      </a:r>
                      <a:r>
                        <a:rPr lang="fr-FR" sz="1100" i="1" dirty="0"/>
                        <a:t>), déclinaison des instances au niveau central et au sein des différentes filières</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100" b="1" dirty="0"/>
                        <a:t>Modélisation des données et déploiement d’un outil de contrôle de la qualité : </a:t>
                      </a:r>
                      <a:r>
                        <a:rPr kumimoji="0" lang="fr-FR" sz="1100" b="0" i="1" u="none" strike="noStrike" kern="1200" cap="none" spc="0" normalizeH="0" baseline="0" noProof="0" dirty="0">
                          <a:ln>
                            <a:noFill/>
                          </a:ln>
                          <a:solidFill>
                            <a:srgbClr val="000000"/>
                          </a:solidFill>
                          <a:effectLst/>
                          <a:uLnTx/>
                          <a:uFillTx/>
                          <a:latin typeface="+mn-lt"/>
                          <a:ea typeface="+mn-ea"/>
                          <a:cs typeface="Arial"/>
                          <a:sym typeface="Arial"/>
                        </a:rPr>
                        <a:t>définition d’indicateurs qualité pertinents, mise en place de contrôles, </a:t>
                      </a:r>
                      <a:r>
                        <a:rPr kumimoji="0" lang="fr-FR" sz="1100" b="0" i="1" u="none" strike="noStrike" kern="1200" cap="none" spc="0" normalizeH="0" baseline="0" noProof="0" dirty="0" err="1">
                          <a:ln>
                            <a:noFill/>
                          </a:ln>
                          <a:solidFill>
                            <a:srgbClr val="000000"/>
                          </a:solidFill>
                          <a:effectLst/>
                          <a:uLnTx/>
                          <a:uFillTx/>
                          <a:latin typeface="+mn-lt"/>
                          <a:ea typeface="+mn-ea"/>
                          <a:cs typeface="Arial"/>
                          <a:sym typeface="Arial"/>
                        </a:rPr>
                        <a:t>testing</a:t>
                      </a:r>
                      <a:r>
                        <a:rPr kumimoji="0" lang="fr-FR" sz="1100" b="0" i="1" u="none" strike="noStrike" kern="1200" cap="none" spc="0" normalizeH="0" baseline="0" noProof="0" dirty="0">
                          <a:ln>
                            <a:noFill/>
                          </a:ln>
                          <a:solidFill>
                            <a:srgbClr val="000000"/>
                          </a:solidFill>
                          <a:effectLst/>
                          <a:uLnTx/>
                          <a:uFillTx/>
                          <a:latin typeface="+mn-lt"/>
                          <a:ea typeface="+mn-ea"/>
                          <a:cs typeface="Arial"/>
                          <a:sym typeface="Arial"/>
                        </a:rPr>
                        <a:t> contrôles, plan de </a:t>
                      </a:r>
                      <a:r>
                        <a:rPr kumimoji="0" lang="fr-FR" sz="1100" b="0" i="1" u="none" strike="noStrike" kern="1200" cap="none" spc="0" normalizeH="0" baseline="0" noProof="0" dirty="0" err="1">
                          <a:ln>
                            <a:noFill/>
                          </a:ln>
                          <a:solidFill>
                            <a:srgbClr val="000000"/>
                          </a:solidFill>
                          <a:effectLst/>
                          <a:uLnTx/>
                          <a:uFillTx/>
                          <a:latin typeface="+mn-lt"/>
                          <a:ea typeface="+mn-ea"/>
                          <a:cs typeface="Arial"/>
                          <a:sym typeface="Arial"/>
                        </a:rPr>
                        <a:t>remediation</a:t>
                      </a:r>
                      <a:r>
                        <a:rPr kumimoji="0" lang="fr-FR" sz="1100" b="0" i="1" u="none" strike="noStrike" kern="1200" cap="none" spc="0" normalizeH="0" baseline="0" noProof="0" dirty="0">
                          <a:ln>
                            <a:noFill/>
                          </a:ln>
                          <a:solidFill>
                            <a:srgbClr val="000000"/>
                          </a:solidFill>
                          <a:effectLst/>
                          <a:uLnTx/>
                          <a:uFillTx/>
                          <a:latin typeface="+mn-lt"/>
                          <a:ea typeface="+mn-ea"/>
                          <a:cs typeface="Arial"/>
                          <a:sym typeface="Arial"/>
                        </a:rPr>
                        <a:t> sur les processus existants, correction des écarts </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100" b="1" dirty="0"/>
                        <a:t>Conduite du changement : </a:t>
                      </a:r>
                      <a:r>
                        <a:rPr lang="fr-FR" sz="1100" i="1" dirty="0"/>
                        <a:t>sensibilisation départements Métiers/IT sur les enjeux Data, diffusion de procédures</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69449350"/>
                  </a:ext>
                </a:extLst>
              </a:tr>
            </a:tbl>
          </a:graphicData>
        </a:graphic>
      </p:graphicFrame>
      <p:pic>
        <p:nvPicPr>
          <p:cNvPr id="5" name="Image 17">
            <a:extLst>
              <a:ext uri="{FF2B5EF4-FFF2-40B4-BE49-F238E27FC236}">
                <a16:creationId xmlns:a16="http://schemas.microsoft.com/office/drawing/2014/main" id="{94F89D1B-4418-A093-3B67-71EDB8B0F73E}"/>
              </a:ext>
            </a:extLst>
          </p:cNvPr>
          <p:cNvPicPr>
            <a:picLocks noChangeAspect="1"/>
          </p:cNvPicPr>
          <p:nvPr/>
        </p:nvPicPr>
        <p:blipFill>
          <a:blip r:embed="rId5"/>
          <a:stretch>
            <a:fillRect/>
          </a:stretch>
        </p:blipFill>
        <p:spPr>
          <a:xfrm>
            <a:off x="432562" y="4525408"/>
            <a:ext cx="1580204" cy="393525"/>
          </a:xfrm>
          <a:prstGeom prst="rect">
            <a:avLst/>
          </a:prstGeom>
        </p:spPr>
      </p:pic>
    </p:spTree>
    <p:extLst>
      <p:ext uri="{BB962C8B-B14F-4D97-AF65-F5344CB8AC3E}">
        <p14:creationId xmlns:p14="http://schemas.microsoft.com/office/powerpoint/2010/main" val="796167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extLst>
              <p:ext uri="{D42A27DB-BD31-4B8C-83A1-F6EECF244321}">
                <p14:modId xmlns:p14="http://schemas.microsoft.com/office/powerpoint/2010/main" val="32554493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8</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2603257753"/>
              </p:ext>
            </p:extLst>
          </p:nvPr>
        </p:nvGraphicFramePr>
        <p:xfrm>
          <a:off x="381000" y="1825625"/>
          <a:ext cx="11430002" cy="3141039"/>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pPr algn="ctr"/>
                      <a:r>
                        <a:rPr lang="fr-FR" sz="1400" b="1" noProof="0" dirty="0"/>
                        <a:t>Client</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 S.A.</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Les exigences réglementaires Taxonomie et Pilier 3 ESG entrant en vigueur de manière progressive, l’entité remettante de ce groupe bancaire se doit de déterminer sa contribution au </a:t>
                      </a:r>
                      <a:r>
                        <a:rPr lang="fr-FR" sz="1100" kern="1200" dirty="0" err="1">
                          <a:solidFill>
                            <a:schemeClr val="tx1"/>
                          </a:solidFill>
                          <a:latin typeface="Arial" panose="020B0604020202020204" pitchFamily="34" charset="0"/>
                          <a:ea typeface="+mn-ea"/>
                          <a:cs typeface="Arial" panose="020B0604020202020204" pitchFamily="34" charset="0"/>
                        </a:rPr>
                        <a:t>Reporting</a:t>
                      </a:r>
                      <a:r>
                        <a:rPr lang="fr-FR" sz="1100" kern="1200" dirty="0">
                          <a:solidFill>
                            <a:schemeClr val="tx1"/>
                          </a:solidFill>
                          <a:latin typeface="Arial" panose="020B0604020202020204" pitchFamily="34" charset="0"/>
                          <a:ea typeface="+mn-ea"/>
                          <a:cs typeface="Arial" panose="020B0604020202020204" pitchFamily="34" charset="0"/>
                        </a:rPr>
                        <a:t> Groupe et de déterminer les données à collecter parmi les exigences Groupe, d’identifier les sources desdites données, de s’intégrer dans les plannings prévisionnels.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Présentation des exigences règlementaires, des choix structurants du Groupe et des attentes au niveau des remettants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Échanges avec les interlocuteurs métier et SI pour remonter les données relatives aux financements dédiés (exemption sur les financements généraux) via le flux de données extra-financières, définition des plannings de collecte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err="1">
                          <a:solidFill>
                            <a:schemeClr val="dk1"/>
                          </a:solidFill>
                          <a:latin typeface="+mn-lt"/>
                          <a:ea typeface="+mn-ea"/>
                          <a:cs typeface="Arial"/>
                        </a:rPr>
                        <a:t>Reporting</a:t>
                      </a:r>
                      <a:r>
                        <a:rPr lang="fr-FR" sz="1100" kern="1200" dirty="0">
                          <a:solidFill>
                            <a:schemeClr val="dk1"/>
                          </a:solidFill>
                          <a:latin typeface="+mn-lt"/>
                          <a:ea typeface="+mn-ea"/>
                          <a:cs typeface="Arial"/>
                        </a:rPr>
                        <a:t> auprès des instances Groupe sur l’avancement du chantier</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746876">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125027618"/>
                  </a:ext>
                </a:extLst>
              </a:tr>
            </a:tbl>
          </a:graphicData>
        </a:graphic>
      </p:graphicFrame>
      <p:pic>
        <p:nvPicPr>
          <p:cNvPr id="6" name="Image 14">
            <a:extLst>
              <a:ext uri="{FF2B5EF4-FFF2-40B4-BE49-F238E27FC236}">
                <a16:creationId xmlns:a16="http://schemas.microsoft.com/office/drawing/2014/main" id="{C0821F76-FA02-F2E2-5359-4675748F3442}"/>
              </a:ext>
            </a:extLst>
          </p:cNvPr>
          <p:cNvPicPr>
            <a:picLocks noChangeAspect="1"/>
          </p:cNvPicPr>
          <p:nvPr/>
        </p:nvPicPr>
        <p:blipFill>
          <a:blip r:embed="rId5"/>
          <a:stretch>
            <a:fillRect/>
          </a:stretch>
        </p:blipFill>
        <p:spPr>
          <a:xfrm>
            <a:off x="674857" y="2497283"/>
            <a:ext cx="1080078" cy="555568"/>
          </a:xfrm>
          <a:prstGeom prst="rect">
            <a:avLst/>
          </a:prstGeom>
        </p:spPr>
      </p:pic>
    </p:spTree>
    <p:extLst>
      <p:ext uri="{BB962C8B-B14F-4D97-AF65-F5344CB8AC3E}">
        <p14:creationId xmlns:p14="http://schemas.microsoft.com/office/powerpoint/2010/main" val="1503543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9</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3332238342"/>
              </p:ext>
            </p:extLst>
          </p:nvPr>
        </p:nvGraphicFramePr>
        <p:xfrm>
          <a:off x="381000" y="1825625"/>
          <a:ext cx="11430002" cy="4209509"/>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pPr algn="ctr"/>
                      <a:r>
                        <a:rPr lang="fr-FR" sz="1400" b="1" noProof="0" dirty="0"/>
                        <a:t>Client </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BPCE</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Projet VDS : BPCE répond à la demande réglementaire du SRB de pouvoir produire sous un délai de 24 à 48 heures la vision de la résolution de la quasi-totalité des actifs à la maille granulaire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Etude des </a:t>
                      </a:r>
                      <a:r>
                        <a:rPr lang="fr-FR" sz="1100" kern="1200" dirty="0" err="1">
                          <a:solidFill>
                            <a:schemeClr val="dk1"/>
                          </a:solidFill>
                          <a:latin typeface="+mn-lt"/>
                          <a:ea typeface="+mn-ea"/>
                          <a:cs typeface="Arial"/>
                        </a:rPr>
                        <a:t>datapoints</a:t>
                      </a:r>
                      <a:r>
                        <a:rPr lang="fr-FR" sz="1100" kern="1200" dirty="0">
                          <a:solidFill>
                            <a:schemeClr val="dk1"/>
                          </a:solidFill>
                          <a:latin typeface="+mn-lt"/>
                          <a:ea typeface="+mn-ea"/>
                          <a:cs typeface="Arial"/>
                        </a:rPr>
                        <a:t> demandés par le SRB : gap </a:t>
                      </a:r>
                      <a:r>
                        <a:rPr lang="fr-FR" sz="1100" kern="1200" dirty="0" err="1">
                          <a:solidFill>
                            <a:schemeClr val="dk1"/>
                          </a:solidFill>
                          <a:latin typeface="+mn-lt"/>
                          <a:ea typeface="+mn-ea"/>
                          <a:cs typeface="Arial"/>
                        </a:rPr>
                        <a:t>analysis</a:t>
                      </a:r>
                      <a:r>
                        <a:rPr lang="fr-FR" sz="1100" kern="1200" dirty="0">
                          <a:solidFill>
                            <a:schemeClr val="dk1"/>
                          </a:solidFill>
                          <a:latin typeface="+mn-lt"/>
                          <a:ea typeface="+mn-ea"/>
                          <a:cs typeface="Arial"/>
                        </a:rPr>
                        <a:t> avec les </a:t>
                      </a:r>
                      <a:r>
                        <a:rPr lang="fr-FR" sz="1100" kern="1200" dirty="0" err="1">
                          <a:solidFill>
                            <a:schemeClr val="dk1"/>
                          </a:solidFill>
                          <a:latin typeface="+mn-lt"/>
                          <a:ea typeface="+mn-ea"/>
                          <a:cs typeface="Arial"/>
                        </a:rPr>
                        <a:t>reporintgs</a:t>
                      </a:r>
                      <a:r>
                        <a:rPr lang="fr-FR" sz="1100" kern="1200" dirty="0">
                          <a:solidFill>
                            <a:schemeClr val="dk1"/>
                          </a:solidFill>
                          <a:latin typeface="+mn-lt"/>
                          <a:ea typeface="+mn-ea"/>
                          <a:cs typeface="Arial"/>
                        </a:rPr>
                        <a:t> existants, animation des échanges avec la Résilience et l’IRT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Identification des </a:t>
                      </a:r>
                      <a:r>
                        <a:rPr lang="fr-FR" sz="1100" kern="1200" dirty="0" err="1">
                          <a:solidFill>
                            <a:schemeClr val="dk1"/>
                          </a:solidFill>
                          <a:latin typeface="+mn-lt"/>
                          <a:ea typeface="+mn-ea"/>
                          <a:cs typeface="Arial"/>
                        </a:rPr>
                        <a:t>sourcings</a:t>
                      </a:r>
                      <a:r>
                        <a:rPr lang="fr-FR" sz="1100" kern="1200" dirty="0">
                          <a:solidFill>
                            <a:schemeClr val="dk1"/>
                          </a:solidFill>
                          <a:latin typeface="+mn-lt"/>
                          <a:ea typeface="+mn-ea"/>
                          <a:cs typeface="Arial"/>
                        </a:rPr>
                        <a:t> des </a:t>
                      </a:r>
                      <a:r>
                        <a:rPr lang="fr-FR" sz="1100" kern="1200" dirty="0" err="1">
                          <a:solidFill>
                            <a:schemeClr val="dk1"/>
                          </a:solidFill>
                          <a:latin typeface="+mn-lt"/>
                          <a:ea typeface="+mn-ea"/>
                          <a:cs typeface="Arial"/>
                        </a:rPr>
                        <a:t>datapoints</a:t>
                      </a:r>
                      <a:r>
                        <a:rPr lang="fr-FR" sz="1100" kern="1200" dirty="0">
                          <a:solidFill>
                            <a:schemeClr val="dk1"/>
                          </a:solidFill>
                          <a:latin typeface="+mn-lt"/>
                          <a:ea typeface="+mn-ea"/>
                          <a:cs typeface="Arial"/>
                        </a:rPr>
                        <a:t> (SI comptables, de gestion, prudentiels, moteur de liquidité…)</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Définition de l’architecture cible avec les systèmes remettants et IT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Développement du moteur de calcul sous </a:t>
                      </a:r>
                      <a:r>
                        <a:rPr lang="fr-FR" sz="1100" kern="1200" dirty="0" err="1">
                          <a:solidFill>
                            <a:schemeClr val="dk1"/>
                          </a:solidFill>
                          <a:latin typeface="+mn-lt"/>
                          <a:ea typeface="+mn-ea"/>
                          <a:cs typeface="Arial"/>
                        </a:rPr>
                        <a:t>alteryx</a:t>
                      </a: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b="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311555948"/>
                  </a:ext>
                </a:extLst>
              </a:tr>
              <a:tr h="111875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r>
                        <a:rPr lang="fr-FR" sz="1000" b="0" i="0" u="none" strike="noStrike" dirty="0">
                          <a:solidFill>
                            <a:srgbClr val="000000"/>
                          </a:solidFill>
                          <a:effectLst/>
                          <a:latin typeface="Arial" panose="020B0604020202020204" pitchFamily="34" charset="0"/>
                        </a:rPr>
                        <a:t>Le programme </a:t>
                      </a:r>
                      <a:r>
                        <a:rPr lang="fr-FR" sz="1000" b="0" i="0" u="none" strike="noStrike" dirty="0" err="1">
                          <a:solidFill>
                            <a:srgbClr val="000000"/>
                          </a:solidFill>
                          <a:effectLst/>
                          <a:latin typeface="Arial" panose="020B0604020202020204" pitchFamily="34" charset="0"/>
                        </a:rPr>
                        <a:t>Loanscape</a:t>
                      </a:r>
                      <a:r>
                        <a:rPr lang="fr-FR" sz="1000" b="0" i="0" u="none" strike="noStrike" dirty="0">
                          <a:solidFill>
                            <a:srgbClr val="000000"/>
                          </a:solidFill>
                          <a:effectLst/>
                          <a:latin typeface="Arial" panose="020B0604020202020204" pitchFamily="34" charset="0"/>
                        </a:rPr>
                        <a:t> s’inscrit dans le plan stratégique de développement de la banque de financement visant une  modernisation de ces activités par la transformation IT, l’optimisation des coûts et l’innovation dans la structuration et l’origination</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fontAlgn="t">
                        <a:buFont typeface="Arial" panose="020B0604020202020204" pitchFamily="34" charset="0"/>
                        <a:buNone/>
                      </a:pPr>
                      <a:r>
                        <a:rPr lang="fr-FR" sz="1100" b="0" i="0" u="sng" strike="noStrike" dirty="0">
                          <a:solidFill>
                            <a:srgbClr val="000000"/>
                          </a:solidFill>
                          <a:effectLst/>
                          <a:latin typeface="Arial" panose="020B0604020202020204" pitchFamily="34" charset="0"/>
                        </a:rPr>
                        <a:t>MISSION 1</a:t>
                      </a:r>
                      <a:endParaRPr lang="fr-FR" sz="1100" b="0" i="0" u="none" strike="noStrike" dirty="0">
                        <a:solidFill>
                          <a:srgbClr val="000000"/>
                        </a:solidFill>
                        <a:effectLst/>
                        <a:latin typeface="Arial" panose="020B0604020202020204" pitchFamily="34" charset="0"/>
                      </a:endParaRPr>
                    </a:p>
                    <a:p>
                      <a:pPr marL="171450" indent="-171450" algn="l" fontAlgn="t">
                        <a:buFont typeface="Arial" panose="020B0604020202020204" pitchFamily="34" charset="0"/>
                        <a:buChar char="•"/>
                      </a:pPr>
                      <a:r>
                        <a:rPr lang="fr-FR" sz="1100" b="0" i="0" u="none" strike="noStrike" dirty="0">
                          <a:solidFill>
                            <a:srgbClr val="000000"/>
                          </a:solidFill>
                          <a:effectLst/>
                          <a:latin typeface="Arial" panose="020B0604020202020204" pitchFamily="34" charset="0"/>
                        </a:rPr>
                        <a:t>Fournir un système intégré, modulaire et mondial pour gérer les clauses restrictives pour le financement des activités, à travers les secteurs d'activité SFI, DOD et ITB</a:t>
                      </a:r>
                    </a:p>
                    <a:p>
                      <a:pPr marL="171450" indent="-171450" algn="l" fontAlgn="t">
                        <a:buFont typeface="Arial" panose="020B0604020202020204" pitchFamily="34" charset="0"/>
                        <a:buChar char="•"/>
                      </a:pPr>
                      <a:r>
                        <a:rPr lang="fr-FR" sz="1100" b="0" i="0" u="none" strike="noStrike" dirty="0">
                          <a:solidFill>
                            <a:srgbClr val="000000"/>
                          </a:solidFill>
                          <a:effectLst/>
                          <a:latin typeface="Arial" panose="020B0604020202020204" pitchFamily="34" charset="0"/>
                        </a:rPr>
                        <a:t>Définir de nouvelles règles de nomenclature pour les covenants, afin de s'aligner sur l'évolution des besoins internes et externes (clients, régulateurs, risques, besoins financiers)</a:t>
                      </a:r>
                    </a:p>
                    <a:p>
                      <a:pPr marL="171450" indent="-171450" algn="l" fontAlgn="t">
                        <a:buFont typeface="Arial" panose="020B0604020202020204" pitchFamily="34" charset="0"/>
                        <a:buChar char="•"/>
                      </a:pPr>
                      <a:r>
                        <a:rPr lang="fr-FR" sz="1100" b="0" i="0" u="none" strike="noStrike" dirty="0">
                          <a:solidFill>
                            <a:srgbClr val="000000"/>
                          </a:solidFill>
                          <a:effectLst/>
                          <a:latin typeface="Arial" panose="020B0604020202020204" pitchFamily="34" charset="0"/>
                        </a:rPr>
                        <a:t>Participation au chantier </a:t>
                      </a:r>
                      <a:r>
                        <a:rPr lang="fr-FR" sz="1100" b="0" i="0" u="none" strike="noStrike" dirty="0" err="1">
                          <a:solidFill>
                            <a:srgbClr val="000000"/>
                          </a:solidFill>
                          <a:effectLst/>
                          <a:latin typeface="Arial" panose="020B0604020202020204" pitchFamily="34" charset="0"/>
                        </a:rPr>
                        <a:t>Mitigant</a:t>
                      </a:r>
                      <a:r>
                        <a:rPr lang="fr-FR" sz="1100" b="0" i="0" u="none" strike="noStrike" dirty="0">
                          <a:solidFill>
                            <a:srgbClr val="000000"/>
                          </a:solidFill>
                          <a:effectLst/>
                          <a:latin typeface="Arial" panose="020B0604020202020204" pitchFamily="34" charset="0"/>
                        </a:rPr>
                        <a:t> et </a:t>
                      </a:r>
                      <a:r>
                        <a:rPr lang="fr-FR" sz="1100" b="0" i="0" u="none" strike="noStrike" dirty="0" err="1">
                          <a:solidFill>
                            <a:srgbClr val="000000"/>
                          </a:solidFill>
                          <a:effectLst/>
                          <a:latin typeface="Arial" panose="020B0604020202020204" pitchFamily="34" charset="0"/>
                        </a:rPr>
                        <a:t>Waiver</a:t>
                      </a:r>
                      <a:endParaRPr lang="fr-FR" sz="1100" b="0" i="0" u="none" strike="noStrike" dirty="0">
                        <a:solidFill>
                          <a:srgbClr val="000000"/>
                        </a:solidFill>
                        <a:effectLst/>
                        <a:latin typeface="Arial" panose="020B0604020202020204" pitchFamily="34" charset="0"/>
                      </a:endParaRPr>
                    </a:p>
                  </a:txBody>
                  <a:tcPr marL="7620" marR="7620" marT="7620" marB="0">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852353690"/>
                  </a:ext>
                </a:extLst>
              </a:tr>
            </a:tbl>
          </a:graphicData>
        </a:graphic>
      </p:graphicFrame>
      <p:pic>
        <p:nvPicPr>
          <p:cNvPr id="11" name="Picture 3" descr="Feu vert à la création du groupe bancaire BPCE, un nouveau-né plein  d'ambition">
            <a:extLst>
              <a:ext uri="{FF2B5EF4-FFF2-40B4-BE49-F238E27FC236}">
                <a16:creationId xmlns:a16="http://schemas.microsoft.com/office/drawing/2014/main" id="{DADCF21B-A0BB-077B-EE9D-1FF4963A11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1233" y="2529610"/>
            <a:ext cx="1144281" cy="449131"/>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a:extLst>
              <a:ext uri="{FF2B5EF4-FFF2-40B4-BE49-F238E27FC236}">
                <a16:creationId xmlns:a16="http://schemas.microsoft.com/office/drawing/2014/main" id="{08E90D95-F5D2-A1F2-3A6E-0FE35BB7EF69}"/>
              </a:ext>
            </a:extLst>
          </p:cNvPr>
          <p:cNvPicPr>
            <a:picLocks noChangeAspect="1"/>
          </p:cNvPicPr>
          <p:nvPr/>
        </p:nvPicPr>
        <p:blipFill>
          <a:blip r:embed="rId6"/>
          <a:stretch>
            <a:fillRect/>
          </a:stretch>
        </p:blipFill>
        <p:spPr>
          <a:xfrm>
            <a:off x="380995" y="5342594"/>
            <a:ext cx="1580204" cy="393525"/>
          </a:xfrm>
          <a:prstGeom prst="rect">
            <a:avLst/>
          </a:prstGeom>
        </p:spPr>
      </p:pic>
    </p:spTree>
    <p:extLst>
      <p:ext uri="{BB962C8B-B14F-4D97-AF65-F5344CB8AC3E}">
        <p14:creationId xmlns:p14="http://schemas.microsoft.com/office/powerpoint/2010/main" val="3772056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10</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3826463628"/>
              </p:ext>
            </p:extLst>
          </p:nvPr>
        </p:nvGraphicFramePr>
        <p:xfrm>
          <a:off x="381000" y="1825625"/>
          <a:ext cx="11430002" cy="4126442"/>
        </p:xfrm>
        <a:graphic>
          <a:graphicData uri="http://schemas.openxmlformats.org/drawingml/2006/table">
            <a:tbl>
              <a:tblPr firstRow="1" bandRow="1">
                <a:tableStyleId>{2D5ABB26-0587-4C30-8999-92F81FD0307C}</a:tableStyleId>
              </a:tblPr>
              <a:tblGrid>
                <a:gridCol w="1639824">
                  <a:extLst>
                    <a:ext uri="{9D8B030D-6E8A-4147-A177-3AD203B41FA5}">
                      <a16:colId xmlns:a16="http://schemas.microsoft.com/office/drawing/2014/main" val="2333855390"/>
                    </a:ext>
                  </a:extLst>
                </a:gridCol>
                <a:gridCol w="3644377">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pPr algn="ctr"/>
                      <a:r>
                        <a:rPr lang="fr-FR" sz="1400" b="1" noProof="0" dirty="0"/>
                        <a:t>Client</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2624278">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Groupe Henner</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ctr" fontAlgn="ctr"/>
                      <a:r>
                        <a:rPr lang="fr-FR" sz="1100" kern="1200" dirty="0">
                          <a:solidFill>
                            <a:schemeClr val="tx1"/>
                          </a:solidFill>
                          <a:latin typeface="+mn-lt"/>
                          <a:ea typeface="+mn-ea"/>
                          <a:cs typeface="+mn-cs"/>
                        </a:rPr>
                        <a:t>Data intégration</a:t>
                      </a:r>
                    </a:p>
                    <a:p>
                      <a:pPr algn="ctr" fontAlgn="ctr"/>
                      <a:r>
                        <a:rPr lang="fr-FR" sz="1100" kern="1200" dirty="0">
                          <a:solidFill>
                            <a:schemeClr val="tx1"/>
                          </a:solidFill>
                          <a:latin typeface="+mn-lt"/>
                          <a:ea typeface="+mn-ea"/>
                          <a:cs typeface="+mn-cs"/>
                        </a:rPr>
                        <a:t>SSO, ETL/ESB/Software AG/BPM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Analyse des besoins métiers et cartographie des besoins d’architecture technique</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Réalisation d’un RFI des plateformes data : </a:t>
                      </a:r>
                      <a:r>
                        <a:rPr lang="fr-FR" sz="1050" dirty="0" err="1"/>
                        <a:t>Snowflake</a:t>
                      </a:r>
                      <a:r>
                        <a:rPr lang="fr-FR" sz="1050" dirty="0"/>
                        <a:t>, </a:t>
                      </a:r>
                      <a:r>
                        <a:rPr lang="fr-FR" sz="1050" dirty="0" err="1"/>
                        <a:t>DataBricks</a:t>
                      </a:r>
                      <a:r>
                        <a:rPr lang="fr-FR" sz="1050" dirty="0"/>
                        <a:t>, Cloudera, HPE, AWS, Azure, GCP.</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Comparaison et choix </a:t>
                      </a:r>
                      <a:r>
                        <a:rPr lang="fr-FR" sz="1050" dirty="0"/>
                        <a:t>du cloud provider AWS ou Azure.</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Réalisation d’un RFI Gouvernance de la donnée avec la matrice de choix : </a:t>
                      </a:r>
                      <a:r>
                        <a:rPr lang="fr-FR" sz="1050" dirty="0"/>
                        <a:t>Castor, Data Galaxy, </a:t>
                      </a:r>
                      <a:r>
                        <a:rPr lang="fr-FR" sz="1050" dirty="0" err="1"/>
                        <a:t>Qualitadd</a:t>
                      </a:r>
                      <a:r>
                        <a:rPr lang="fr-FR" sz="1050" dirty="0"/>
                        <a:t>, Meta Analytics</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Ecriture du RFP : </a:t>
                      </a:r>
                      <a:r>
                        <a:rPr lang="fr-FR" sz="1050" dirty="0"/>
                        <a:t>mise en place &amp; migration</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Définition de l’intégration de la plateforme data dans le SI Henner : </a:t>
                      </a:r>
                      <a:r>
                        <a:rPr lang="fr-FR" sz="1050" dirty="0"/>
                        <a:t>SSO, ETL, ESB et BPM </a:t>
                      </a:r>
                      <a:r>
                        <a:rPr lang="fr-FR" sz="1050" dirty="0" err="1"/>
                        <a:t>SoftwareAG</a:t>
                      </a:r>
                      <a:endParaRPr lang="fr-FR" sz="1050" dirty="0"/>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Planning de migration </a:t>
                      </a:r>
                      <a:r>
                        <a:rPr lang="fr-FR" sz="1050" dirty="0"/>
                        <a:t>de </a:t>
                      </a:r>
                      <a:r>
                        <a:rPr lang="fr-FR" sz="1050" dirty="0" err="1"/>
                        <a:t>SQLServer</a:t>
                      </a:r>
                      <a:r>
                        <a:rPr lang="fr-FR" sz="1050" dirty="0"/>
                        <a:t> vers </a:t>
                      </a:r>
                      <a:r>
                        <a:rPr lang="fr-FR" sz="1050" dirty="0" err="1"/>
                        <a:t>Snowflake</a:t>
                      </a:r>
                      <a:endParaRPr lang="fr-FR" sz="1050" dirty="0"/>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Rédaction du DAT, du plan de formation de l’équipe Data </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Définition et mise en place de la conformité GDPR sur la plateforme Data.</a:t>
                      </a: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1185334">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endParaRPr lang="fr-FR" sz="1100" b="0" i="0" u="none" strike="noStrike">
                        <a:solidFill>
                          <a:srgbClr val="000000"/>
                        </a:solidFill>
                        <a:effectLst/>
                        <a:latin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R="0" lvl="0" algn="l" defTabSz="914400" rtl="0" eaLnBrk="1" fontAlgn="auto" latinLnBrk="0" hangingPunct="1">
                        <a:lnSpc>
                          <a:spcPct val="110000"/>
                        </a:lnSpc>
                        <a:spcAft>
                          <a:spcPts val="0"/>
                        </a:spcAft>
                        <a:buClr>
                          <a:srgbClr val="313F4F"/>
                        </a:buClr>
                        <a:buSzPts val="1000"/>
                        <a:tabLst/>
                        <a:defRPr/>
                      </a:pPr>
                      <a:endParaRPr lang="fr-FR" sz="1100" b="1" dirty="0">
                        <a:solidFill>
                          <a:srgbClr val="000000"/>
                        </a:solidFill>
                        <a:latin typeface="+mn-lt"/>
                        <a:sym typeface="Arial"/>
                      </a:endParaRP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125027618"/>
                  </a:ext>
                </a:extLst>
              </a:tr>
            </a:tbl>
          </a:graphicData>
        </a:graphic>
      </p:graphicFrame>
      <p:pic>
        <p:nvPicPr>
          <p:cNvPr id="1028" name="Picture 4" descr="Groupe Henner — Wikipédia">
            <a:extLst>
              <a:ext uri="{FF2B5EF4-FFF2-40B4-BE49-F238E27FC236}">
                <a16:creationId xmlns:a16="http://schemas.microsoft.com/office/drawing/2014/main" id="{C309B10F-AA33-1A67-3681-809B93C84C5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6111" y="2684356"/>
            <a:ext cx="1060705" cy="1249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5953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11</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1388004607"/>
              </p:ext>
            </p:extLst>
          </p:nvPr>
        </p:nvGraphicFramePr>
        <p:xfrm>
          <a:off x="381000" y="1825625"/>
          <a:ext cx="11430002" cy="4447647"/>
        </p:xfrm>
        <a:graphic>
          <a:graphicData uri="http://schemas.openxmlformats.org/drawingml/2006/table">
            <a:tbl>
              <a:tblPr firstRow="1" bandRow="1">
                <a:tableStyleId>{2D5ABB26-0587-4C30-8999-92F81FD0307C}</a:tableStyleId>
              </a:tblPr>
              <a:tblGrid>
                <a:gridCol w="1639824">
                  <a:extLst>
                    <a:ext uri="{9D8B030D-6E8A-4147-A177-3AD203B41FA5}">
                      <a16:colId xmlns:a16="http://schemas.microsoft.com/office/drawing/2014/main" val="2333855390"/>
                    </a:ext>
                  </a:extLst>
                </a:gridCol>
                <a:gridCol w="3644377">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78079">
                <a:tc>
                  <a:txBody>
                    <a:bodyPr/>
                    <a:lstStyle/>
                    <a:p>
                      <a:pPr algn="ctr"/>
                      <a:r>
                        <a:rPr lang="fr-FR" sz="1400" b="1" noProof="0" dirty="0"/>
                        <a:t>Client</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2624278">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ITNOVEM (filiale SNCF)</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algn="ctr" defTabSz="914400" rtl="0" eaLnBrk="1" fontAlgn="ctr" latinLnBrk="0" hangingPunct="1"/>
                      <a:r>
                        <a:rPr lang="fr-FR" sz="1100" kern="1200" dirty="0">
                          <a:solidFill>
                            <a:schemeClr val="tx1"/>
                          </a:solidFill>
                          <a:latin typeface="+mn-lt"/>
                          <a:ea typeface="+mn-ea"/>
                          <a:cs typeface="+mn-cs"/>
                        </a:rPr>
                        <a:t>Architectures - Azure</a:t>
                      </a:r>
                    </a:p>
                    <a:p>
                      <a:pPr marL="0" algn="ctr" defTabSz="914400" rtl="0" eaLnBrk="1" fontAlgn="ctr" latinLnBrk="0" hangingPunct="1"/>
                      <a:r>
                        <a:rPr lang="fr-FR" sz="1100" kern="1200" dirty="0">
                          <a:solidFill>
                            <a:schemeClr val="tx1"/>
                          </a:solidFill>
                          <a:latin typeface="+mn-lt"/>
                          <a:ea typeface="+mn-ea"/>
                          <a:cs typeface="+mn-cs"/>
                        </a:rPr>
                        <a:t> (data, </a:t>
                      </a:r>
                      <a:r>
                        <a:rPr lang="fr-FR" sz="1100" kern="1200" dirty="0" err="1">
                          <a:solidFill>
                            <a:schemeClr val="tx1"/>
                          </a:solidFill>
                          <a:latin typeface="+mn-lt"/>
                          <a:ea typeface="+mn-ea"/>
                          <a:cs typeface="+mn-cs"/>
                        </a:rPr>
                        <a:t>technical</a:t>
                      </a:r>
                      <a:r>
                        <a:rPr lang="fr-FR" sz="1100" kern="1200" dirty="0">
                          <a:solidFill>
                            <a:schemeClr val="tx1"/>
                          </a:solidFill>
                          <a:latin typeface="+mn-lt"/>
                          <a:ea typeface="+mn-ea"/>
                          <a:cs typeface="+mn-cs"/>
                        </a:rPr>
                        <a:t>, </a:t>
                      </a:r>
                      <a:r>
                        <a:rPr lang="fr-FR" sz="1100" kern="1200" dirty="0" err="1">
                          <a:solidFill>
                            <a:schemeClr val="tx1"/>
                          </a:solidFill>
                          <a:latin typeface="+mn-lt"/>
                          <a:ea typeface="+mn-ea"/>
                          <a:cs typeface="+mn-cs"/>
                        </a:rPr>
                        <a:t>functional</a:t>
                      </a:r>
                      <a:r>
                        <a:rPr lang="fr-FR" sz="1100" kern="1200" dirty="0">
                          <a:solidFill>
                            <a:schemeClr val="tx1"/>
                          </a:solidFill>
                          <a:latin typeface="+mn-lt"/>
                          <a:ea typeface="+mn-ea"/>
                          <a:cs typeface="+mn-cs"/>
                        </a:rPr>
                        <a:t>, application)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Conception d'architecture globale sur Azure</a:t>
                      </a:r>
                    </a:p>
                    <a:p>
                      <a:pPr marL="0" marR="0" lvl="0" indent="0" algn="l" defTabSz="914400" rtl="0" eaLnBrk="1" fontAlgn="auto" latinLnBrk="0" hangingPunct="1">
                        <a:lnSpc>
                          <a:spcPct val="110000"/>
                        </a:lnSpc>
                        <a:spcBef>
                          <a:spcPts val="300"/>
                        </a:spcBef>
                        <a:spcAft>
                          <a:spcPts val="100"/>
                        </a:spcAft>
                        <a:buClr>
                          <a:schemeClr val="accent1"/>
                        </a:buClr>
                        <a:buSzPts val="1000"/>
                        <a:buFont typeface="Arial"/>
                        <a:buNone/>
                        <a:tabLst/>
                        <a:defRPr/>
                      </a:pPr>
                      <a:r>
                        <a:rPr lang="fr-FR" sz="1050" b="1" dirty="0"/>
                        <a:t>Architecture Technique </a:t>
                      </a:r>
                      <a:r>
                        <a:rPr lang="fr-FR" sz="1050" dirty="0"/>
                        <a:t>: Serveur, Réseau, Stockage, Flux réseau, Flux de données.</a:t>
                      </a:r>
                    </a:p>
                    <a:p>
                      <a:pPr marL="0" marR="0" lvl="0" indent="0" fontAlgn="auto">
                        <a:lnSpc>
                          <a:spcPct val="110000"/>
                        </a:lnSpc>
                        <a:spcBef>
                          <a:spcPts val="300"/>
                        </a:spcBef>
                        <a:spcAft>
                          <a:spcPts val="100"/>
                        </a:spcAft>
                        <a:buClr>
                          <a:schemeClr val="accent1"/>
                        </a:buClr>
                        <a:buSzPts val="1000"/>
                        <a:buFont typeface="Arial"/>
                        <a:buNone/>
                        <a:tabLst/>
                        <a:defRPr/>
                      </a:pPr>
                      <a:r>
                        <a:rPr lang="fr-FR" sz="1050" b="1" dirty="0"/>
                        <a:t>Architecture Data </a:t>
                      </a:r>
                      <a:r>
                        <a:rPr lang="fr-FR" sz="1050" dirty="0"/>
                        <a:t>: Conception et mise en place</a:t>
                      </a:r>
                    </a:p>
                    <a:p>
                      <a:pPr marL="171450" marR="0" lvl="0" indent="-171450" fontAlgn="auto">
                        <a:lnSpc>
                          <a:spcPct val="110000"/>
                        </a:lnSpc>
                        <a:spcBef>
                          <a:spcPts val="300"/>
                        </a:spcBef>
                        <a:spcAft>
                          <a:spcPts val="100"/>
                        </a:spcAft>
                        <a:buClr>
                          <a:schemeClr val="accent1"/>
                        </a:buClr>
                        <a:buSzPts val="1000"/>
                        <a:buFontTx/>
                        <a:buChar char="-"/>
                        <a:tabLst/>
                        <a:defRPr/>
                      </a:pPr>
                      <a:r>
                        <a:rPr lang="fr-FR" sz="1050" dirty="0"/>
                        <a:t>Utilisation de </a:t>
                      </a:r>
                      <a:r>
                        <a:rPr lang="fr-FR" sz="1050" dirty="0" err="1"/>
                        <a:t>DataBricks</a:t>
                      </a:r>
                      <a:endParaRPr lang="fr-FR" sz="1050" dirty="0"/>
                    </a:p>
                    <a:p>
                      <a:pPr marL="171450" marR="0" lvl="0" indent="-171450" fontAlgn="auto">
                        <a:lnSpc>
                          <a:spcPct val="110000"/>
                        </a:lnSpc>
                        <a:spcBef>
                          <a:spcPts val="300"/>
                        </a:spcBef>
                        <a:spcAft>
                          <a:spcPts val="100"/>
                        </a:spcAft>
                        <a:buClr>
                          <a:schemeClr val="accent1"/>
                        </a:buClr>
                        <a:buSzPts val="1000"/>
                        <a:buFontTx/>
                        <a:buChar char="-"/>
                        <a:tabLst/>
                        <a:defRPr/>
                      </a:pPr>
                      <a:r>
                        <a:rPr lang="fr-FR" sz="1050" dirty="0"/>
                        <a:t>Conception de </a:t>
                      </a:r>
                      <a:r>
                        <a:rPr lang="fr-FR" sz="1050" dirty="0" err="1"/>
                        <a:t>Datalake</a:t>
                      </a:r>
                      <a:endParaRPr lang="fr-FR" sz="1050" dirty="0"/>
                    </a:p>
                    <a:p>
                      <a:pPr marL="171450" marR="0" lvl="0" indent="-171450" fontAlgn="auto">
                        <a:lnSpc>
                          <a:spcPct val="110000"/>
                        </a:lnSpc>
                        <a:spcBef>
                          <a:spcPts val="300"/>
                        </a:spcBef>
                        <a:spcAft>
                          <a:spcPts val="100"/>
                        </a:spcAft>
                        <a:buClr>
                          <a:schemeClr val="accent1"/>
                        </a:buClr>
                        <a:buSzPts val="1000"/>
                        <a:buFontTx/>
                        <a:buChar char="-"/>
                        <a:tabLst/>
                        <a:defRPr/>
                      </a:pPr>
                      <a:r>
                        <a:rPr lang="fr-FR" sz="1050" dirty="0"/>
                        <a:t>Minimisation des accès</a:t>
                      </a:r>
                    </a:p>
                    <a:p>
                      <a:pPr marL="171450" marR="0" lvl="0" indent="-171450" fontAlgn="auto">
                        <a:lnSpc>
                          <a:spcPct val="110000"/>
                        </a:lnSpc>
                        <a:spcBef>
                          <a:spcPts val="300"/>
                        </a:spcBef>
                        <a:spcAft>
                          <a:spcPts val="100"/>
                        </a:spcAft>
                        <a:buClr>
                          <a:schemeClr val="accent1"/>
                        </a:buClr>
                        <a:buSzPts val="1000"/>
                        <a:buFontTx/>
                        <a:buChar char="-"/>
                        <a:tabLst/>
                        <a:defRPr/>
                      </a:pPr>
                      <a:r>
                        <a:rPr lang="fr-FR" sz="1050" dirty="0"/>
                        <a:t>Journalisation des accès</a:t>
                      </a:r>
                    </a:p>
                    <a:p>
                      <a:pPr marL="0" marR="0" lvl="0" indent="0" fontAlgn="auto">
                        <a:lnSpc>
                          <a:spcPct val="110000"/>
                        </a:lnSpc>
                        <a:spcBef>
                          <a:spcPts val="300"/>
                        </a:spcBef>
                        <a:spcAft>
                          <a:spcPts val="100"/>
                        </a:spcAft>
                        <a:buClr>
                          <a:schemeClr val="accent1"/>
                        </a:buClr>
                        <a:buSzPts val="1000"/>
                        <a:buFont typeface="Arial"/>
                        <a:buNone/>
                        <a:tabLst/>
                        <a:defRPr/>
                      </a:pPr>
                      <a:r>
                        <a:rPr lang="fr-FR" sz="1050" b="1" dirty="0"/>
                        <a:t>Architecture Applicative Data </a:t>
                      </a:r>
                      <a:r>
                        <a:rPr lang="fr-FR" sz="1050" dirty="0"/>
                        <a:t>: conception et mise en place de produits data sur la plateforme.</a:t>
                      </a:r>
                    </a:p>
                    <a:p>
                      <a:pPr marL="171450" marR="0" lvl="0" indent="-171450" fontAlgn="auto">
                        <a:lnSpc>
                          <a:spcPct val="110000"/>
                        </a:lnSpc>
                        <a:spcBef>
                          <a:spcPts val="300"/>
                        </a:spcBef>
                        <a:spcAft>
                          <a:spcPts val="100"/>
                        </a:spcAft>
                        <a:buClr>
                          <a:schemeClr val="accent1"/>
                        </a:buClr>
                        <a:buSzPts val="1000"/>
                        <a:buFontTx/>
                        <a:buChar char="-"/>
                        <a:tabLst/>
                        <a:defRPr/>
                      </a:pPr>
                      <a:r>
                        <a:rPr lang="fr-FR" sz="1050" dirty="0"/>
                        <a:t>Conception et développement de pipeline de données pour plusieurs applications</a:t>
                      </a:r>
                    </a:p>
                    <a:p>
                      <a:pPr marL="628650" marR="0" lvl="1" indent="-171450" fontAlgn="auto">
                        <a:lnSpc>
                          <a:spcPct val="110000"/>
                        </a:lnSpc>
                        <a:spcBef>
                          <a:spcPts val="300"/>
                        </a:spcBef>
                        <a:spcAft>
                          <a:spcPts val="100"/>
                        </a:spcAft>
                        <a:buClr>
                          <a:schemeClr val="accent1"/>
                        </a:buClr>
                        <a:buSzPts val="1000"/>
                        <a:buFontTx/>
                        <a:buChar char="-"/>
                        <a:tabLst/>
                        <a:defRPr/>
                      </a:pPr>
                      <a:r>
                        <a:rPr lang="fr-FR" sz="1050" dirty="0"/>
                        <a:t>Application RH</a:t>
                      </a:r>
                    </a:p>
                    <a:p>
                      <a:pPr marL="628650" marR="0" lvl="1" indent="-171450" fontAlgn="auto">
                        <a:lnSpc>
                          <a:spcPct val="110000"/>
                        </a:lnSpc>
                        <a:spcBef>
                          <a:spcPts val="300"/>
                        </a:spcBef>
                        <a:spcAft>
                          <a:spcPts val="100"/>
                        </a:spcAft>
                        <a:buClr>
                          <a:schemeClr val="accent1"/>
                        </a:buClr>
                        <a:buSzPts val="1000"/>
                        <a:buFontTx/>
                        <a:buChar char="-"/>
                        <a:tabLst/>
                        <a:defRPr/>
                      </a:pPr>
                      <a:r>
                        <a:rPr lang="fr-FR" sz="1050" dirty="0"/>
                        <a:t>Application Bancaire</a:t>
                      </a:r>
                    </a:p>
                    <a:p>
                      <a:pPr marL="628650" marR="0" lvl="1" indent="-171450" fontAlgn="auto">
                        <a:lnSpc>
                          <a:spcPct val="110000"/>
                        </a:lnSpc>
                        <a:spcBef>
                          <a:spcPts val="300"/>
                        </a:spcBef>
                        <a:spcAft>
                          <a:spcPts val="100"/>
                        </a:spcAft>
                        <a:buClr>
                          <a:schemeClr val="accent1"/>
                        </a:buClr>
                        <a:buSzPts val="1000"/>
                        <a:buFontTx/>
                        <a:buChar char="-"/>
                        <a:tabLst/>
                        <a:defRPr/>
                      </a:pPr>
                      <a:r>
                        <a:rPr lang="fr-FR" sz="1050" dirty="0"/>
                        <a:t>Application de maintenance SNCF réseau</a:t>
                      </a:r>
                    </a:p>
                    <a:p>
                      <a:pPr marL="171450" marR="0" lvl="0" indent="-171450" fontAlgn="auto">
                        <a:lnSpc>
                          <a:spcPct val="110000"/>
                        </a:lnSpc>
                        <a:spcBef>
                          <a:spcPts val="300"/>
                        </a:spcBef>
                        <a:spcAft>
                          <a:spcPts val="100"/>
                        </a:spcAft>
                        <a:buClr>
                          <a:schemeClr val="accent1"/>
                        </a:buClr>
                        <a:buSzPts val="1000"/>
                        <a:buFontTx/>
                        <a:buChar char="-"/>
                        <a:tabLst/>
                        <a:defRPr/>
                      </a:pPr>
                      <a:endParaRPr lang="fr-FR" sz="1050" dirty="0"/>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1185334">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endParaRPr lang="fr-FR" sz="1100" b="0" i="0" u="none" strike="noStrike">
                        <a:solidFill>
                          <a:srgbClr val="000000"/>
                        </a:solidFill>
                        <a:effectLst/>
                        <a:latin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R="0" lvl="0" algn="l" defTabSz="914400" rtl="0" eaLnBrk="1" fontAlgn="auto" latinLnBrk="0" hangingPunct="1">
                        <a:lnSpc>
                          <a:spcPct val="110000"/>
                        </a:lnSpc>
                        <a:spcAft>
                          <a:spcPts val="0"/>
                        </a:spcAft>
                        <a:buClr>
                          <a:srgbClr val="313F4F"/>
                        </a:buClr>
                        <a:buSzPts val="1000"/>
                        <a:tabLst/>
                        <a:defRPr/>
                      </a:pPr>
                      <a:endParaRPr lang="fr-FR" sz="1100" b="1" dirty="0">
                        <a:solidFill>
                          <a:srgbClr val="000000"/>
                        </a:solidFill>
                        <a:latin typeface="+mn-lt"/>
                        <a:sym typeface="Arial"/>
                      </a:endParaRP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125027618"/>
                  </a:ext>
                </a:extLst>
              </a:tr>
            </a:tbl>
          </a:graphicData>
        </a:graphic>
      </p:graphicFrame>
      <p:pic>
        <p:nvPicPr>
          <p:cNvPr id="2050" name="Picture 2" descr="ITNOVEM. | Nos offres d'emploi">
            <a:extLst>
              <a:ext uri="{FF2B5EF4-FFF2-40B4-BE49-F238E27FC236}">
                <a16:creationId xmlns:a16="http://schemas.microsoft.com/office/drawing/2014/main" id="{9E06B6B6-CA4E-9A81-31C1-A63C85D84CF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8858" y="3090513"/>
            <a:ext cx="1583179" cy="6769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3901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12</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3492351073"/>
              </p:ext>
            </p:extLst>
          </p:nvPr>
        </p:nvGraphicFramePr>
        <p:xfrm>
          <a:off x="381000" y="1825625"/>
          <a:ext cx="11430002" cy="4187691"/>
        </p:xfrm>
        <a:graphic>
          <a:graphicData uri="http://schemas.openxmlformats.org/drawingml/2006/table">
            <a:tbl>
              <a:tblPr firstRow="1" bandRow="1">
                <a:tableStyleId>{2D5ABB26-0587-4C30-8999-92F81FD0307C}</a:tableStyleId>
              </a:tblPr>
              <a:tblGrid>
                <a:gridCol w="1639824">
                  <a:extLst>
                    <a:ext uri="{9D8B030D-6E8A-4147-A177-3AD203B41FA5}">
                      <a16:colId xmlns:a16="http://schemas.microsoft.com/office/drawing/2014/main" val="2333855390"/>
                    </a:ext>
                  </a:extLst>
                </a:gridCol>
                <a:gridCol w="3644377">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78079">
                <a:tc>
                  <a:txBody>
                    <a:bodyPr/>
                    <a:lstStyle/>
                    <a:p>
                      <a:pPr algn="ctr"/>
                      <a:r>
                        <a:rPr lang="fr-FR" sz="1400" b="1" noProof="0" dirty="0"/>
                        <a:t>Client</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2624278">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algn="ctr" defTabSz="914400" rtl="0" eaLnBrk="1" fontAlgn="ctr" latinLnBrk="0" hangingPunct="1"/>
                      <a:r>
                        <a:rPr lang="fr-FR" sz="1100" kern="1200" dirty="0">
                          <a:solidFill>
                            <a:schemeClr val="tx1"/>
                          </a:solidFill>
                          <a:latin typeface="+mn-lt"/>
                          <a:ea typeface="+mn-ea"/>
                          <a:cs typeface="+mn-cs"/>
                        </a:rPr>
                        <a:t>Conception et mise en place d’un </a:t>
                      </a:r>
                      <a:r>
                        <a:rPr lang="fr-FR" sz="1100" kern="1200" dirty="0" err="1">
                          <a:solidFill>
                            <a:schemeClr val="tx1"/>
                          </a:solidFill>
                          <a:latin typeface="+mn-lt"/>
                          <a:ea typeface="+mn-ea"/>
                          <a:cs typeface="+mn-cs"/>
                        </a:rPr>
                        <a:t>datalake</a:t>
                      </a:r>
                      <a:r>
                        <a:rPr lang="fr-FR" sz="1100" kern="1200" dirty="0">
                          <a:solidFill>
                            <a:schemeClr val="tx1"/>
                          </a:solidFill>
                          <a:latin typeface="+mn-lt"/>
                          <a:ea typeface="+mn-ea"/>
                          <a:cs typeface="+mn-cs"/>
                        </a:rPr>
                        <a:t> sur GCP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fontAlgn="auto">
                        <a:lnSpc>
                          <a:spcPct val="110000"/>
                        </a:lnSpc>
                        <a:spcBef>
                          <a:spcPts val="300"/>
                        </a:spcBef>
                        <a:spcAft>
                          <a:spcPts val="100"/>
                        </a:spcAft>
                        <a:buClr>
                          <a:schemeClr val="accent1"/>
                        </a:buClr>
                        <a:buSzPts val="1000"/>
                        <a:buFont typeface="Arial"/>
                        <a:buNone/>
                        <a:tabLst/>
                        <a:defRPr/>
                      </a:pPr>
                      <a:r>
                        <a:rPr lang="fr-FR" sz="1050" b="0" dirty="0"/>
                        <a:t>Conception et mise en place d’un </a:t>
                      </a:r>
                      <a:r>
                        <a:rPr lang="fr-FR" sz="1050" b="0" dirty="0" err="1"/>
                        <a:t>datalake</a:t>
                      </a:r>
                      <a:r>
                        <a:rPr lang="fr-FR" sz="1050" b="0" dirty="0"/>
                        <a:t> sur GCP pour BNP communication group</a:t>
                      </a:r>
                    </a:p>
                    <a:p>
                      <a:pPr marL="175895" marR="0" lvl="0" indent="-175895" fontAlgn="auto">
                        <a:lnSpc>
                          <a:spcPct val="110000"/>
                        </a:lnSpc>
                        <a:spcBef>
                          <a:spcPts val="300"/>
                        </a:spcBef>
                        <a:spcAft>
                          <a:spcPts val="100"/>
                        </a:spcAft>
                        <a:buClr>
                          <a:schemeClr val="accent1"/>
                        </a:buClr>
                        <a:buSzPts val="1000"/>
                        <a:buFont typeface="Arial"/>
                        <a:buChar char="•"/>
                        <a:tabLst/>
                        <a:defRPr/>
                      </a:pPr>
                      <a:r>
                        <a:rPr lang="fr-FR" sz="1050" b="0" dirty="0"/>
                        <a:t>Utilisation de GCP big </a:t>
                      </a:r>
                      <a:r>
                        <a:rPr lang="fr-FR" sz="1050" b="0" dirty="0" err="1"/>
                        <a:t>query</a:t>
                      </a:r>
                      <a:r>
                        <a:rPr lang="fr-FR" sz="1050" b="0" dirty="0"/>
                        <a:t>, </a:t>
                      </a:r>
                      <a:r>
                        <a:rPr lang="fr-FR" sz="1050" b="0" dirty="0" err="1"/>
                        <a:t>Airflow</a:t>
                      </a:r>
                      <a:r>
                        <a:rPr lang="fr-FR" sz="1050" b="0" dirty="0"/>
                        <a:t>, Data Studio</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0" dirty="0"/>
                        <a:t>Développement de pipeline data</a:t>
                      </a:r>
                    </a:p>
                    <a:p>
                      <a:pPr marL="175895" marR="0" lvl="0" indent="-175895" fontAlgn="auto">
                        <a:lnSpc>
                          <a:spcPct val="110000"/>
                        </a:lnSpc>
                        <a:spcBef>
                          <a:spcPts val="300"/>
                        </a:spcBef>
                        <a:spcAft>
                          <a:spcPts val="100"/>
                        </a:spcAft>
                        <a:buClr>
                          <a:schemeClr val="accent1"/>
                        </a:buClr>
                        <a:buSzPts val="1000"/>
                        <a:buFont typeface="Arial"/>
                        <a:buChar char="•"/>
                        <a:tabLst/>
                        <a:defRPr/>
                      </a:pPr>
                      <a:r>
                        <a:rPr lang="fr-FR" sz="1050" b="0" dirty="0"/>
                        <a:t>Intégration de données médias : </a:t>
                      </a:r>
                      <a:r>
                        <a:rPr lang="fr-FR" sz="1050" b="0" dirty="0" err="1"/>
                        <a:t>Tracking</a:t>
                      </a:r>
                      <a:r>
                        <a:rPr lang="fr-FR" sz="1050" b="0" dirty="0"/>
                        <a:t> de site web, Facebook, </a:t>
                      </a:r>
                      <a:r>
                        <a:rPr lang="fr-FR" sz="1050" b="0" dirty="0" err="1"/>
                        <a:t>Linkedin</a:t>
                      </a:r>
                      <a:r>
                        <a:rPr lang="fr-FR" sz="1050" b="0" dirty="0"/>
                        <a:t>, </a:t>
                      </a:r>
                      <a:r>
                        <a:rPr lang="fr-FR" sz="1050" b="0" dirty="0" err="1"/>
                        <a:t>Ads</a:t>
                      </a:r>
                      <a:endParaRPr lang="fr-FR" sz="1050" b="0" dirty="0"/>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0" dirty="0"/>
                        <a:t>Mise en place de Dashboard de pilotage de campagne sous </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0" dirty="0"/>
                        <a:t>ROI via d’optimisation média de la plateforme de 78%</a:t>
                      </a:r>
                    </a:p>
                    <a:p>
                      <a:pPr marL="171450" marR="0" lvl="0" indent="-171450" fontAlgn="auto">
                        <a:lnSpc>
                          <a:spcPct val="110000"/>
                        </a:lnSpc>
                        <a:spcBef>
                          <a:spcPts val="300"/>
                        </a:spcBef>
                        <a:spcAft>
                          <a:spcPts val="100"/>
                        </a:spcAft>
                        <a:buClr>
                          <a:schemeClr val="accent1"/>
                        </a:buClr>
                        <a:buSzPts val="1000"/>
                        <a:buFontTx/>
                        <a:buChar char="-"/>
                        <a:tabLst/>
                        <a:defRPr/>
                      </a:pPr>
                      <a:endParaRPr lang="fr-FR" sz="1050" dirty="0"/>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1185334">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endParaRPr lang="fr-FR" sz="1100" b="0" i="0" u="none" strike="noStrike">
                        <a:solidFill>
                          <a:srgbClr val="000000"/>
                        </a:solidFill>
                        <a:effectLst/>
                        <a:latin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R="0" lvl="0" algn="l" defTabSz="914400" rtl="0" eaLnBrk="1" fontAlgn="auto" latinLnBrk="0" hangingPunct="1">
                        <a:lnSpc>
                          <a:spcPct val="110000"/>
                        </a:lnSpc>
                        <a:spcAft>
                          <a:spcPts val="0"/>
                        </a:spcAft>
                        <a:buClr>
                          <a:srgbClr val="313F4F"/>
                        </a:buClr>
                        <a:buSzPts val="1000"/>
                        <a:tabLst/>
                        <a:defRPr/>
                      </a:pPr>
                      <a:endParaRPr lang="fr-FR" sz="1100" b="1" dirty="0">
                        <a:solidFill>
                          <a:srgbClr val="000000"/>
                        </a:solidFill>
                        <a:latin typeface="+mn-lt"/>
                        <a:sym typeface="Arial"/>
                      </a:endParaRP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125027618"/>
                  </a:ext>
                </a:extLst>
              </a:tr>
            </a:tbl>
          </a:graphicData>
        </a:graphic>
      </p:graphicFrame>
      <p:pic>
        <p:nvPicPr>
          <p:cNvPr id="3074" name="Picture 2" descr="Travailler chez BNP PARIBAS, jobs, recrutement et opportunités de carrière.">
            <a:extLst>
              <a:ext uri="{FF2B5EF4-FFF2-40B4-BE49-F238E27FC236}">
                <a16:creationId xmlns:a16="http://schemas.microsoft.com/office/drawing/2014/main" id="{12C41A15-B278-0471-548F-0F2F60A4A1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2332" y="2816352"/>
            <a:ext cx="1775091" cy="913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591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NUM" val="6"/>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NUM" val="6"/>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NUM" val="6"/>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023 03_ACI partners">
  <a:themeElements>
    <a:clrScheme name="Personnalisé 5">
      <a:dk1>
        <a:srgbClr val="000000"/>
      </a:dk1>
      <a:lt1>
        <a:srgbClr val="FFFFFF"/>
      </a:lt1>
      <a:dk2>
        <a:srgbClr val="313F4F"/>
      </a:dk2>
      <a:lt2>
        <a:srgbClr val="F2F2F2"/>
      </a:lt2>
      <a:accent1>
        <a:srgbClr val="313F4F"/>
      </a:accent1>
      <a:accent2>
        <a:srgbClr val="425468"/>
      </a:accent2>
      <a:accent3>
        <a:srgbClr val="8295AE"/>
      </a:accent3>
      <a:accent4>
        <a:srgbClr val="678BA9"/>
      </a:accent4>
      <a:accent5>
        <a:srgbClr val="FA803D"/>
      </a:accent5>
      <a:accent6>
        <a:srgbClr val="FAEB37"/>
      </a:accent6>
      <a:hlink>
        <a:srgbClr val="8297B0"/>
      </a:hlink>
      <a:folHlink>
        <a:srgbClr val="678BA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23 03_ACI partners" id="{C2E85A24-EC8A-44BD-934F-B55D994E1818}" vid="{048C62D8-7484-4431-9444-855DECC00AE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662136d-f4c7-4ecd-aecf-392677ef4b39">
      <Terms xmlns="http://schemas.microsoft.com/office/infopath/2007/PartnerControls"/>
    </lcf76f155ced4ddcb4097134ff3c332f>
    <TaxCatchAll xmlns="5438b2ed-c33a-4943-80d4-1eb1a51ca64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EA5923CF42828478025696259AFA44C" ma:contentTypeVersion="13" ma:contentTypeDescription="Crée un document." ma:contentTypeScope="" ma:versionID="5e993e22e778ef09ecfb16d3fefdfc9f">
  <xsd:schema xmlns:xsd="http://www.w3.org/2001/XMLSchema" xmlns:xs="http://www.w3.org/2001/XMLSchema" xmlns:p="http://schemas.microsoft.com/office/2006/metadata/properties" xmlns:ns2="b662136d-f4c7-4ecd-aecf-392677ef4b39" xmlns:ns3="5438b2ed-c33a-4943-80d4-1eb1a51ca64d" targetNamespace="http://schemas.microsoft.com/office/2006/metadata/properties" ma:root="true" ma:fieldsID="c5619f54d5f07886a6273fdc4fba94ca" ns2:_="" ns3:_="">
    <xsd:import namespace="b662136d-f4c7-4ecd-aecf-392677ef4b39"/>
    <xsd:import namespace="5438b2ed-c33a-4943-80d4-1eb1a51ca64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62136d-f4c7-4ecd-aecf-392677ef4b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Balises d’images" ma:readOnly="false" ma:fieldId="{5cf76f15-5ced-4ddc-b409-7134ff3c332f}" ma:taxonomyMulti="true" ma:sspId="9c4cb228-3045-4ce0-a5ba-35060aea63d2"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38b2ed-c33a-4943-80d4-1eb1a51ca64d"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c9b42586-e577-452a-859a-b23ae595a161}" ma:internalName="TaxCatchAll" ma:showField="CatchAllData" ma:web="5438b2ed-c33a-4943-80d4-1eb1a51ca64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783928A-16BB-46DD-99FA-B3F8B6A54A96}">
  <ds:schemaRefs>
    <ds:schemaRef ds:uri="http://schemas.microsoft.com/sharepoint/v3/contenttype/forms"/>
  </ds:schemaRefs>
</ds:datastoreItem>
</file>

<file path=customXml/itemProps2.xml><?xml version="1.0" encoding="utf-8"?>
<ds:datastoreItem xmlns:ds="http://schemas.openxmlformats.org/officeDocument/2006/customXml" ds:itemID="{14B2C9DB-0A57-4B63-9B2F-1F2577DE39DB}">
  <ds:schemaRefs>
    <ds:schemaRef ds:uri="4f6f44f4-5674-4c2b-bc40-55542a1e461f"/>
    <ds:schemaRef ds:uri="93f4ea96-aa74-42f7-9ee2-d0081040e0e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55B49D2-4737-4D3F-A1C1-C43B6190DBD8}"/>
</file>

<file path=docProps/app.xml><?xml version="1.0" encoding="utf-8"?>
<Properties xmlns="http://schemas.openxmlformats.org/officeDocument/2006/extended-properties" xmlns:vt="http://schemas.openxmlformats.org/officeDocument/2006/docPropsVTypes">
  <Template>Default Theme</Template>
  <TotalTime>0</TotalTime>
  <Words>1726</Words>
  <Application>Microsoft Office PowerPoint</Application>
  <PresentationFormat>Grand écran</PresentationFormat>
  <Paragraphs>185</Paragraphs>
  <Slides>12</Slides>
  <Notes>1</Notes>
  <HiddenSlides>0</HiddenSlides>
  <MMClips>0</MMClips>
  <ScaleCrop>false</ScaleCrop>
  <HeadingPairs>
    <vt:vector size="8" baseType="variant">
      <vt:variant>
        <vt:lpstr>Polices utilisées</vt:lpstr>
      </vt:variant>
      <vt:variant>
        <vt:i4>3</vt:i4>
      </vt:variant>
      <vt:variant>
        <vt:lpstr>Thème</vt:lpstr>
      </vt:variant>
      <vt:variant>
        <vt:i4>1</vt:i4>
      </vt:variant>
      <vt:variant>
        <vt:lpstr>Serveurs OLE incorporés</vt:lpstr>
      </vt:variant>
      <vt:variant>
        <vt:i4>1</vt:i4>
      </vt:variant>
      <vt:variant>
        <vt:lpstr>Titres des diapositives</vt:lpstr>
      </vt:variant>
      <vt:variant>
        <vt:i4>12</vt:i4>
      </vt:variant>
    </vt:vector>
  </HeadingPairs>
  <TitlesOfParts>
    <vt:vector size="17" baseType="lpstr">
      <vt:lpstr>Arial</vt:lpstr>
      <vt:lpstr>Calibri</vt:lpstr>
      <vt:lpstr>Raleway</vt:lpstr>
      <vt:lpstr>2023 03_ACI partners</vt:lpstr>
      <vt:lpstr>Diapositive think-cell</vt:lpstr>
      <vt:lpstr>Extrait de nos références 1</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Accelerate Collective Intelligence</dc:title>
  <dc:creator>Adrien Pina</dc:creator>
  <cp:lastModifiedBy>Héni BEN MRAD</cp:lastModifiedBy>
  <cp:revision>23</cp:revision>
  <dcterms:created xsi:type="dcterms:W3CDTF">2023-09-06T09:59:04Z</dcterms:created>
  <dcterms:modified xsi:type="dcterms:W3CDTF">2024-05-28T15:37:09Z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0x010100AEA5923CF42828478025696259AFA44C</vt:lpwstr>
  </property>
  <property fmtid="{D5CDD505-2E9C-101B-9397-08002B2CF9AE}" pid="4" name="Order">
    <vt:r8>1599200</vt:r8>
  </property>
  <property fmtid="{D5CDD505-2E9C-101B-9397-08002B2CF9AE}" pid="5" name="xd_Signature">
    <vt:bool>false</vt:bool>
  </property>
  <property fmtid="{D5CDD505-2E9C-101B-9397-08002B2CF9AE}" pid="6" name="SharedWithUsers">
    <vt:lpwstr>1456;#Diana-Alexandra Stan;#1333;#Laurent Wlodarczyk;#16;#Vincent Falgéras;#1359;#Catalin Irimia;#53;#Moïse Gueye;#12;#Adrien Pina;#32;#Damien Maniere</vt:lpwstr>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ies>
</file>