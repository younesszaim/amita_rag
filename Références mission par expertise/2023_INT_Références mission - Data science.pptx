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
  </p:notesMasterIdLst>
  <p:sldIdLst>
    <p:sldId id="2147378325" r:id="rId5"/>
    <p:sldId id="2147378650" r:id="rId6"/>
    <p:sldId id="2147378652" r:id="rId7"/>
  </p:sldIdLst>
  <p:sldSz cx="12192000" cy="6858000"/>
  <p:notesSz cx="6858000" cy="9144000"/>
  <p:custDataLst>
    <p:tags r:id="rId9"/>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EC9D42-81F6-4B8B-8873-0A2EE6B0A388}" v="12" dt="2024-05-21T09:42:10.1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éni BEN MRAD" userId="29e18123-af16-4e2b-8963-6a004e026def" providerId="ADAL" clId="{78E63A4E-AD4F-490C-8E4A-EEC435BAB616}"/>
    <pc:docChg chg="undo custSel addSld delSld modSld sldOrd modSection">
      <pc:chgData name="Héni BEN MRAD" userId="29e18123-af16-4e2b-8963-6a004e026def" providerId="ADAL" clId="{78E63A4E-AD4F-490C-8E4A-EEC435BAB616}" dt="2024-05-16T07:28:05.329" v="34"/>
      <pc:docMkLst>
        <pc:docMk/>
      </pc:docMkLst>
      <pc:sldChg chg="modSp mod">
        <pc:chgData name="Héni BEN MRAD" userId="29e18123-af16-4e2b-8963-6a004e026def" providerId="ADAL" clId="{78E63A4E-AD4F-490C-8E4A-EEC435BAB616}" dt="2024-05-15T08:31:24.252" v="1" actId="1076"/>
        <pc:sldMkLst>
          <pc:docMk/>
          <pc:sldMk cId="17159160" sldId="2147378656"/>
        </pc:sldMkLst>
        <pc:graphicFrameChg chg="mod">
          <ac:chgData name="Héni BEN MRAD" userId="29e18123-af16-4e2b-8963-6a004e026def" providerId="ADAL" clId="{78E63A4E-AD4F-490C-8E4A-EEC435BAB616}" dt="2024-05-15T08:31:24.252" v="1" actId="1076"/>
          <ac:graphicFrameMkLst>
            <pc:docMk/>
            <pc:sldMk cId="17159160" sldId="2147378656"/>
            <ac:graphicFrameMk id="5" creationId="{CA659D41-EFBE-2DB8-2EF8-27CF870D460D}"/>
          </ac:graphicFrameMkLst>
        </pc:graphicFrameChg>
      </pc:sldChg>
      <pc:sldChg chg="add">
        <pc:chgData name="Héni BEN MRAD" userId="29e18123-af16-4e2b-8963-6a004e026def" providerId="ADAL" clId="{78E63A4E-AD4F-490C-8E4A-EEC435BAB616}" dt="2024-05-16T07:06:45.009" v="4"/>
        <pc:sldMkLst>
          <pc:docMk/>
          <pc:sldMk cId="3229247021" sldId="2147378662"/>
        </pc:sldMkLst>
      </pc:sldChg>
      <pc:sldChg chg="add">
        <pc:chgData name="Héni BEN MRAD" userId="29e18123-af16-4e2b-8963-6a004e026def" providerId="ADAL" clId="{78E63A4E-AD4F-490C-8E4A-EEC435BAB616}" dt="2024-05-16T07:06:45.009" v="4"/>
        <pc:sldMkLst>
          <pc:docMk/>
          <pc:sldMk cId="3596813283" sldId="2147378663"/>
        </pc:sldMkLst>
      </pc:sldChg>
      <pc:sldChg chg="add">
        <pc:chgData name="Héni BEN MRAD" userId="29e18123-af16-4e2b-8963-6a004e026def" providerId="ADAL" clId="{78E63A4E-AD4F-490C-8E4A-EEC435BAB616}" dt="2024-05-16T07:06:45.009" v="4"/>
        <pc:sldMkLst>
          <pc:docMk/>
          <pc:sldMk cId="236498837" sldId="2147378664"/>
        </pc:sldMkLst>
      </pc:sldChg>
      <pc:sldChg chg="add">
        <pc:chgData name="Héni BEN MRAD" userId="29e18123-af16-4e2b-8963-6a004e026def" providerId="ADAL" clId="{78E63A4E-AD4F-490C-8E4A-EEC435BAB616}" dt="2024-05-16T07:06:45.009" v="4"/>
        <pc:sldMkLst>
          <pc:docMk/>
          <pc:sldMk cId="2553861569" sldId="2147378665"/>
        </pc:sldMkLst>
      </pc:sldChg>
      <pc:sldChg chg="add">
        <pc:chgData name="Héni BEN MRAD" userId="29e18123-af16-4e2b-8963-6a004e026def" providerId="ADAL" clId="{78E63A4E-AD4F-490C-8E4A-EEC435BAB616}" dt="2024-05-16T07:06:45.009" v="4"/>
        <pc:sldMkLst>
          <pc:docMk/>
          <pc:sldMk cId="578661884" sldId="2147378668"/>
        </pc:sldMkLst>
      </pc:sldChg>
      <pc:sldChg chg="add">
        <pc:chgData name="Héni BEN MRAD" userId="29e18123-af16-4e2b-8963-6a004e026def" providerId="ADAL" clId="{78E63A4E-AD4F-490C-8E4A-EEC435BAB616}" dt="2024-05-16T07:06:45.009" v="4"/>
        <pc:sldMkLst>
          <pc:docMk/>
          <pc:sldMk cId="405728382" sldId="2147378669"/>
        </pc:sldMkLst>
      </pc:sldChg>
      <pc:sldChg chg="add">
        <pc:chgData name="Héni BEN MRAD" userId="29e18123-af16-4e2b-8963-6a004e026def" providerId="ADAL" clId="{78E63A4E-AD4F-490C-8E4A-EEC435BAB616}" dt="2024-05-16T07:06:45.009" v="4"/>
        <pc:sldMkLst>
          <pc:docMk/>
          <pc:sldMk cId="443201548" sldId="2147378670"/>
        </pc:sldMkLst>
      </pc:sldChg>
      <pc:sldChg chg="add">
        <pc:chgData name="Héni BEN MRAD" userId="29e18123-af16-4e2b-8963-6a004e026def" providerId="ADAL" clId="{78E63A4E-AD4F-490C-8E4A-EEC435BAB616}" dt="2024-05-16T07:06:45.009" v="4"/>
        <pc:sldMkLst>
          <pc:docMk/>
          <pc:sldMk cId="3785727531" sldId="2147378672"/>
        </pc:sldMkLst>
      </pc:sldChg>
      <pc:sldChg chg="add">
        <pc:chgData name="Héni BEN MRAD" userId="29e18123-af16-4e2b-8963-6a004e026def" providerId="ADAL" clId="{78E63A4E-AD4F-490C-8E4A-EEC435BAB616}" dt="2024-05-16T07:06:45.009" v="4"/>
        <pc:sldMkLst>
          <pc:docMk/>
          <pc:sldMk cId="560049709" sldId="2147378673"/>
        </pc:sldMkLst>
      </pc:sldChg>
      <pc:sldChg chg="add">
        <pc:chgData name="Héni BEN MRAD" userId="29e18123-af16-4e2b-8963-6a004e026def" providerId="ADAL" clId="{78E63A4E-AD4F-490C-8E4A-EEC435BAB616}" dt="2024-05-16T07:07:24.590" v="5"/>
        <pc:sldMkLst>
          <pc:docMk/>
          <pc:sldMk cId="3600413362" sldId="2147378674"/>
        </pc:sldMkLst>
      </pc:sldChg>
      <pc:sldChg chg="add">
        <pc:chgData name="Héni BEN MRAD" userId="29e18123-af16-4e2b-8963-6a004e026def" providerId="ADAL" clId="{78E63A4E-AD4F-490C-8E4A-EEC435BAB616}" dt="2024-05-16T07:07:24.590" v="5"/>
        <pc:sldMkLst>
          <pc:docMk/>
          <pc:sldMk cId="4230165508" sldId="2147378676"/>
        </pc:sldMkLst>
      </pc:sldChg>
      <pc:sldChg chg="add">
        <pc:chgData name="Héni BEN MRAD" userId="29e18123-af16-4e2b-8963-6a004e026def" providerId="ADAL" clId="{78E63A4E-AD4F-490C-8E4A-EEC435BAB616}" dt="2024-05-16T07:07:24.590" v="5"/>
        <pc:sldMkLst>
          <pc:docMk/>
          <pc:sldMk cId="53351736" sldId="2147378678"/>
        </pc:sldMkLst>
      </pc:sldChg>
      <pc:sldChg chg="add">
        <pc:chgData name="Héni BEN MRAD" userId="29e18123-af16-4e2b-8963-6a004e026def" providerId="ADAL" clId="{78E63A4E-AD4F-490C-8E4A-EEC435BAB616}" dt="2024-05-16T07:07:24.590" v="5"/>
        <pc:sldMkLst>
          <pc:docMk/>
          <pc:sldMk cId="3481359237" sldId="2147378679"/>
        </pc:sldMkLst>
      </pc:sldChg>
      <pc:sldChg chg="add">
        <pc:chgData name="Héni BEN MRAD" userId="29e18123-af16-4e2b-8963-6a004e026def" providerId="ADAL" clId="{78E63A4E-AD4F-490C-8E4A-EEC435BAB616}" dt="2024-05-16T07:07:24.590" v="5"/>
        <pc:sldMkLst>
          <pc:docMk/>
          <pc:sldMk cId="3151729791" sldId="2147378681"/>
        </pc:sldMkLst>
      </pc:sldChg>
      <pc:sldChg chg="add">
        <pc:chgData name="Héni BEN MRAD" userId="29e18123-af16-4e2b-8963-6a004e026def" providerId="ADAL" clId="{78E63A4E-AD4F-490C-8E4A-EEC435BAB616}" dt="2024-05-16T07:07:24.590" v="5"/>
        <pc:sldMkLst>
          <pc:docMk/>
          <pc:sldMk cId="2425987383" sldId="2147378683"/>
        </pc:sldMkLst>
      </pc:sldChg>
      <pc:sldChg chg="add">
        <pc:chgData name="Héni BEN MRAD" userId="29e18123-af16-4e2b-8963-6a004e026def" providerId="ADAL" clId="{78E63A4E-AD4F-490C-8E4A-EEC435BAB616}" dt="2024-05-16T07:07:24.590" v="5"/>
        <pc:sldMkLst>
          <pc:docMk/>
          <pc:sldMk cId="2868947623" sldId="2147378684"/>
        </pc:sldMkLst>
      </pc:sldChg>
      <pc:sldChg chg="add">
        <pc:chgData name="Héni BEN MRAD" userId="29e18123-af16-4e2b-8963-6a004e026def" providerId="ADAL" clId="{78E63A4E-AD4F-490C-8E4A-EEC435BAB616}" dt="2024-05-16T07:07:24.590" v="5"/>
        <pc:sldMkLst>
          <pc:docMk/>
          <pc:sldMk cId="3882209703" sldId="2147378686"/>
        </pc:sldMkLst>
      </pc:sldChg>
      <pc:sldChg chg="add">
        <pc:chgData name="Héni BEN MRAD" userId="29e18123-af16-4e2b-8963-6a004e026def" providerId="ADAL" clId="{78E63A4E-AD4F-490C-8E4A-EEC435BAB616}" dt="2024-05-16T07:07:24.590" v="5"/>
        <pc:sldMkLst>
          <pc:docMk/>
          <pc:sldMk cId="3955142616" sldId="2147378687"/>
        </pc:sldMkLst>
      </pc:sldChg>
      <pc:sldChg chg="add">
        <pc:chgData name="Héni BEN MRAD" userId="29e18123-af16-4e2b-8963-6a004e026def" providerId="ADAL" clId="{78E63A4E-AD4F-490C-8E4A-EEC435BAB616}" dt="2024-05-16T07:07:24.590" v="5"/>
        <pc:sldMkLst>
          <pc:docMk/>
          <pc:sldMk cId="3199446170" sldId="2147378689"/>
        </pc:sldMkLst>
      </pc:sldChg>
      <pc:sldChg chg="add">
        <pc:chgData name="Héni BEN MRAD" userId="29e18123-af16-4e2b-8963-6a004e026def" providerId="ADAL" clId="{78E63A4E-AD4F-490C-8E4A-EEC435BAB616}" dt="2024-05-16T07:07:24.590" v="5"/>
        <pc:sldMkLst>
          <pc:docMk/>
          <pc:sldMk cId="3121991331" sldId="2147378690"/>
        </pc:sldMkLst>
      </pc:sldChg>
      <pc:sldChg chg="add del">
        <pc:chgData name="Héni BEN MRAD" userId="29e18123-af16-4e2b-8963-6a004e026def" providerId="ADAL" clId="{78E63A4E-AD4F-490C-8E4A-EEC435BAB616}" dt="2024-05-16T07:11:47.685" v="31"/>
        <pc:sldMkLst>
          <pc:docMk/>
          <pc:sldMk cId="92800247" sldId="2147378691"/>
        </pc:sldMkLst>
      </pc:sldChg>
      <pc:sldChg chg="add del">
        <pc:chgData name="Héni BEN MRAD" userId="29e18123-af16-4e2b-8963-6a004e026def" providerId="ADAL" clId="{78E63A4E-AD4F-490C-8E4A-EEC435BAB616}" dt="2024-05-16T07:10:15.912" v="8" actId="47"/>
        <pc:sldMkLst>
          <pc:docMk/>
          <pc:sldMk cId="484516163" sldId="2147378691"/>
        </pc:sldMkLst>
      </pc:sldChg>
      <pc:sldChg chg="add del">
        <pc:chgData name="Héni BEN MRAD" userId="29e18123-af16-4e2b-8963-6a004e026def" providerId="ADAL" clId="{78E63A4E-AD4F-490C-8E4A-EEC435BAB616}" dt="2024-05-16T07:11:47.685" v="31"/>
        <pc:sldMkLst>
          <pc:docMk/>
          <pc:sldMk cId="3327284772" sldId="2147378692"/>
        </pc:sldMkLst>
      </pc:sldChg>
      <pc:sldChg chg="add del">
        <pc:chgData name="Héni BEN MRAD" userId="29e18123-af16-4e2b-8963-6a004e026def" providerId="ADAL" clId="{78E63A4E-AD4F-490C-8E4A-EEC435BAB616}" dt="2024-05-16T07:10:17.555" v="9" actId="47"/>
        <pc:sldMkLst>
          <pc:docMk/>
          <pc:sldMk cId="3785935496" sldId="2147378692"/>
        </pc:sldMkLst>
      </pc:sldChg>
      <pc:sldChg chg="add del">
        <pc:chgData name="Héni BEN MRAD" userId="29e18123-af16-4e2b-8963-6a004e026def" providerId="ADAL" clId="{78E63A4E-AD4F-490C-8E4A-EEC435BAB616}" dt="2024-05-16T07:10:18.352" v="10" actId="47"/>
        <pc:sldMkLst>
          <pc:docMk/>
          <pc:sldMk cId="269473791" sldId="2147378693"/>
        </pc:sldMkLst>
      </pc:sldChg>
      <pc:sldChg chg="add del">
        <pc:chgData name="Héni BEN MRAD" userId="29e18123-af16-4e2b-8963-6a004e026def" providerId="ADAL" clId="{78E63A4E-AD4F-490C-8E4A-EEC435BAB616}" dt="2024-05-16T07:11:47.685" v="31"/>
        <pc:sldMkLst>
          <pc:docMk/>
          <pc:sldMk cId="456009956" sldId="2147378694"/>
        </pc:sldMkLst>
      </pc:sldChg>
      <pc:sldChg chg="add del">
        <pc:chgData name="Héni BEN MRAD" userId="29e18123-af16-4e2b-8963-6a004e026def" providerId="ADAL" clId="{78E63A4E-AD4F-490C-8E4A-EEC435BAB616}" dt="2024-05-16T07:10:19.166" v="11" actId="47"/>
        <pc:sldMkLst>
          <pc:docMk/>
          <pc:sldMk cId="1313836966" sldId="2147378694"/>
        </pc:sldMkLst>
      </pc:sldChg>
      <pc:sldChg chg="add del">
        <pc:chgData name="Héni BEN MRAD" userId="29e18123-af16-4e2b-8963-6a004e026def" providerId="ADAL" clId="{78E63A4E-AD4F-490C-8E4A-EEC435BAB616}" dt="2024-05-16T07:10:19.998" v="12" actId="47"/>
        <pc:sldMkLst>
          <pc:docMk/>
          <pc:sldMk cId="3333659444" sldId="2147378695"/>
        </pc:sldMkLst>
      </pc:sldChg>
      <pc:sldChg chg="add del">
        <pc:chgData name="Héni BEN MRAD" userId="29e18123-af16-4e2b-8963-6a004e026def" providerId="ADAL" clId="{78E63A4E-AD4F-490C-8E4A-EEC435BAB616}" dt="2024-05-16T07:10:20.664" v="13" actId="47"/>
        <pc:sldMkLst>
          <pc:docMk/>
          <pc:sldMk cId="1725248626" sldId="2147378696"/>
        </pc:sldMkLst>
      </pc:sldChg>
      <pc:sldChg chg="add del">
        <pc:chgData name="Héni BEN MRAD" userId="29e18123-af16-4e2b-8963-6a004e026def" providerId="ADAL" clId="{78E63A4E-AD4F-490C-8E4A-EEC435BAB616}" dt="2024-05-16T07:11:47.685" v="31"/>
        <pc:sldMkLst>
          <pc:docMk/>
          <pc:sldMk cId="2645575117" sldId="2147378696"/>
        </pc:sldMkLst>
      </pc:sldChg>
      <pc:sldChg chg="add del">
        <pc:chgData name="Héni BEN MRAD" userId="29e18123-af16-4e2b-8963-6a004e026def" providerId="ADAL" clId="{78E63A4E-AD4F-490C-8E4A-EEC435BAB616}" dt="2024-05-16T07:10:21.493" v="14" actId="47"/>
        <pc:sldMkLst>
          <pc:docMk/>
          <pc:sldMk cId="2244888204" sldId="2147378697"/>
        </pc:sldMkLst>
      </pc:sldChg>
      <pc:sldChg chg="add del">
        <pc:chgData name="Héni BEN MRAD" userId="29e18123-af16-4e2b-8963-6a004e026def" providerId="ADAL" clId="{78E63A4E-AD4F-490C-8E4A-EEC435BAB616}" dt="2024-05-16T07:10:22.179" v="15" actId="47"/>
        <pc:sldMkLst>
          <pc:docMk/>
          <pc:sldMk cId="149892603" sldId="2147378698"/>
        </pc:sldMkLst>
      </pc:sldChg>
      <pc:sldChg chg="add del">
        <pc:chgData name="Héni BEN MRAD" userId="29e18123-af16-4e2b-8963-6a004e026def" providerId="ADAL" clId="{78E63A4E-AD4F-490C-8E4A-EEC435BAB616}" dt="2024-05-16T07:11:47.685" v="31"/>
        <pc:sldMkLst>
          <pc:docMk/>
          <pc:sldMk cId="353131440" sldId="2147378698"/>
        </pc:sldMkLst>
      </pc:sldChg>
      <pc:sldChg chg="add del">
        <pc:chgData name="Héni BEN MRAD" userId="29e18123-af16-4e2b-8963-6a004e026def" providerId="ADAL" clId="{78E63A4E-AD4F-490C-8E4A-EEC435BAB616}" dt="2024-05-16T07:10:22.874" v="16" actId="47"/>
        <pc:sldMkLst>
          <pc:docMk/>
          <pc:sldMk cId="1058382084" sldId="2147378699"/>
        </pc:sldMkLst>
      </pc:sldChg>
      <pc:sldChg chg="add del">
        <pc:chgData name="Héni BEN MRAD" userId="29e18123-af16-4e2b-8963-6a004e026def" providerId="ADAL" clId="{78E63A4E-AD4F-490C-8E4A-EEC435BAB616}" dt="2024-05-16T07:10:23.492" v="17" actId="47"/>
        <pc:sldMkLst>
          <pc:docMk/>
          <pc:sldMk cId="1368798832" sldId="2147378700"/>
        </pc:sldMkLst>
      </pc:sldChg>
      <pc:sldChg chg="add del">
        <pc:chgData name="Héni BEN MRAD" userId="29e18123-af16-4e2b-8963-6a004e026def" providerId="ADAL" clId="{78E63A4E-AD4F-490C-8E4A-EEC435BAB616}" dt="2024-05-16T07:11:47.685" v="31"/>
        <pc:sldMkLst>
          <pc:docMk/>
          <pc:sldMk cId="2647934972" sldId="2147378700"/>
        </pc:sldMkLst>
      </pc:sldChg>
      <pc:sldChg chg="add del">
        <pc:chgData name="Héni BEN MRAD" userId="29e18123-af16-4e2b-8963-6a004e026def" providerId="ADAL" clId="{78E63A4E-AD4F-490C-8E4A-EEC435BAB616}" dt="2024-05-16T07:10:24.105" v="18" actId="47"/>
        <pc:sldMkLst>
          <pc:docMk/>
          <pc:sldMk cId="1216998310" sldId="2147378701"/>
        </pc:sldMkLst>
      </pc:sldChg>
      <pc:sldChg chg="add del">
        <pc:chgData name="Héni BEN MRAD" userId="29e18123-af16-4e2b-8963-6a004e026def" providerId="ADAL" clId="{78E63A4E-AD4F-490C-8E4A-EEC435BAB616}" dt="2024-05-16T07:11:47.685" v="31"/>
        <pc:sldMkLst>
          <pc:docMk/>
          <pc:sldMk cId="3436619141" sldId="2147378701"/>
        </pc:sldMkLst>
      </pc:sldChg>
      <pc:sldChg chg="add del">
        <pc:chgData name="Héni BEN MRAD" userId="29e18123-af16-4e2b-8963-6a004e026def" providerId="ADAL" clId="{78E63A4E-AD4F-490C-8E4A-EEC435BAB616}" dt="2024-05-16T07:10:24.817" v="19" actId="47"/>
        <pc:sldMkLst>
          <pc:docMk/>
          <pc:sldMk cId="92800247" sldId="2147378702"/>
        </pc:sldMkLst>
      </pc:sldChg>
      <pc:sldChg chg="add del">
        <pc:chgData name="Héni BEN MRAD" userId="29e18123-af16-4e2b-8963-6a004e026def" providerId="ADAL" clId="{78E63A4E-AD4F-490C-8E4A-EEC435BAB616}" dt="2024-05-16T07:11:47.685" v="31"/>
        <pc:sldMkLst>
          <pc:docMk/>
          <pc:sldMk cId="1453969738" sldId="2147378703"/>
        </pc:sldMkLst>
      </pc:sldChg>
      <pc:sldChg chg="add del">
        <pc:chgData name="Héni BEN MRAD" userId="29e18123-af16-4e2b-8963-6a004e026def" providerId="ADAL" clId="{78E63A4E-AD4F-490C-8E4A-EEC435BAB616}" dt="2024-05-16T07:10:25.399" v="20" actId="47"/>
        <pc:sldMkLst>
          <pc:docMk/>
          <pc:sldMk cId="3327284772" sldId="2147378703"/>
        </pc:sldMkLst>
      </pc:sldChg>
      <pc:sldChg chg="add del">
        <pc:chgData name="Héni BEN MRAD" userId="29e18123-af16-4e2b-8963-6a004e026def" providerId="ADAL" clId="{78E63A4E-AD4F-490C-8E4A-EEC435BAB616}" dt="2024-05-16T07:10:26.031" v="21" actId="47"/>
        <pc:sldMkLst>
          <pc:docMk/>
          <pc:sldMk cId="456009956" sldId="2147378704"/>
        </pc:sldMkLst>
      </pc:sldChg>
      <pc:sldChg chg="add del">
        <pc:chgData name="Héni BEN MRAD" userId="29e18123-af16-4e2b-8963-6a004e026def" providerId="ADAL" clId="{78E63A4E-AD4F-490C-8E4A-EEC435BAB616}" dt="2024-05-16T07:10:44.821" v="28"/>
        <pc:sldMkLst>
          <pc:docMk/>
          <pc:sldMk cId="395157167" sldId="2147378705"/>
        </pc:sldMkLst>
      </pc:sldChg>
      <pc:sldChg chg="add del">
        <pc:chgData name="Héni BEN MRAD" userId="29e18123-af16-4e2b-8963-6a004e026def" providerId="ADAL" clId="{78E63A4E-AD4F-490C-8E4A-EEC435BAB616}" dt="2024-05-16T07:11:03.057" v="30"/>
        <pc:sldMkLst>
          <pc:docMk/>
          <pc:sldMk cId="1981362468" sldId="2147378705"/>
        </pc:sldMkLst>
      </pc:sldChg>
      <pc:sldChg chg="add del">
        <pc:chgData name="Héni BEN MRAD" userId="29e18123-af16-4e2b-8963-6a004e026def" providerId="ADAL" clId="{78E63A4E-AD4F-490C-8E4A-EEC435BAB616}" dt="2024-05-16T07:10:26.660" v="22" actId="47"/>
        <pc:sldMkLst>
          <pc:docMk/>
          <pc:sldMk cId="2645575117" sldId="2147378705"/>
        </pc:sldMkLst>
      </pc:sldChg>
      <pc:sldChg chg="add del">
        <pc:chgData name="Héni BEN MRAD" userId="29e18123-af16-4e2b-8963-6a004e026def" providerId="ADAL" clId="{78E63A4E-AD4F-490C-8E4A-EEC435BAB616}" dt="2024-05-16T07:11:03.057" v="30"/>
        <pc:sldMkLst>
          <pc:docMk/>
          <pc:sldMk cId="66727073" sldId="2147378706"/>
        </pc:sldMkLst>
      </pc:sldChg>
      <pc:sldChg chg="add del">
        <pc:chgData name="Héni BEN MRAD" userId="29e18123-af16-4e2b-8963-6a004e026def" providerId="ADAL" clId="{78E63A4E-AD4F-490C-8E4A-EEC435BAB616}" dt="2024-05-16T07:10:27.279" v="23" actId="47"/>
        <pc:sldMkLst>
          <pc:docMk/>
          <pc:sldMk cId="353131440" sldId="2147378706"/>
        </pc:sldMkLst>
      </pc:sldChg>
      <pc:sldChg chg="add del">
        <pc:chgData name="Héni BEN MRAD" userId="29e18123-af16-4e2b-8963-6a004e026def" providerId="ADAL" clId="{78E63A4E-AD4F-490C-8E4A-EEC435BAB616}" dt="2024-05-16T07:10:44.821" v="28"/>
        <pc:sldMkLst>
          <pc:docMk/>
          <pc:sldMk cId="1186096818" sldId="2147378706"/>
        </pc:sldMkLst>
      </pc:sldChg>
      <pc:sldChg chg="add del">
        <pc:chgData name="Héni BEN MRAD" userId="29e18123-af16-4e2b-8963-6a004e026def" providerId="ADAL" clId="{78E63A4E-AD4F-490C-8E4A-EEC435BAB616}" dt="2024-05-16T07:10:28.168" v="24" actId="47"/>
        <pc:sldMkLst>
          <pc:docMk/>
          <pc:sldMk cId="2647934972" sldId="2147378707"/>
        </pc:sldMkLst>
      </pc:sldChg>
      <pc:sldChg chg="add del">
        <pc:chgData name="Héni BEN MRAD" userId="29e18123-af16-4e2b-8963-6a004e026def" providerId="ADAL" clId="{78E63A4E-AD4F-490C-8E4A-EEC435BAB616}" dt="2024-05-16T07:10:28.782" v="25" actId="47"/>
        <pc:sldMkLst>
          <pc:docMk/>
          <pc:sldMk cId="3436619141" sldId="2147378708"/>
        </pc:sldMkLst>
      </pc:sldChg>
      <pc:sldChg chg="add del">
        <pc:chgData name="Héni BEN MRAD" userId="29e18123-af16-4e2b-8963-6a004e026def" providerId="ADAL" clId="{78E63A4E-AD4F-490C-8E4A-EEC435BAB616}" dt="2024-05-16T07:10:31.211" v="26" actId="47"/>
        <pc:sldMkLst>
          <pc:docMk/>
          <pc:sldMk cId="1453969738" sldId="2147378709"/>
        </pc:sldMkLst>
      </pc:sldChg>
      <pc:sldChg chg="add del">
        <pc:chgData name="Héni BEN MRAD" userId="29e18123-af16-4e2b-8963-6a004e026def" providerId="ADAL" clId="{78E63A4E-AD4F-490C-8E4A-EEC435BAB616}" dt="2024-05-16T07:11:03.057" v="30"/>
        <pc:sldMkLst>
          <pc:docMk/>
          <pc:sldMk cId="3698827131" sldId="2147378709"/>
        </pc:sldMkLst>
      </pc:sldChg>
      <pc:sldChg chg="add del">
        <pc:chgData name="Héni BEN MRAD" userId="29e18123-af16-4e2b-8963-6a004e026def" providerId="ADAL" clId="{78E63A4E-AD4F-490C-8E4A-EEC435BAB616}" dt="2024-05-16T07:10:44.821" v="28"/>
        <pc:sldMkLst>
          <pc:docMk/>
          <pc:sldMk cId="4190672234" sldId="2147378709"/>
        </pc:sldMkLst>
      </pc:sldChg>
      <pc:sldChg chg="add">
        <pc:chgData name="Héni BEN MRAD" userId="29e18123-af16-4e2b-8963-6a004e026def" providerId="ADAL" clId="{78E63A4E-AD4F-490C-8E4A-EEC435BAB616}" dt="2024-05-16T07:08:27.713" v="7"/>
        <pc:sldMkLst>
          <pc:docMk/>
          <pc:sldMk cId="2823448428" sldId="2147378710"/>
        </pc:sldMkLst>
      </pc:sldChg>
      <pc:sldChg chg="add">
        <pc:chgData name="Héni BEN MRAD" userId="29e18123-af16-4e2b-8963-6a004e026def" providerId="ADAL" clId="{78E63A4E-AD4F-490C-8E4A-EEC435BAB616}" dt="2024-05-16T07:08:27.713" v="7"/>
        <pc:sldMkLst>
          <pc:docMk/>
          <pc:sldMk cId="4061900893" sldId="2147378711"/>
        </pc:sldMkLst>
      </pc:sldChg>
      <pc:sldChg chg="add">
        <pc:chgData name="Héni BEN MRAD" userId="29e18123-af16-4e2b-8963-6a004e026def" providerId="ADAL" clId="{78E63A4E-AD4F-490C-8E4A-EEC435BAB616}" dt="2024-05-16T07:08:27.713" v="7"/>
        <pc:sldMkLst>
          <pc:docMk/>
          <pc:sldMk cId="945530814" sldId="2147378712"/>
        </pc:sldMkLst>
      </pc:sldChg>
      <pc:sldChg chg="add">
        <pc:chgData name="Héni BEN MRAD" userId="29e18123-af16-4e2b-8963-6a004e026def" providerId="ADAL" clId="{78E63A4E-AD4F-490C-8E4A-EEC435BAB616}" dt="2024-05-16T07:08:27.713" v="7"/>
        <pc:sldMkLst>
          <pc:docMk/>
          <pc:sldMk cId="1793402826" sldId="2147378713"/>
        </pc:sldMkLst>
      </pc:sldChg>
      <pc:sldChg chg="add">
        <pc:chgData name="Héni BEN MRAD" userId="29e18123-af16-4e2b-8963-6a004e026def" providerId="ADAL" clId="{78E63A4E-AD4F-490C-8E4A-EEC435BAB616}" dt="2024-05-16T07:08:27.713" v="7"/>
        <pc:sldMkLst>
          <pc:docMk/>
          <pc:sldMk cId="3916433297" sldId="2147378714"/>
        </pc:sldMkLst>
      </pc:sldChg>
      <pc:sldChg chg="add">
        <pc:chgData name="Héni BEN MRAD" userId="29e18123-af16-4e2b-8963-6a004e026def" providerId="ADAL" clId="{78E63A4E-AD4F-490C-8E4A-EEC435BAB616}" dt="2024-05-16T07:08:27.713" v="7"/>
        <pc:sldMkLst>
          <pc:docMk/>
          <pc:sldMk cId="4007029331" sldId="2147378715"/>
        </pc:sldMkLst>
      </pc:sldChg>
      <pc:sldChg chg="add">
        <pc:chgData name="Héni BEN MRAD" userId="29e18123-af16-4e2b-8963-6a004e026def" providerId="ADAL" clId="{78E63A4E-AD4F-490C-8E4A-EEC435BAB616}" dt="2024-05-16T07:08:27.713" v="7"/>
        <pc:sldMkLst>
          <pc:docMk/>
          <pc:sldMk cId="1962818013" sldId="2147378717"/>
        </pc:sldMkLst>
      </pc:sldChg>
      <pc:sldChg chg="add">
        <pc:chgData name="Héni BEN MRAD" userId="29e18123-af16-4e2b-8963-6a004e026def" providerId="ADAL" clId="{78E63A4E-AD4F-490C-8E4A-EEC435BAB616}" dt="2024-05-16T07:08:27.713" v="7"/>
        <pc:sldMkLst>
          <pc:docMk/>
          <pc:sldMk cId="4280056239" sldId="2147378718"/>
        </pc:sldMkLst>
      </pc:sldChg>
      <pc:sldChg chg="add del">
        <pc:chgData name="Héni BEN MRAD" userId="29e18123-af16-4e2b-8963-6a004e026def" providerId="ADAL" clId="{78E63A4E-AD4F-490C-8E4A-EEC435BAB616}" dt="2024-05-16T07:28:01.308" v="33"/>
        <pc:sldMkLst>
          <pc:docMk/>
          <pc:sldMk cId="654307286" sldId="2147378719"/>
        </pc:sldMkLst>
      </pc:sldChg>
      <pc:sldChg chg="add del">
        <pc:chgData name="Héni BEN MRAD" userId="29e18123-af16-4e2b-8963-6a004e026def" providerId="ADAL" clId="{78E63A4E-AD4F-490C-8E4A-EEC435BAB616}" dt="2024-05-16T07:11:03.057" v="30"/>
        <pc:sldMkLst>
          <pc:docMk/>
          <pc:sldMk cId="1308491393" sldId="2147378719"/>
        </pc:sldMkLst>
      </pc:sldChg>
      <pc:sldChg chg="add del">
        <pc:chgData name="Héni BEN MRAD" userId="29e18123-af16-4e2b-8963-6a004e026def" providerId="ADAL" clId="{78E63A4E-AD4F-490C-8E4A-EEC435BAB616}" dt="2024-05-16T07:10:44.821" v="28"/>
        <pc:sldMkLst>
          <pc:docMk/>
          <pc:sldMk cId="3706009947" sldId="2147378719"/>
        </pc:sldMkLst>
      </pc:sldChg>
      <pc:sldChg chg="add">
        <pc:chgData name="Héni BEN MRAD" userId="29e18123-af16-4e2b-8963-6a004e026def" providerId="ADAL" clId="{78E63A4E-AD4F-490C-8E4A-EEC435BAB616}" dt="2024-05-16T07:28:05.329" v="34"/>
        <pc:sldMkLst>
          <pc:docMk/>
          <pc:sldMk cId="3919194427" sldId="2147378719"/>
        </pc:sldMkLst>
      </pc:sldChg>
      <pc:sldChg chg="add del">
        <pc:chgData name="Héni BEN MRAD" userId="29e18123-af16-4e2b-8963-6a004e026def" providerId="ADAL" clId="{78E63A4E-AD4F-490C-8E4A-EEC435BAB616}" dt="2024-05-16T07:11:03.057" v="30"/>
        <pc:sldMkLst>
          <pc:docMk/>
          <pc:sldMk cId="471410912" sldId="2147378720"/>
        </pc:sldMkLst>
      </pc:sldChg>
      <pc:sldChg chg="add del">
        <pc:chgData name="Héni BEN MRAD" userId="29e18123-af16-4e2b-8963-6a004e026def" providerId="ADAL" clId="{78E63A4E-AD4F-490C-8E4A-EEC435BAB616}" dt="2024-05-16T07:10:44.821" v="28"/>
        <pc:sldMkLst>
          <pc:docMk/>
          <pc:sldMk cId="2275036908" sldId="2147378720"/>
        </pc:sldMkLst>
      </pc:sldChg>
      <pc:sldChg chg="add del">
        <pc:chgData name="Héni BEN MRAD" userId="29e18123-af16-4e2b-8963-6a004e026def" providerId="ADAL" clId="{78E63A4E-AD4F-490C-8E4A-EEC435BAB616}" dt="2024-05-16T07:10:44.821" v="28"/>
        <pc:sldMkLst>
          <pc:docMk/>
          <pc:sldMk cId="2231977721" sldId="2147378721"/>
        </pc:sldMkLst>
      </pc:sldChg>
      <pc:sldChg chg="add del">
        <pc:chgData name="Héni BEN MRAD" userId="29e18123-af16-4e2b-8963-6a004e026def" providerId="ADAL" clId="{78E63A4E-AD4F-490C-8E4A-EEC435BAB616}" dt="2024-05-16T07:11:03.057" v="30"/>
        <pc:sldMkLst>
          <pc:docMk/>
          <pc:sldMk cId="3380514243" sldId="2147378721"/>
        </pc:sldMkLst>
      </pc:sldChg>
      <pc:sldChg chg="add del">
        <pc:chgData name="Héni BEN MRAD" userId="29e18123-af16-4e2b-8963-6a004e026def" providerId="ADAL" clId="{78E63A4E-AD4F-490C-8E4A-EEC435BAB616}" dt="2024-05-16T07:10:44.821" v="28"/>
        <pc:sldMkLst>
          <pc:docMk/>
          <pc:sldMk cId="27814840" sldId="2147378722"/>
        </pc:sldMkLst>
      </pc:sldChg>
      <pc:sldChg chg="add del">
        <pc:chgData name="Héni BEN MRAD" userId="29e18123-af16-4e2b-8963-6a004e026def" providerId="ADAL" clId="{78E63A4E-AD4F-490C-8E4A-EEC435BAB616}" dt="2024-05-16T07:11:03.057" v="30"/>
        <pc:sldMkLst>
          <pc:docMk/>
          <pc:sldMk cId="3308938016" sldId="2147378722"/>
        </pc:sldMkLst>
      </pc:sldChg>
      <pc:sldChg chg="add del">
        <pc:chgData name="Héni BEN MRAD" userId="29e18123-af16-4e2b-8963-6a004e026def" providerId="ADAL" clId="{78E63A4E-AD4F-490C-8E4A-EEC435BAB616}" dt="2024-05-16T07:10:44.821" v="28"/>
        <pc:sldMkLst>
          <pc:docMk/>
          <pc:sldMk cId="1063390252" sldId="2147378723"/>
        </pc:sldMkLst>
      </pc:sldChg>
      <pc:sldChg chg="add del">
        <pc:chgData name="Héni BEN MRAD" userId="29e18123-af16-4e2b-8963-6a004e026def" providerId="ADAL" clId="{78E63A4E-AD4F-490C-8E4A-EEC435BAB616}" dt="2024-05-16T07:11:03.057" v="30"/>
        <pc:sldMkLst>
          <pc:docMk/>
          <pc:sldMk cId="4282623194" sldId="2147378723"/>
        </pc:sldMkLst>
      </pc:sldChg>
    </pc:docChg>
  </pc:docChgLst>
  <pc:docChgLst>
    <pc:chgData name="Diana-Alexandra Stan" userId="2b14850f-a8de-4b8f-a1ca-aac948f0bd80" providerId="ADAL" clId="{ABEC9D42-81F6-4B8B-8873-0A2EE6B0A388}"/>
    <pc:docChg chg="undo custSel addSld delSld modSld sldOrd addSection delSection modSection">
      <pc:chgData name="Diana-Alexandra Stan" userId="2b14850f-a8de-4b8f-a1ca-aac948f0bd80" providerId="ADAL" clId="{ABEC9D42-81F6-4B8B-8873-0A2EE6B0A388}" dt="2024-05-21T09:42:10.192" v="97" actId="113"/>
      <pc:docMkLst>
        <pc:docMk/>
      </pc:docMkLst>
      <pc:sldChg chg="modSp mod">
        <pc:chgData name="Diana-Alexandra Stan" userId="2b14850f-a8de-4b8f-a1ca-aac948f0bd80" providerId="ADAL" clId="{ABEC9D42-81F6-4B8B-8873-0A2EE6B0A388}" dt="2024-05-14T09:13:08.592" v="1" actId="14734"/>
        <pc:sldMkLst>
          <pc:docMk/>
          <pc:sldMk cId="4278805120" sldId="2147378330"/>
        </pc:sldMkLst>
        <pc:graphicFrameChg chg="modGraphic">
          <ac:chgData name="Diana-Alexandra Stan" userId="2b14850f-a8de-4b8f-a1ca-aac948f0bd80" providerId="ADAL" clId="{ABEC9D42-81F6-4B8B-8873-0A2EE6B0A388}" dt="2024-05-14T09:13:08.592" v="1" actId="14734"/>
          <ac:graphicFrameMkLst>
            <pc:docMk/>
            <pc:sldMk cId="4278805120" sldId="2147378330"/>
            <ac:graphicFrameMk id="12" creationId="{522A63A6-A142-41B5-93A1-EBB1D8DC7CFD}"/>
          </ac:graphicFrameMkLst>
        </pc:graphicFrameChg>
      </pc:sldChg>
      <pc:sldChg chg="delSp modSp add mod">
        <pc:chgData name="Diana-Alexandra Stan" userId="2b14850f-a8de-4b8f-a1ca-aac948f0bd80" providerId="ADAL" clId="{ABEC9D42-81F6-4B8B-8873-0A2EE6B0A388}" dt="2024-05-15T14:06:40.677" v="61" actId="20577"/>
        <pc:sldMkLst>
          <pc:docMk/>
          <pc:sldMk cId="464417022" sldId="2147378467"/>
        </pc:sldMkLst>
        <pc:spChg chg="mod">
          <ac:chgData name="Diana-Alexandra Stan" userId="2b14850f-a8de-4b8f-a1ca-aac948f0bd80" providerId="ADAL" clId="{ABEC9D42-81F6-4B8B-8873-0A2EE6B0A388}" dt="2024-05-15T14:06:40.677" v="61" actId="20577"/>
          <ac:spMkLst>
            <pc:docMk/>
            <pc:sldMk cId="464417022" sldId="2147378467"/>
            <ac:spMk id="2" creationId="{4125BCEF-AEAA-A399-A48F-ED2906997D53}"/>
          </ac:spMkLst>
        </pc:spChg>
        <pc:spChg chg="del">
          <ac:chgData name="Diana-Alexandra Stan" userId="2b14850f-a8de-4b8f-a1ca-aac948f0bd80" providerId="ADAL" clId="{ABEC9D42-81F6-4B8B-8873-0A2EE6B0A388}" dt="2024-05-15T14:05:52.958" v="46" actId="478"/>
          <ac:spMkLst>
            <pc:docMk/>
            <pc:sldMk cId="464417022" sldId="2147378467"/>
            <ac:spMk id="10" creationId="{7C44B65F-9A01-07F7-C4B2-82AE105E2AA3}"/>
          </ac:spMkLst>
        </pc:spChg>
        <pc:picChg chg="del">
          <ac:chgData name="Diana-Alexandra Stan" userId="2b14850f-a8de-4b8f-a1ca-aac948f0bd80" providerId="ADAL" clId="{ABEC9D42-81F6-4B8B-8873-0A2EE6B0A388}" dt="2024-05-15T14:05:53.871" v="47" actId="478"/>
          <ac:picMkLst>
            <pc:docMk/>
            <pc:sldMk cId="464417022" sldId="2147378467"/>
            <ac:picMk id="11" creationId="{8B9EE739-37DD-4253-A764-60D4B439E679}"/>
          </ac:picMkLst>
        </pc:picChg>
      </pc:sldChg>
      <pc:sldChg chg="delSp modSp add mod">
        <pc:chgData name="Diana-Alexandra Stan" userId="2b14850f-a8de-4b8f-a1ca-aac948f0bd80" providerId="ADAL" clId="{ABEC9D42-81F6-4B8B-8873-0A2EE6B0A388}" dt="2024-05-15T14:07:36.775" v="78" actId="20577"/>
        <pc:sldMkLst>
          <pc:docMk/>
          <pc:sldMk cId="3457511368" sldId="2147378469"/>
        </pc:sldMkLst>
        <pc:spChg chg="mod">
          <ac:chgData name="Diana-Alexandra Stan" userId="2b14850f-a8de-4b8f-a1ca-aac948f0bd80" providerId="ADAL" clId="{ABEC9D42-81F6-4B8B-8873-0A2EE6B0A388}" dt="2024-05-15T14:07:36.775" v="78" actId="20577"/>
          <ac:spMkLst>
            <pc:docMk/>
            <pc:sldMk cId="3457511368" sldId="2147378469"/>
            <ac:spMk id="2" creationId="{4125BCEF-AEAA-A399-A48F-ED2906997D53}"/>
          </ac:spMkLst>
        </pc:spChg>
        <pc:spChg chg="del">
          <ac:chgData name="Diana-Alexandra Stan" userId="2b14850f-a8de-4b8f-a1ca-aac948f0bd80" providerId="ADAL" clId="{ABEC9D42-81F6-4B8B-8873-0A2EE6B0A388}" dt="2024-05-15T14:07:31.935" v="74" actId="478"/>
          <ac:spMkLst>
            <pc:docMk/>
            <pc:sldMk cId="3457511368" sldId="2147378469"/>
            <ac:spMk id="10" creationId="{7C44B65F-9A01-07F7-C4B2-82AE105E2AA3}"/>
          </ac:spMkLst>
        </pc:spChg>
        <pc:picChg chg="del">
          <ac:chgData name="Diana-Alexandra Stan" userId="2b14850f-a8de-4b8f-a1ca-aac948f0bd80" providerId="ADAL" clId="{ABEC9D42-81F6-4B8B-8873-0A2EE6B0A388}" dt="2024-05-15T14:07:32.772" v="75" actId="478"/>
          <ac:picMkLst>
            <pc:docMk/>
            <pc:sldMk cId="3457511368" sldId="2147378469"/>
            <ac:picMk id="11" creationId="{8B9EE739-37DD-4253-A764-60D4B439E679}"/>
          </ac:picMkLst>
        </pc:picChg>
      </pc:sldChg>
      <pc:sldChg chg="delSp modSp add mod">
        <pc:chgData name="Diana-Alexandra Stan" userId="2b14850f-a8de-4b8f-a1ca-aac948f0bd80" providerId="ADAL" clId="{ABEC9D42-81F6-4B8B-8873-0A2EE6B0A388}" dt="2024-05-15T14:06:45.780" v="70" actId="20577"/>
        <pc:sldMkLst>
          <pc:docMk/>
          <pc:sldMk cId="4110961314" sldId="2147378470"/>
        </pc:sldMkLst>
        <pc:spChg chg="mod">
          <ac:chgData name="Diana-Alexandra Stan" userId="2b14850f-a8de-4b8f-a1ca-aac948f0bd80" providerId="ADAL" clId="{ABEC9D42-81F6-4B8B-8873-0A2EE6B0A388}" dt="2024-05-15T14:06:45.780" v="70" actId="20577"/>
          <ac:spMkLst>
            <pc:docMk/>
            <pc:sldMk cId="4110961314" sldId="2147378470"/>
            <ac:spMk id="2" creationId="{4125BCEF-AEAA-A399-A48F-ED2906997D53}"/>
          </ac:spMkLst>
        </pc:spChg>
        <pc:spChg chg="del">
          <ac:chgData name="Diana-Alexandra Stan" userId="2b14850f-a8de-4b8f-a1ca-aac948f0bd80" providerId="ADAL" clId="{ABEC9D42-81F6-4B8B-8873-0A2EE6B0A388}" dt="2024-05-15T14:06:27.322" v="51" actId="478"/>
          <ac:spMkLst>
            <pc:docMk/>
            <pc:sldMk cId="4110961314" sldId="2147378470"/>
            <ac:spMk id="10" creationId="{7C44B65F-9A01-07F7-C4B2-82AE105E2AA3}"/>
          </ac:spMkLst>
        </pc:spChg>
        <pc:picChg chg="del">
          <ac:chgData name="Diana-Alexandra Stan" userId="2b14850f-a8de-4b8f-a1ca-aac948f0bd80" providerId="ADAL" clId="{ABEC9D42-81F6-4B8B-8873-0A2EE6B0A388}" dt="2024-05-15T14:06:27.966" v="52" actId="478"/>
          <ac:picMkLst>
            <pc:docMk/>
            <pc:sldMk cId="4110961314" sldId="2147378470"/>
            <ac:picMk id="11" creationId="{8B9EE739-37DD-4253-A764-60D4B439E679}"/>
          </ac:picMkLst>
        </pc:picChg>
      </pc:sldChg>
      <pc:sldChg chg="delSp add mod">
        <pc:chgData name="Diana-Alexandra Stan" userId="2b14850f-a8de-4b8f-a1ca-aac948f0bd80" providerId="ADAL" clId="{ABEC9D42-81F6-4B8B-8873-0A2EE6B0A388}" dt="2024-05-15T14:04:25.593" v="40" actId="478"/>
        <pc:sldMkLst>
          <pc:docMk/>
          <pc:sldMk cId="560854086" sldId="2147378476"/>
        </pc:sldMkLst>
        <pc:spChg chg="del">
          <ac:chgData name="Diana-Alexandra Stan" userId="2b14850f-a8de-4b8f-a1ca-aac948f0bd80" providerId="ADAL" clId="{ABEC9D42-81F6-4B8B-8873-0A2EE6B0A388}" dt="2024-05-15T14:04:24.824" v="39" actId="478"/>
          <ac:spMkLst>
            <pc:docMk/>
            <pc:sldMk cId="560854086" sldId="2147378476"/>
            <ac:spMk id="10" creationId="{DA2D3ECC-B7CB-6653-33E1-75A3DA970898}"/>
          </ac:spMkLst>
        </pc:spChg>
        <pc:picChg chg="del">
          <ac:chgData name="Diana-Alexandra Stan" userId="2b14850f-a8de-4b8f-a1ca-aac948f0bd80" providerId="ADAL" clId="{ABEC9D42-81F6-4B8B-8873-0A2EE6B0A388}" dt="2024-05-15T14:04:25.593" v="40" actId="478"/>
          <ac:picMkLst>
            <pc:docMk/>
            <pc:sldMk cId="560854086" sldId="2147378476"/>
            <ac:picMk id="11" creationId="{FEC01301-0507-0121-FCF1-58EC421A36B4}"/>
          </ac:picMkLst>
        </pc:picChg>
      </pc:sldChg>
      <pc:sldChg chg="delSp mod">
        <pc:chgData name="Diana-Alexandra Stan" userId="2b14850f-a8de-4b8f-a1ca-aac948f0bd80" providerId="ADAL" clId="{ABEC9D42-81F6-4B8B-8873-0A2EE6B0A388}" dt="2024-05-15T13:58:01.188" v="35" actId="478"/>
        <pc:sldMkLst>
          <pc:docMk/>
          <pc:sldMk cId="840874942" sldId="2147378477"/>
        </pc:sldMkLst>
        <pc:spChg chg="del">
          <ac:chgData name="Diana-Alexandra Stan" userId="2b14850f-a8de-4b8f-a1ca-aac948f0bd80" providerId="ADAL" clId="{ABEC9D42-81F6-4B8B-8873-0A2EE6B0A388}" dt="2024-05-15T13:58:00.254" v="34" actId="478"/>
          <ac:spMkLst>
            <pc:docMk/>
            <pc:sldMk cId="840874942" sldId="2147378477"/>
            <ac:spMk id="10" creationId="{DA2D3ECC-B7CB-6653-33E1-75A3DA970898}"/>
          </ac:spMkLst>
        </pc:spChg>
        <pc:picChg chg="del">
          <ac:chgData name="Diana-Alexandra Stan" userId="2b14850f-a8de-4b8f-a1ca-aac948f0bd80" providerId="ADAL" clId="{ABEC9D42-81F6-4B8B-8873-0A2EE6B0A388}" dt="2024-05-15T13:58:01.188" v="35" actId="478"/>
          <ac:picMkLst>
            <pc:docMk/>
            <pc:sldMk cId="840874942" sldId="2147378477"/>
            <ac:picMk id="11" creationId="{FEC01301-0507-0121-FCF1-58EC421A36B4}"/>
          </ac:picMkLst>
        </pc:picChg>
      </pc:sldChg>
      <pc:sldChg chg="delSp modSp del mod">
        <pc:chgData name="Diana-Alexandra Stan" userId="2b14850f-a8de-4b8f-a1ca-aac948f0bd80" providerId="ADAL" clId="{ABEC9D42-81F6-4B8B-8873-0A2EE6B0A388}" dt="2024-05-15T14:10:18.443" v="79" actId="47"/>
        <pc:sldMkLst>
          <pc:docMk/>
          <pc:sldMk cId="4043005681" sldId="2147378658"/>
        </pc:sldMkLst>
        <pc:graphicFrameChg chg="modGraphic">
          <ac:chgData name="Diana-Alexandra Stan" userId="2b14850f-a8de-4b8f-a1ca-aac948f0bd80" providerId="ADAL" clId="{ABEC9D42-81F6-4B8B-8873-0A2EE6B0A388}" dt="2024-05-14T09:14:18.311" v="2" actId="2164"/>
          <ac:graphicFrameMkLst>
            <pc:docMk/>
            <pc:sldMk cId="4043005681" sldId="2147378658"/>
            <ac:graphicFrameMk id="12" creationId="{522A63A6-A142-41B5-93A1-EBB1D8DC7CFD}"/>
          </ac:graphicFrameMkLst>
        </pc:graphicFrameChg>
        <pc:picChg chg="del">
          <ac:chgData name="Diana-Alexandra Stan" userId="2b14850f-a8de-4b8f-a1ca-aac948f0bd80" providerId="ADAL" clId="{ABEC9D42-81F6-4B8B-8873-0A2EE6B0A388}" dt="2024-05-14T09:14:19.964" v="3" actId="478"/>
          <ac:picMkLst>
            <pc:docMk/>
            <pc:sldMk cId="4043005681" sldId="2147378658"/>
            <ac:picMk id="7" creationId="{DF2D1750-2F7D-7F86-BA24-20F3D1D91715}"/>
          </ac:picMkLst>
        </pc:picChg>
      </pc:sldChg>
      <pc:sldChg chg="new del">
        <pc:chgData name="Diana-Alexandra Stan" userId="2b14850f-a8de-4b8f-a1ca-aac948f0bd80" providerId="ADAL" clId="{ABEC9D42-81F6-4B8B-8873-0A2EE6B0A388}" dt="2024-05-15T14:06:25.873" v="50" actId="47"/>
        <pc:sldMkLst>
          <pc:docMk/>
          <pc:sldMk cId="707896562" sldId="2147378660"/>
        </pc:sldMkLst>
      </pc:sldChg>
      <pc:sldChg chg="new del">
        <pc:chgData name="Diana-Alexandra Stan" userId="2b14850f-a8de-4b8f-a1ca-aac948f0bd80" providerId="ADAL" clId="{ABEC9D42-81F6-4B8B-8873-0A2EE6B0A388}" dt="2024-05-15T14:07:23.615" v="73" actId="47"/>
        <pc:sldMkLst>
          <pc:docMk/>
          <pc:sldMk cId="758949734" sldId="2147378660"/>
        </pc:sldMkLst>
      </pc:sldChg>
      <pc:sldChg chg="modSp add del mod">
        <pc:chgData name="Diana-Alexandra Stan" userId="2b14850f-a8de-4b8f-a1ca-aac948f0bd80" providerId="ADAL" clId="{ABEC9D42-81F6-4B8B-8873-0A2EE6B0A388}" dt="2024-05-14T09:34:53.937" v="26" actId="2696"/>
        <pc:sldMkLst>
          <pc:docMk/>
          <pc:sldMk cId="873405070" sldId="2147378660"/>
        </pc:sldMkLst>
        <pc:spChg chg="mod">
          <ac:chgData name="Diana-Alexandra Stan" userId="2b14850f-a8de-4b8f-a1ca-aac948f0bd80" providerId="ADAL" clId="{ABEC9D42-81F6-4B8B-8873-0A2EE6B0A388}" dt="2024-05-14T09:33:55.861" v="24" actId="20577"/>
          <ac:spMkLst>
            <pc:docMk/>
            <pc:sldMk cId="873405070" sldId="2147378660"/>
            <ac:spMk id="7" creationId="{30EA6425-EB2C-4F05-158E-A6F703DAF560}"/>
          </ac:spMkLst>
        </pc:spChg>
      </pc:sldChg>
      <pc:sldChg chg="delSp modSp mod">
        <pc:chgData name="Diana-Alexandra Stan" userId="2b14850f-a8de-4b8f-a1ca-aac948f0bd80" providerId="ADAL" clId="{ABEC9D42-81F6-4B8B-8873-0A2EE6B0A388}" dt="2024-05-15T14:15:01.072" v="83" actId="1076"/>
        <pc:sldMkLst>
          <pc:docMk/>
          <pc:sldMk cId="1160057248" sldId="2147378660"/>
        </pc:sldMkLst>
        <pc:graphicFrameChg chg="modGraphic">
          <ac:chgData name="Diana-Alexandra Stan" userId="2b14850f-a8de-4b8f-a1ca-aac948f0bd80" providerId="ADAL" clId="{ABEC9D42-81F6-4B8B-8873-0A2EE6B0A388}" dt="2024-05-15T14:14:48.410" v="80" actId="2164"/>
          <ac:graphicFrameMkLst>
            <pc:docMk/>
            <pc:sldMk cId="1160057248" sldId="2147378660"/>
            <ac:graphicFrameMk id="12" creationId="{522A63A6-A142-41B5-93A1-EBB1D8DC7CFD}"/>
          </ac:graphicFrameMkLst>
        </pc:graphicFrameChg>
        <pc:picChg chg="del">
          <ac:chgData name="Diana-Alexandra Stan" userId="2b14850f-a8de-4b8f-a1ca-aac948f0bd80" providerId="ADAL" clId="{ABEC9D42-81F6-4B8B-8873-0A2EE6B0A388}" dt="2024-05-15T14:14:55.765" v="82" actId="478"/>
          <ac:picMkLst>
            <pc:docMk/>
            <pc:sldMk cId="1160057248" sldId="2147378660"/>
            <ac:picMk id="3" creationId="{C4407E16-2862-9402-F926-AFF0665C9233}"/>
          </ac:picMkLst>
        </pc:picChg>
        <pc:picChg chg="mod">
          <ac:chgData name="Diana-Alexandra Stan" userId="2b14850f-a8de-4b8f-a1ca-aac948f0bd80" providerId="ADAL" clId="{ABEC9D42-81F6-4B8B-8873-0A2EE6B0A388}" dt="2024-05-15T14:15:01.072" v="83" actId="1076"/>
          <ac:picMkLst>
            <pc:docMk/>
            <pc:sldMk cId="1160057248" sldId="2147378660"/>
            <ac:picMk id="7" creationId="{21E2981E-6F40-A2C8-28AE-B852A21B75B1}"/>
          </ac:picMkLst>
        </pc:picChg>
        <pc:picChg chg="del">
          <ac:chgData name="Diana-Alexandra Stan" userId="2b14850f-a8de-4b8f-a1ca-aac948f0bd80" providerId="ADAL" clId="{ABEC9D42-81F6-4B8B-8873-0A2EE6B0A388}" dt="2024-05-15T14:14:52.739" v="81" actId="478"/>
          <ac:picMkLst>
            <pc:docMk/>
            <pc:sldMk cId="1160057248" sldId="2147378660"/>
            <ac:picMk id="14" creationId="{3E00E60D-2E0F-C9B2-13CC-80F011C8B569}"/>
          </ac:picMkLst>
        </pc:picChg>
      </pc:sldChg>
      <pc:sldChg chg="new del">
        <pc:chgData name="Diana-Alexandra Stan" userId="2b14850f-a8de-4b8f-a1ca-aac948f0bd80" providerId="ADAL" clId="{ABEC9D42-81F6-4B8B-8873-0A2EE6B0A388}" dt="2024-05-15T14:05:50.647" v="45" actId="47"/>
        <pc:sldMkLst>
          <pc:docMk/>
          <pc:sldMk cId="3462172794" sldId="2147378660"/>
        </pc:sldMkLst>
      </pc:sldChg>
      <pc:sldChg chg="del">
        <pc:chgData name="Diana-Alexandra Stan" userId="2b14850f-a8de-4b8f-a1ca-aac948f0bd80" providerId="ADAL" clId="{ABEC9D42-81F6-4B8B-8873-0A2EE6B0A388}" dt="2024-05-15T14:04:35.237" v="42" actId="47"/>
        <pc:sldMkLst>
          <pc:docMk/>
          <pc:sldMk cId="4238660116" sldId="2147378660"/>
        </pc:sldMkLst>
      </pc:sldChg>
      <pc:sldChg chg="add del">
        <pc:chgData name="Diana-Alexandra Stan" userId="2b14850f-a8de-4b8f-a1ca-aac948f0bd80" providerId="ADAL" clId="{ABEC9D42-81F6-4B8B-8873-0A2EE6B0A388}" dt="2024-05-14T09:33:45.886" v="7"/>
        <pc:sldMkLst>
          <pc:docMk/>
          <pc:sldMk cId="4285291089" sldId="2147378660"/>
        </pc:sldMkLst>
      </pc:sldChg>
      <pc:sldChg chg="addSp delSp new del mod">
        <pc:chgData name="Diana-Alexandra Stan" userId="2b14850f-a8de-4b8f-a1ca-aac948f0bd80" providerId="ADAL" clId="{ABEC9D42-81F6-4B8B-8873-0A2EE6B0A388}" dt="2024-05-15T13:39:15.783" v="31" actId="47"/>
        <pc:sldMkLst>
          <pc:docMk/>
          <pc:sldMk cId="2296911869" sldId="2147378661"/>
        </pc:sldMkLst>
        <pc:graphicFrameChg chg="add del">
          <ac:chgData name="Diana-Alexandra Stan" userId="2b14850f-a8de-4b8f-a1ca-aac948f0bd80" providerId="ADAL" clId="{ABEC9D42-81F6-4B8B-8873-0A2EE6B0A388}" dt="2024-05-15T13:38:59.015" v="29" actId="478"/>
          <ac:graphicFrameMkLst>
            <pc:docMk/>
            <pc:sldMk cId="2296911869" sldId="2147378661"/>
            <ac:graphicFrameMk id="5" creationId="{01ABEB95-54AA-1183-50D9-69CBF59055C8}"/>
          </ac:graphicFrameMkLst>
        </pc:graphicFrameChg>
      </pc:sldChg>
      <pc:sldChg chg="delSp modSp add del mod">
        <pc:chgData name="Diana-Alexandra Stan" userId="2b14850f-a8de-4b8f-a1ca-aac948f0bd80" providerId="ADAL" clId="{ABEC9D42-81F6-4B8B-8873-0A2EE6B0A388}" dt="2024-05-15T14:04:31.523" v="41" actId="47"/>
        <pc:sldMkLst>
          <pc:docMk/>
          <pc:sldMk cId="182839367" sldId="2147378662"/>
        </pc:sldMkLst>
        <pc:graphicFrameChg chg="modGraphic">
          <ac:chgData name="Diana-Alexandra Stan" userId="2b14850f-a8de-4b8f-a1ca-aac948f0bd80" providerId="ADAL" clId="{ABEC9D42-81F6-4B8B-8873-0A2EE6B0A388}" dt="2024-05-15T13:39:22.066" v="32" actId="2164"/>
          <ac:graphicFrameMkLst>
            <pc:docMk/>
            <pc:sldMk cId="182839367" sldId="2147378662"/>
            <ac:graphicFrameMk id="12" creationId="{522A63A6-A142-41B5-93A1-EBB1D8DC7CFD}"/>
          </ac:graphicFrameMkLst>
        </pc:graphicFrameChg>
        <pc:picChg chg="del">
          <ac:chgData name="Diana-Alexandra Stan" userId="2b14850f-a8de-4b8f-a1ca-aac948f0bd80" providerId="ADAL" clId="{ABEC9D42-81F6-4B8B-8873-0A2EE6B0A388}" dt="2024-05-15T13:39:23.776" v="33" actId="478"/>
          <ac:picMkLst>
            <pc:docMk/>
            <pc:sldMk cId="182839367" sldId="2147378662"/>
            <ac:picMk id="3" creationId="{4EB66420-1FEF-2277-4563-AB4F99EBEEC2}"/>
          </ac:picMkLst>
        </pc:picChg>
      </pc:sldChg>
      <pc:sldChg chg="new del">
        <pc:chgData name="Diana-Alexandra Stan" userId="2b14850f-a8de-4b8f-a1ca-aac948f0bd80" providerId="ADAL" clId="{ABEC9D42-81F6-4B8B-8873-0A2EE6B0A388}" dt="2024-05-15T14:04:23.428" v="38" actId="47"/>
        <pc:sldMkLst>
          <pc:docMk/>
          <pc:sldMk cId="744371929" sldId="2147378663"/>
        </pc:sldMkLst>
      </pc:sldChg>
      <pc:sldChg chg="new del">
        <pc:chgData name="Diana-Alexandra Stan" userId="2b14850f-a8de-4b8f-a1ca-aac948f0bd80" providerId="ADAL" clId="{ABEC9D42-81F6-4B8B-8873-0A2EE6B0A388}" dt="2024-05-21T09:41:19.448" v="89" actId="47"/>
        <pc:sldMkLst>
          <pc:docMk/>
          <pc:sldMk cId="790569242" sldId="2147378720"/>
        </pc:sldMkLst>
      </pc:sldChg>
      <pc:sldChg chg="addSp delSp modSp add mod">
        <pc:chgData name="Diana-Alexandra Stan" userId="2b14850f-a8de-4b8f-a1ca-aac948f0bd80" providerId="ADAL" clId="{ABEC9D42-81F6-4B8B-8873-0A2EE6B0A388}" dt="2024-05-21T09:42:10.192" v="97" actId="113"/>
        <pc:sldMkLst>
          <pc:docMk/>
          <pc:sldMk cId="3975855007" sldId="2147378721"/>
        </pc:sldMkLst>
        <pc:spChg chg="del">
          <ac:chgData name="Diana-Alexandra Stan" userId="2b14850f-a8de-4b8f-a1ca-aac948f0bd80" providerId="ADAL" clId="{ABEC9D42-81F6-4B8B-8873-0A2EE6B0A388}" dt="2024-05-21T09:41:17.747" v="88" actId="478"/>
          <ac:spMkLst>
            <pc:docMk/>
            <pc:sldMk cId="3975855007" sldId="2147378721"/>
            <ac:spMk id="2" creationId="{4125BCEF-AEAA-A399-A48F-ED2906997D53}"/>
          </ac:spMkLst>
        </pc:spChg>
        <pc:spChg chg="add del mod">
          <ac:chgData name="Diana-Alexandra Stan" userId="2b14850f-a8de-4b8f-a1ca-aac948f0bd80" providerId="ADAL" clId="{ABEC9D42-81F6-4B8B-8873-0A2EE6B0A388}" dt="2024-05-21T09:41:21.370" v="90" actId="478"/>
          <ac:spMkLst>
            <pc:docMk/>
            <pc:sldMk cId="3975855007" sldId="2147378721"/>
            <ac:spMk id="5" creationId="{BED22ED2-E3CD-871E-FA4D-E00B6B410DA4}"/>
          </ac:spMkLst>
        </pc:spChg>
        <pc:graphicFrameChg chg="modGraphic">
          <ac:chgData name="Diana-Alexandra Stan" userId="2b14850f-a8de-4b8f-a1ca-aac948f0bd80" providerId="ADAL" clId="{ABEC9D42-81F6-4B8B-8873-0A2EE6B0A388}" dt="2024-05-21T09:42:10.192" v="97" actId="113"/>
          <ac:graphicFrameMkLst>
            <pc:docMk/>
            <pc:sldMk cId="3975855007" sldId="2147378721"/>
            <ac:graphicFrameMk id="7" creationId="{07A82FFD-C6E1-8E2C-3D8C-ECDB1C786C7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A171A1-F55B-4300-A18E-75AE39E64350}" type="datetimeFigureOut">
              <a:rPr lang="fr-FR" smtClean="0"/>
              <a:t>28/05/2024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6B738-3D5C-4851-BA0A-F593F390B820}" type="slidenum">
              <a:rPr lang="fr-FR" smtClean="0"/>
              <a:t>‹N°›</a:t>
            </a:fld>
            <a:endParaRPr lang="fr-FR"/>
          </a:p>
        </p:txBody>
      </p:sp>
    </p:spTree>
    <p:extLst>
      <p:ext uri="{BB962C8B-B14F-4D97-AF65-F5344CB8AC3E}">
        <p14:creationId xmlns:p14="http://schemas.microsoft.com/office/powerpoint/2010/main" val="3800726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_Ex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254361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627283" y="5292725"/>
            <a:ext cx="2937434" cy="1063625"/>
          </a:xfrm>
        </p:spPr>
        <p:txBody>
          <a:bodyPr/>
          <a:lstStyle>
            <a:lvl1pPr marL="0" indent="0">
              <a:buNone/>
              <a:defRPr sz="1600">
                <a:solidFill>
                  <a:schemeClr val="bg1"/>
                </a:solidFill>
              </a:defRPr>
            </a:lvl1pPr>
          </a:lstStyle>
          <a:p>
            <a:r>
              <a:rPr lang="fr-FR"/>
              <a:t>Insérer le logo client</a:t>
            </a:r>
          </a:p>
        </p:txBody>
      </p:sp>
      <p:pic>
        <p:nvPicPr>
          <p:cNvPr id="5" name="Graphic 2">
            <a:extLst>
              <a:ext uri="{FF2B5EF4-FFF2-40B4-BE49-F238E27FC236}">
                <a16:creationId xmlns:a16="http://schemas.microsoft.com/office/drawing/2014/main" id="{D741F203-39C2-8465-9E74-15F19FD3D5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38883" y="5292725"/>
            <a:ext cx="3128893" cy="1063625"/>
          </a:xfrm>
          <a:prstGeom prst="rect">
            <a:avLst/>
          </a:prstGeom>
        </p:spPr>
      </p:pic>
    </p:spTree>
    <p:extLst>
      <p:ext uri="{BB962C8B-B14F-4D97-AF65-F5344CB8AC3E}">
        <p14:creationId xmlns:p14="http://schemas.microsoft.com/office/powerpoint/2010/main" val="497042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nde gauche bleu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40509726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25C6E4F6-E88F-E84E-0950-25AFB4F532BB}"/>
              </a:ext>
            </a:extLst>
          </p:cNvPr>
          <p:cNvSpPr/>
          <p:nvPr/>
        </p:nvSpPr>
        <p:spPr>
          <a:xfrm>
            <a:off x="155574" y="152400"/>
            <a:ext cx="3378933"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a:lstStyle>
            <a:lvl1pPr>
              <a:defRPr>
                <a:solidFill>
                  <a:schemeClr val="bg1"/>
                </a:solidFill>
              </a:defRPr>
            </a:lvl1pPr>
          </a:lstStyle>
          <a:p>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40474"/>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7620"/>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mj-lt"/>
                <a:ea typeface="+mn-ea"/>
                <a:cs typeface="+mn-cs"/>
              </a:rPr>
              <a:t>© ACI partners | Confidentiel </a:t>
            </a:r>
          </a:p>
        </p:txBody>
      </p:sp>
      <p:sp>
        <p:nvSpPr>
          <p:cNvPr id="9" name="Espace réservé du contenu 11">
            <a:extLst>
              <a:ext uri="{FF2B5EF4-FFF2-40B4-BE49-F238E27FC236}">
                <a16:creationId xmlns:a16="http://schemas.microsoft.com/office/drawing/2014/main" id="{0195042A-90D0-34D6-C22D-45B6A12E2BEA}"/>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9181369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e de titre_In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145923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pic>
        <p:nvPicPr>
          <p:cNvPr id="9" name="Graphic 2">
            <a:extLst>
              <a:ext uri="{FF2B5EF4-FFF2-40B4-BE49-F238E27FC236}">
                <a16:creationId xmlns:a16="http://schemas.microsoft.com/office/drawing/2014/main" id="{E6D46E39-FB99-4BF4-B965-51E1513752D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04563" y="4818826"/>
            <a:ext cx="5285016" cy="1796570"/>
          </a:xfrm>
          <a:prstGeom prst="rect">
            <a:avLst/>
          </a:prstGeom>
        </p:spPr>
      </p:pic>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Tree>
    <p:extLst>
      <p:ext uri="{BB962C8B-B14F-4D97-AF65-F5344CB8AC3E}">
        <p14:creationId xmlns:p14="http://schemas.microsoft.com/office/powerpoint/2010/main" val="3944283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nde gauche gris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420955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70FB9975-02E6-5AA9-F3E3-25070AE0C3B8}"/>
              </a:ext>
            </a:extLst>
          </p:cNvPr>
          <p:cNvSpPr/>
          <p:nvPr/>
        </p:nvSpPr>
        <p:spPr>
          <a:xfrm>
            <a:off x="155574" y="152399"/>
            <a:ext cx="3378933" cy="65532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lIns="91440" tIns="45720" rIns="91440" bIns="45720" rtlCol="0" anchor="t">
            <a:noAutofit/>
          </a:bodyPr>
          <a:lstStyle>
            <a:lvl1pPr>
              <a:defRPr lang="fr-FR" dirty="0"/>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39417"/>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a:xfrm>
            <a:off x="11219530" y="6340475"/>
            <a:ext cx="591470" cy="365125"/>
          </a:xfrm>
        </p:spPr>
        <p:txBody>
          <a:bodyPr/>
          <a:lstStyle/>
          <a:p>
            <a:fld id="{BE9517EC-C298-4848-B090-11602D956FCE}" type="slidenum">
              <a:rPr lang="fr-FR" smtClean="0"/>
              <a:pPr/>
              <a:t>‹N°›</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6563"/>
            <a:ext cx="1723549" cy="230832"/>
          </a:xfrm>
          <a:prstGeom prst="rect">
            <a:avLst/>
          </a:prstGeom>
          <a:noFill/>
        </p:spPr>
        <p:txBody>
          <a:bodyPr wrap="none" rtlCol="0" anchor="ctr">
            <a:spAutoFit/>
          </a:bodyPr>
          <a:lstStyle>
            <a:defPPr>
              <a:defRPr lang="fr-FR"/>
            </a:defPPr>
            <a:lvl1pPr marR="0" lvl="0" indent="0" fontAlgn="auto">
              <a:lnSpc>
                <a:spcPct val="100000"/>
              </a:lnSpc>
              <a:spcBef>
                <a:spcPts val="0"/>
              </a:spcBef>
              <a:spcAft>
                <a:spcPts val="0"/>
              </a:spcAft>
              <a:buClrTx/>
              <a:buSzTx/>
              <a:buFontTx/>
              <a:buNone/>
              <a:tabLst/>
              <a:defRPr kumimoji="0" sz="900" b="0" i="0" u="none" strike="noStrike" cap="none" spc="0" normalizeH="0" baseline="0">
                <a:ln>
                  <a:noFill/>
                </a:ln>
                <a:solidFill>
                  <a:schemeClr val="tx2"/>
                </a:solidFill>
                <a:effectLst/>
                <a:uLnTx/>
                <a:uFillTx/>
                <a:latin typeface="Raleway Light" panose="020B0003030101060003" pitchFamily="34" charset="0"/>
              </a:defRPr>
            </a:lvl1pPr>
          </a:lstStyle>
          <a:p>
            <a:pPr lvl="0"/>
            <a:r>
              <a:rPr lang="fr-FR" noProof="0">
                <a:latin typeface="+mj-lt"/>
              </a:rPr>
              <a:t>© ACI partners | Confidentiel </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15975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nde bleue à droit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741017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CF30EC56-780E-456D-F690-0606D4ED1B3A}"/>
              </a:ext>
            </a:extLst>
          </p:cNvPr>
          <p:cNvSpPr/>
          <p:nvPr/>
        </p:nvSpPr>
        <p:spPr>
          <a:xfrm>
            <a:off x="9504486" y="152401"/>
            <a:ext cx="2531939" cy="6548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a:xfrm>
            <a:off x="380997" y="485693"/>
            <a:ext cx="904195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a:xfrm>
            <a:off x="2104549" y="6340476"/>
            <a:ext cx="7318401" cy="360000"/>
          </a:xfrm>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a:xfrm>
            <a:off x="11219530" y="6340475"/>
            <a:ext cx="591470" cy="360001"/>
          </a:xfrm>
        </p:spPr>
        <p:txBody>
          <a:bodyPr/>
          <a:lstStyle>
            <a:lvl1pPr>
              <a:defRPr>
                <a:solidFill>
                  <a:schemeClr val="bg1"/>
                </a:solidFill>
              </a:defRPr>
            </a:lvl1pPr>
          </a:lstStyle>
          <a:p>
            <a:fld id="{BE9517EC-C298-4848-B090-11602D956FCE}"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9041953" cy="360000"/>
          </a:xfrm>
        </p:spPr>
        <p:txBody>
          <a:bodyPr anchor="t">
            <a:noAutofit/>
          </a:bodyPr>
          <a:lstStyle>
            <a:lvl1pPr marL="0" indent="0">
              <a:buNone/>
              <a:defRPr sz="1600">
                <a:solidFill>
                  <a:schemeClr val="tx2"/>
                </a:solidFill>
                <a:latin typeface="+mj-lt"/>
              </a:defRPr>
            </a:lvl1pPr>
          </a:lstStyle>
          <a:p>
            <a:pPr lvl="0"/>
            <a:r>
              <a:rPr lang="fr-FR"/>
              <a:t>Sous titre</a:t>
            </a:r>
          </a:p>
        </p:txBody>
      </p:sp>
      <p:pic>
        <p:nvPicPr>
          <p:cNvPr id="8" name="Graphic 12">
            <a:extLst>
              <a:ext uri="{FF2B5EF4-FFF2-40B4-BE49-F238E27FC236}">
                <a16:creationId xmlns:a16="http://schemas.microsoft.com/office/drawing/2014/main" id="{D53CA171-068E-EDB1-7CF5-A2BB8CAEC11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22950" y="6232787"/>
            <a:ext cx="1796580" cy="610723"/>
          </a:xfrm>
          <a:prstGeom prst="rect">
            <a:avLst/>
          </a:prstGeom>
        </p:spPr>
      </p:pic>
      <p:sp>
        <p:nvSpPr>
          <p:cNvPr id="9" name="Espace réservé du contenu 11">
            <a:extLst>
              <a:ext uri="{FF2B5EF4-FFF2-40B4-BE49-F238E27FC236}">
                <a16:creationId xmlns:a16="http://schemas.microsoft.com/office/drawing/2014/main" id="{B8E04866-5B0C-A17E-298A-637EC30BB1CD}"/>
              </a:ext>
            </a:extLst>
          </p:cNvPr>
          <p:cNvSpPr>
            <a:spLocks noGrp="1"/>
          </p:cNvSpPr>
          <p:nvPr>
            <p:ph sz="quarter" idx="12"/>
          </p:nvPr>
        </p:nvSpPr>
        <p:spPr>
          <a:xfrm>
            <a:off x="380997" y="1825624"/>
            <a:ext cx="9041952"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197273557"/>
      </p:ext>
    </p:extLst>
  </p:cSld>
  <p:clrMapOvr>
    <a:masterClrMapping/>
  </p:clrMapOvr>
  <p:extLst>
    <p:ext uri="{DCECCB84-F9BA-43D5-87BE-67443E8EF086}">
      <p15:sldGuideLst xmlns:p15="http://schemas.microsoft.com/office/powerpoint/2012/main">
        <p15:guide id="2" orient="horz" pos="422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graphicFrame>
        <p:nvGraphicFramePr>
          <p:cNvPr id="10" name="Objet 9" hidden="1">
            <a:extLst>
              <a:ext uri="{FF2B5EF4-FFF2-40B4-BE49-F238E27FC236}">
                <a16:creationId xmlns:a16="http://schemas.microsoft.com/office/drawing/2014/main" id="{05A7B304-0FC6-A7CA-FA84-47B4F0706119}"/>
              </a:ext>
            </a:extLst>
          </p:cNvPr>
          <p:cNvGraphicFramePr>
            <a:graphicFrameLocks noChangeAspect="1"/>
          </p:cNvGraphicFramePr>
          <p:nvPr>
            <p:custDataLst>
              <p:tags r:id="rId1"/>
            </p:custDataLst>
            <p:extLst>
              <p:ext uri="{D42A27DB-BD31-4B8C-83A1-F6EECF244321}">
                <p14:modId xmlns:p14="http://schemas.microsoft.com/office/powerpoint/2010/main" val="12559535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10" name="Objet 9" hidden="1">
                        <a:extLst>
                          <a:ext uri="{FF2B5EF4-FFF2-40B4-BE49-F238E27FC236}">
                            <a16:creationId xmlns:a16="http://schemas.microsoft.com/office/drawing/2014/main" id="{05A7B304-0FC6-A7CA-FA84-47B4F070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54BAF359-327C-B4E8-9F79-27F34771BBEA}"/>
              </a:ext>
            </a:extLst>
          </p:cNvPr>
          <p:cNvSpPr>
            <a:spLocks noGrp="1"/>
          </p:cNvSpPr>
          <p:nvPr>
            <p:ph type="title" hasCustomPrompt="1"/>
          </p:nvPr>
        </p:nvSpPr>
        <p:spPr/>
        <p:txBody>
          <a:bodyPr vert="horz" anchor="t"/>
          <a:lstStyle>
            <a:lvl1pPr>
              <a:defRPr>
                <a:latin typeface="+mj-lt"/>
              </a:defRPr>
            </a:lvl1pPr>
          </a:lstStyle>
          <a:p>
            <a:r>
              <a:rPr lang="fr-FR"/>
              <a:t>Titre</a:t>
            </a:r>
          </a:p>
        </p:txBody>
      </p:sp>
      <p:sp>
        <p:nvSpPr>
          <p:cNvPr id="3" name="Espace réservé du pied de page 2">
            <a:extLst>
              <a:ext uri="{FF2B5EF4-FFF2-40B4-BE49-F238E27FC236}">
                <a16:creationId xmlns:a16="http://schemas.microsoft.com/office/drawing/2014/main" id="{3E6FB74B-9577-0CA4-476E-AF81AA57CDBE}"/>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527C0B86-BB50-84CF-E7B5-FAD5FB9A6B50}"/>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12" name="Espace réservé du contenu 11">
            <a:extLst>
              <a:ext uri="{FF2B5EF4-FFF2-40B4-BE49-F238E27FC236}">
                <a16:creationId xmlns:a16="http://schemas.microsoft.com/office/drawing/2014/main" id="{2541A85A-BD07-8F9E-3F4A-2FA68B1A9116}"/>
              </a:ext>
            </a:extLst>
          </p:cNvPr>
          <p:cNvSpPr>
            <a:spLocks noGrp="1"/>
          </p:cNvSpPr>
          <p:nvPr>
            <p:ph sz="quarter" idx="12"/>
          </p:nvPr>
        </p:nvSpPr>
        <p:spPr>
          <a:xfrm>
            <a:off x="380996" y="1825624"/>
            <a:ext cx="11430003"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3">
            <a:extLst>
              <a:ext uri="{FF2B5EF4-FFF2-40B4-BE49-F238E27FC236}">
                <a16:creationId xmlns:a16="http://schemas.microsoft.com/office/drawing/2014/main" id="{73C495DC-BFBC-1250-EA79-F47766C421FF}"/>
              </a:ext>
            </a:extLst>
          </p:cNvPr>
          <p:cNvSpPr>
            <a:spLocks noGrp="1"/>
          </p:cNvSpPr>
          <p:nvPr>
            <p:ph type="body" sz="quarter" idx="13" hasCustomPrompt="1"/>
          </p:nvPr>
        </p:nvSpPr>
        <p:spPr>
          <a:xfrm>
            <a:off x="380995" y="1106551"/>
            <a:ext cx="11430003" cy="360000"/>
          </a:xfrm>
        </p:spPr>
        <p:txBody>
          <a:bodyPr anchor="t">
            <a:noAutofit/>
          </a:bodyPr>
          <a:lstStyle>
            <a:lvl1pPr marL="0" indent="0">
              <a:buFont typeface="Arial" panose="020B0604020202020204" pitchFamily="34" charse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382865539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3608708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6" name="Espace réservé du texte 11">
            <a:extLst>
              <a:ext uri="{FF2B5EF4-FFF2-40B4-BE49-F238E27FC236}">
                <a16:creationId xmlns:a16="http://schemas.microsoft.com/office/drawing/2014/main" id="{C09F6E40-0B05-4D05-F386-EB73033D29DB}"/>
              </a:ext>
            </a:extLst>
          </p:cNvPr>
          <p:cNvSpPr>
            <a:spLocks noGrp="1"/>
          </p:cNvSpPr>
          <p:nvPr>
            <p:ph type="body" sz="quarter" idx="15" hasCustomPrompt="1"/>
          </p:nvPr>
        </p:nvSpPr>
        <p:spPr>
          <a:xfrm>
            <a:off x="6231005"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contenu 11">
            <a:extLst>
              <a:ext uri="{FF2B5EF4-FFF2-40B4-BE49-F238E27FC236}">
                <a16:creationId xmlns:a16="http://schemas.microsoft.com/office/drawing/2014/main" id="{922C5E9B-333D-AE2C-4982-73E30FAD37C9}"/>
              </a:ext>
            </a:extLst>
          </p:cNvPr>
          <p:cNvSpPr>
            <a:spLocks noGrp="1"/>
          </p:cNvSpPr>
          <p:nvPr>
            <p:ph sz="quarter" idx="16"/>
          </p:nvPr>
        </p:nvSpPr>
        <p:spPr>
          <a:xfrm>
            <a:off x="6231005"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6578109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ux contenus 1-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7870777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4241999" y="1106551"/>
            <a:ext cx="7569001"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4241999" y="1825624"/>
            <a:ext cx="7569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03887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eux contenus 2-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8399407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7641002"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6" y="1825624"/>
            <a:ext cx="7641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103000" y="1106551"/>
            <a:ext cx="3708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103000" y="1825624"/>
            <a:ext cx="3708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94958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rois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4096617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texte 11">
            <a:extLst>
              <a:ext uri="{FF2B5EF4-FFF2-40B4-BE49-F238E27FC236}">
                <a16:creationId xmlns:a16="http://schemas.microsoft.com/office/drawing/2014/main" id="{061B42E4-1FCD-A654-7B40-D184085DD133}"/>
              </a:ext>
            </a:extLst>
          </p:cNvPr>
          <p:cNvSpPr>
            <a:spLocks noGrp="1"/>
          </p:cNvSpPr>
          <p:nvPr>
            <p:ph type="body" sz="quarter" idx="15" hasCustomPrompt="1"/>
          </p:nvPr>
        </p:nvSpPr>
        <p:spPr>
          <a:xfrm>
            <a:off x="4205998"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1" name="Espace réservé du contenu 11">
            <a:extLst>
              <a:ext uri="{FF2B5EF4-FFF2-40B4-BE49-F238E27FC236}">
                <a16:creationId xmlns:a16="http://schemas.microsoft.com/office/drawing/2014/main" id="{5C41A9E7-AEDF-C9A6-A6FC-31C65E7147D2}"/>
              </a:ext>
            </a:extLst>
          </p:cNvPr>
          <p:cNvSpPr>
            <a:spLocks noGrp="1"/>
          </p:cNvSpPr>
          <p:nvPr>
            <p:ph sz="quarter" idx="16"/>
          </p:nvPr>
        </p:nvSpPr>
        <p:spPr>
          <a:xfrm>
            <a:off x="4205998"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031000"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031000"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333958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amp; sous titr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322878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11430003" cy="360000"/>
          </a:xfrm>
        </p:spPr>
        <p:txBody>
          <a:bodyPr anchor="t">
            <a:noAutofit/>
          </a:bodyPr>
          <a:lstStyle>
            <a:lvl1pPr marL="0" inden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235060468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e de couverture - 1">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B72EC17-0D72-371F-B7F7-6B24EF2DDF18}"/>
              </a:ext>
            </a:extLst>
          </p:cNvPr>
          <p:cNvSpPr/>
          <p:nvPr/>
        </p:nvSpPr>
        <p:spPr>
          <a:xfrm>
            <a:off x="5059649" y="152400"/>
            <a:ext cx="6977863"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6816424" y="3001630"/>
            <a:ext cx="3464313"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6816424" y="3684766"/>
            <a:ext cx="3464313" cy="242038"/>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2" name="Picture Placeholder 3">
            <a:extLst>
              <a:ext uri="{FF2B5EF4-FFF2-40B4-BE49-F238E27FC236}">
                <a16:creationId xmlns:a16="http://schemas.microsoft.com/office/drawing/2014/main" id="{DD8B5DCD-0FE5-F4AD-0455-D5B227CF482A}"/>
              </a:ext>
            </a:extLst>
          </p:cNvPr>
          <p:cNvSpPr>
            <a:spLocks noGrp="1"/>
          </p:cNvSpPr>
          <p:nvPr>
            <p:ph type="pic" sz="quarter" idx="33" hasCustomPrompt="1"/>
          </p:nvPr>
        </p:nvSpPr>
        <p:spPr>
          <a:xfrm>
            <a:off x="7385875" y="261954"/>
            <a:ext cx="2325411" cy="2433621"/>
          </a:xfrm>
        </p:spPr>
        <p:txBody>
          <a:bodyPr/>
          <a:lstStyle>
            <a:lvl1pPr marL="0" indent="0">
              <a:buNone/>
              <a:defRPr/>
            </a:lvl1pPr>
          </a:lstStyle>
          <a:p>
            <a:r>
              <a:rPr lang="fr-FR"/>
              <a:t> </a:t>
            </a:r>
          </a:p>
        </p:txBody>
      </p:sp>
      <p:sp>
        <p:nvSpPr>
          <p:cNvPr id="13" name="Text Placeholder 16">
            <a:extLst>
              <a:ext uri="{FF2B5EF4-FFF2-40B4-BE49-F238E27FC236}">
                <a16:creationId xmlns:a16="http://schemas.microsoft.com/office/drawing/2014/main" id="{504AF62D-622A-D8B8-3FE8-9BE1D7C55707}"/>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14" name="Text Placeholder 16">
            <a:extLst>
              <a:ext uri="{FF2B5EF4-FFF2-40B4-BE49-F238E27FC236}">
                <a16:creationId xmlns:a16="http://schemas.microsoft.com/office/drawing/2014/main" id="{7D877059-911D-4C8C-1E64-B46C382ACAEF}"/>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Tree>
    <p:extLst>
      <p:ext uri="{BB962C8B-B14F-4D97-AF65-F5344CB8AC3E}">
        <p14:creationId xmlns:p14="http://schemas.microsoft.com/office/powerpoint/2010/main" val="29636610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4e de couverture - 2">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14CA6A9-229C-B726-0D5C-A6028A87561D}"/>
              </a:ext>
            </a:extLst>
          </p:cNvPr>
          <p:cNvSpPr/>
          <p:nvPr/>
        </p:nvSpPr>
        <p:spPr>
          <a:xfrm>
            <a:off x="8547708" y="152400"/>
            <a:ext cx="348840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5" name="Rectangle 24">
            <a:extLst>
              <a:ext uri="{FF2B5EF4-FFF2-40B4-BE49-F238E27FC236}">
                <a16:creationId xmlns:a16="http://schemas.microsoft.com/office/drawing/2014/main" id="{FB72EC17-0D72-371F-B7F7-6B24EF2DDF18}"/>
              </a:ext>
            </a:extLst>
          </p:cNvPr>
          <p:cNvSpPr/>
          <p:nvPr/>
        </p:nvSpPr>
        <p:spPr>
          <a:xfrm>
            <a:off x="5059650" y="152400"/>
            <a:ext cx="3488060"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5164430"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5164622"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6" name="Picture Placeholder 3">
            <a:extLst>
              <a:ext uri="{FF2B5EF4-FFF2-40B4-BE49-F238E27FC236}">
                <a16:creationId xmlns:a16="http://schemas.microsoft.com/office/drawing/2014/main" id="{1E1B4779-6E96-2CA5-5365-456599D8CBFF}"/>
              </a:ext>
            </a:extLst>
          </p:cNvPr>
          <p:cNvSpPr>
            <a:spLocks noGrp="1"/>
          </p:cNvSpPr>
          <p:nvPr>
            <p:ph type="pic" sz="quarter" idx="32" hasCustomPrompt="1"/>
          </p:nvPr>
        </p:nvSpPr>
        <p:spPr>
          <a:xfrm>
            <a:off x="5652535" y="261954"/>
            <a:ext cx="2325411" cy="2433621"/>
          </a:xfrm>
        </p:spPr>
        <p:txBody>
          <a:bodyPr/>
          <a:lstStyle>
            <a:lvl1pPr marL="0" indent="0">
              <a:buNone/>
              <a:defRPr/>
            </a:lvl1pPr>
          </a:lstStyle>
          <a:p>
            <a:r>
              <a:rPr lang="fr-FR"/>
              <a:t> </a:t>
            </a:r>
          </a:p>
        </p:txBody>
      </p:sp>
      <p:sp>
        <p:nvSpPr>
          <p:cNvPr id="18" name="Picture Placeholder 3">
            <a:extLst>
              <a:ext uri="{FF2B5EF4-FFF2-40B4-BE49-F238E27FC236}">
                <a16:creationId xmlns:a16="http://schemas.microsoft.com/office/drawing/2014/main" id="{C7704363-0CA5-9867-A073-FE0383F81B1E}"/>
              </a:ext>
            </a:extLst>
          </p:cNvPr>
          <p:cNvSpPr>
            <a:spLocks noGrp="1"/>
          </p:cNvSpPr>
          <p:nvPr>
            <p:ph type="pic" sz="quarter" idx="33" hasCustomPrompt="1"/>
          </p:nvPr>
        </p:nvSpPr>
        <p:spPr>
          <a:xfrm>
            <a:off x="9129203" y="261954"/>
            <a:ext cx="2325411" cy="2433621"/>
          </a:xfrm>
        </p:spPr>
        <p:txBody>
          <a:bodyPr/>
          <a:lstStyle>
            <a:lvl1pPr marL="0" indent="0">
              <a:buNone/>
              <a:defRPr/>
            </a:lvl1pPr>
          </a:lstStyle>
          <a:p>
            <a:r>
              <a:rPr lang="fr-FR"/>
              <a:t> </a:t>
            </a:r>
          </a:p>
        </p:txBody>
      </p:sp>
      <p:sp>
        <p:nvSpPr>
          <p:cNvPr id="19" name="Text Placeholder 16">
            <a:extLst>
              <a:ext uri="{FF2B5EF4-FFF2-40B4-BE49-F238E27FC236}">
                <a16:creationId xmlns:a16="http://schemas.microsoft.com/office/drawing/2014/main" id="{D83F5E8D-DC34-CB01-5C9C-813B260B8915}"/>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20" name="Text Placeholder 16">
            <a:extLst>
              <a:ext uri="{FF2B5EF4-FFF2-40B4-BE49-F238E27FC236}">
                <a16:creationId xmlns:a16="http://schemas.microsoft.com/office/drawing/2014/main" id="{5C0554B0-77F5-A099-E6B3-4C58136521C5}"/>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9" name="Text Placeholder 14">
            <a:extLst>
              <a:ext uri="{FF2B5EF4-FFF2-40B4-BE49-F238E27FC236}">
                <a16:creationId xmlns:a16="http://schemas.microsoft.com/office/drawing/2014/main" id="{9E3DB172-92D7-C172-A50E-E0AD69B3B44B}"/>
              </a:ext>
            </a:extLst>
          </p:cNvPr>
          <p:cNvSpPr>
            <a:spLocks noGrp="1"/>
          </p:cNvSpPr>
          <p:nvPr>
            <p:ph type="body" sz="quarter" idx="34" hasCustomPrompt="1"/>
          </p:nvPr>
        </p:nvSpPr>
        <p:spPr>
          <a:xfrm>
            <a:off x="8652488"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32" name="Text Placeholder 18">
            <a:extLst>
              <a:ext uri="{FF2B5EF4-FFF2-40B4-BE49-F238E27FC236}">
                <a16:creationId xmlns:a16="http://schemas.microsoft.com/office/drawing/2014/main" id="{F88450C6-721F-B2DE-95DE-354A7DBC9906}"/>
              </a:ext>
            </a:extLst>
          </p:cNvPr>
          <p:cNvSpPr>
            <a:spLocks noGrp="1"/>
          </p:cNvSpPr>
          <p:nvPr>
            <p:ph type="body" sz="quarter" idx="35" hasCustomPrompt="1"/>
          </p:nvPr>
        </p:nvSpPr>
        <p:spPr>
          <a:xfrm>
            <a:off x="8652680"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Tree>
    <p:extLst>
      <p:ext uri="{BB962C8B-B14F-4D97-AF65-F5344CB8AC3E}">
        <p14:creationId xmlns:p14="http://schemas.microsoft.com/office/powerpoint/2010/main" val="198058618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e de couverture - 3">
    <p:spTree>
      <p:nvGrpSpPr>
        <p:cNvPr id="1" name=""/>
        <p:cNvGrpSpPr/>
        <p:nvPr/>
      </p:nvGrpSpPr>
      <p:grpSpPr>
        <a:xfrm>
          <a:off x="0" y="0"/>
          <a:ext cx="0" cy="0"/>
          <a:chOff x="0" y="0"/>
          <a:chExt cx="0" cy="0"/>
        </a:xfrm>
      </p:grpSpPr>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ext Placeholder 16">
            <a:extLst>
              <a:ext uri="{FF2B5EF4-FFF2-40B4-BE49-F238E27FC236}">
                <a16:creationId xmlns:a16="http://schemas.microsoft.com/office/drawing/2014/main" id="{FAA9235A-9DEE-240D-62CA-3BB48AA0E804}"/>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8" name="Text Placeholder 16">
            <a:extLst>
              <a:ext uri="{FF2B5EF4-FFF2-40B4-BE49-F238E27FC236}">
                <a16:creationId xmlns:a16="http://schemas.microsoft.com/office/drawing/2014/main" id="{9FF93BCF-02C7-5B52-B82D-E8ED9FA8B91E}"/>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3" name="Rectangle 22">
            <a:extLst>
              <a:ext uri="{FF2B5EF4-FFF2-40B4-BE49-F238E27FC236}">
                <a16:creationId xmlns:a16="http://schemas.microsoft.com/office/drawing/2014/main" id="{47BD2340-73DA-9C03-F51E-998F2842EFEC}"/>
              </a:ext>
            </a:extLst>
          </p:cNvPr>
          <p:cNvSpPr/>
          <p:nvPr/>
        </p:nvSpPr>
        <p:spPr>
          <a:xfrm>
            <a:off x="9711014" y="152399"/>
            <a:ext cx="2325411" cy="6553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4" name="Rectangle 23">
            <a:extLst>
              <a:ext uri="{FF2B5EF4-FFF2-40B4-BE49-F238E27FC236}">
                <a16:creationId xmlns:a16="http://schemas.microsoft.com/office/drawing/2014/main" id="{414CA6A9-229C-B726-0D5C-A6028A87561D}"/>
              </a:ext>
            </a:extLst>
          </p:cNvPr>
          <p:cNvSpPr/>
          <p:nvPr/>
        </p:nvSpPr>
        <p:spPr>
          <a:xfrm>
            <a:off x="7385603" y="152400"/>
            <a:ext cx="232541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5" name="Rectangle 24">
            <a:extLst>
              <a:ext uri="{FF2B5EF4-FFF2-40B4-BE49-F238E27FC236}">
                <a16:creationId xmlns:a16="http://schemas.microsoft.com/office/drawing/2014/main" id="{FB72EC17-0D72-371F-B7F7-6B24EF2DDF18}"/>
              </a:ext>
            </a:extLst>
          </p:cNvPr>
          <p:cNvSpPr/>
          <p:nvPr/>
        </p:nvSpPr>
        <p:spPr>
          <a:xfrm>
            <a:off x="5060192" y="152400"/>
            <a:ext cx="2325411"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mj-lt"/>
                <a:cs typeface="Arial" panose="020B0604020202020204" pitchFamily="34" charset="0"/>
              </a:rPr>
              <a:t> </a:t>
            </a:r>
          </a:p>
        </p:txBody>
      </p:sp>
      <p:sp>
        <p:nvSpPr>
          <p:cNvPr id="9" name="Text Placeholder 14">
            <a:extLst>
              <a:ext uri="{FF2B5EF4-FFF2-40B4-BE49-F238E27FC236}">
                <a16:creationId xmlns:a16="http://schemas.microsoft.com/office/drawing/2014/main" id="{9919C13D-903B-D43A-1004-108D8D4CAE7E}"/>
              </a:ext>
            </a:extLst>
          </p:cNvPr>
          <p:cNvSpPr>
            <a:spLocks noGrp="1"/>
          </p:cNvSpPr>
          <p:nvPr>
            <p:ph type="body" sz="quarter" idx="23" hasCustomPrompt="1"/>
          </p:nvPr>
        </p:nvSpPr>
        <p:spPr>
          <a:xfrm>
            <a:off x="5160829"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0" name="Text Placeholder 18">
            <a:extLst>
              <a:ext uri="{FF2B5EF4-FFF2-40B4-BE49-F238E27FC236}">
                <a16:creationId xmlns:a16="http://schemas.microsoft.com/office/drawing/2014/main" id="{C2AC75B3-5077-A8E7-F76B-E38A6BAA97DB}"/>
              </a:ext>
            </a:extLst>
          </p:cNvPr>
          <p:cNvSpPr>
            <a:spLocks noGrp="1"/>
          </p:cNvSpPr>
          <p:nvPr>
            <p:ph type="body" sz="quarter" idx="24" hasCustomPrompt="1"/>
          </p:nvPr>
        </p:nvSpPr>
        <p:spPr>
          <a:xfrm>
            <a:off x="5161013"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1" name="Text Placeholder 14">
            <a:extLst>
              <a:ext uri="{FF2B5EF4-FFF2-40B4-BE49-F238E27FC236}">
                <a16:creationId xmlns:a16="http://schemas.microsoft.com/office/drawing/2014/main" id="{307A97C8-3D95-3EBF-02A0-2FC800E6D247}"/>
              </a:ext>
            </a:extLst>
          </p:cNvPr>
          <p:cNvSpPr>
            <a:spLocks noGrp="1"/>
          </p:cNvSpPr>
          <p:nvPr>
            <p:ph type="body" sz="quarter" idx="19" hasCustomPrompt="1"/>
          </p:nvPr>
        </p:nvSpPr>
        <p:spPr>
          <a:xfrm>
            <a:off x="7486240"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2" name="Text Placeholder 18">
            <a:extLst>
              <a:ext uri="{FF2B5EF4-FFF2-40B4-BE49-F238E27FC236}">
                <a16:creationId xmlns:a16="http://schemas.microsoft.com/office/drawing/2014/main" id="{70FBE1A0-53D3-A6FE-FC6D-A8478AAC1B65}"/>
              </a:ext>
            </a:extLst>
          </p:cNvPr>
          <p:cNvSpPr>
            <a:spLocks noGrp="1"/>
          </p:cNvSpPr>
          <p:nvPr>
            <p:ph type="body" sz="quarter" idx="20" hasCustomPrompt="1"/>
          </p:nvPr>
        </p:nvSpPr>
        <p:spPr>
          <a:xfrm>
            <a:off x="7486424"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3" name="Text Placeholder 14">
            <a:extLst>
              <a:ext uri="{FF2B5EF4-FFF2-40B4-BE49-F238E27FC236}">
                <a16:creationId xmlns:a16="http://schemas.microsoft.com/office/drawing/2014/main" id="{BEC0B694-A32E-D8D4-5AEB-39330B9DBB2B}"/>
              </a:ext>
            </a:extLst>
          </p:cNvPr>
          <p:cNvSpPr>
            <a:spLocks noGrp="1"/>
          </p:cNvSpPr>
          <p:nvPr>
            <p:ph type="body" sz="quarter" idx="21" hasCustomPrompt="1"/>
          </p:nvPr>
        </p:nvSpPr>
        <p:spPr>
          <a:xfrm>
            <a:off x="9811651"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4" name="Text Placeholder 18">
            <a:extLst>
              <a:ext uri="{FF2B5EF4-FFF2-40B4-BE49-F238E27FC236}">
                <a16:creationId xmlns:a16="http://schemas.microsoft.com/office/drawing/2014/main" id="{2A1B7DB9-8E34-E736-7AD2-27C2B584495A}"/>
              </a:ext>
            </a:extLst>
          </p:cNvPr>
          <p:cNvSpPr>
            <a:spLocks noGrp="1"/>
          </p:cNvSpPr>
          <p:nvPr>
            <p:ph type="body" sz="quarter" idx="22" hasCustomPrompt="1"/>
          </p:nvPr>
        </p:nvSpPr>
        <p:spPr>
          <a:xfrm>
            <a:off x="9811835"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Picture Placeholder 3">
            <a:extLst>
              <a:ext uri="{FF2B5EF4-FFF2-40B4-BE49-F238E27FC236}">
                <a16:creationId xmlns:a16="http://schemas.microsoft.com/office/drawing/2014/main" id="{33707480-81A3-6CB5-CA74-7672CEA94145}"/>
              </a:ext>
            </a:extLst>
          </p:cNvPr>
          <p:cNvSpPr>
            <a:spLocks noGrp="1"/>
          </p:cNvSpPr>
          <p:nvPr>
            <p:ph type="pic" sz="quarter" idx="27" hasCustomPrompt="1"/>
          </p:nvPr>
        </p:nvSpPr>
        <p:spPr>
          <a:xfrm>
            <a:off x="9710471" y="261954"/>
            <a:ext cx="2325411" cy="2433621"/>
          </a:xfrm>
        </p:spPr>
        <p:txBody>
          <a:bodyPr/>
          <a:lstStyle>
            <a:lvl1pPr marL="0" indent="0">
              <a:buNone/>
              <a:defRPr/>
            </a:lvl1pPr>
          </a:lstStyle>
          <a:p>
            <a:r>
              <a:rPr lang="fr-FR"/>
              <a:t> </a:t>
            </a:r>
          </a:p>
        </p:txBody>
      </p:sp>
      <p:sp>
        <p:nvSpPr>
          <p:cNvPr id="30" name="Picture Placeholder 3">
            <a:extLst>
              <a:ext uri="{FF2B5EF4-FFF2-40B4-BE49-F238E27FC236}">
                <a16:creationId xmlns:a16="http://schemas.microsoft.com/office/drawing/2014/main" id="{A1A5CE3D-0051-E316-AF39-06D78C0D6351}"/>
              </a:ext>
            </a:extLst>
          </p:cNvPr>
          <p:cNvSpPr>
            <a:spLocks noGrp="1"/>
          </p:cNvSpPr>
          <p:nvPr>
            <p:ph type="pic" sz="quarter" idx="28" hasCustomPrompt="1"/>
          </p:nvPr>
        </p:nvSpPr>
        <p:spPr>
          <a:xfrm>
            <a:off x="7385060" y="261954"/>
            <a:ext cx="2325411" cy="2433621"/>
          </a:xfrm>
        </p:spPr>
        <p:txBody>
          <a:bodyPr/>
          <a:lstStyle>
            <a:lvl1pPr marL="0" indent="0">
              <a:buNone/>
              <a:defRPr/>
            </a:lvl1pPr>
          </a:lstStyle>
          <a:p>
            <a:r>
              <a:rPr lang="fr-FR"/>
              <a:t> </a:t>
            </a:r>
          </a:p>
        </p:txBody>
      </p:sp>
      <p:sp>
        <p:nvSpPr>
          <p:cNvPr id="31" name="Picture Placeholder 3">
            <a:extLst>
              <a:ext uri="{FF2B5EF4-FFF2-40B4-BE49-F238E27FC236}">
                <a16:creationId xmlns:a16="http://schemas.microsoft.com/office/drawing/2014/main" id="{0F88CFB0-191C-5F38-84E6-E8F622972A33}"/>
              </a:ext>
            </a:extLst>
          </p:cNvPr>
          <p:cNvSpPr>
            <a:spLocks noGrp="1"/>
          </p:cNvSpPr>
          <p:nvPr>
            <p:ph type="pic" sz="quarter" idx="29" hasCustomPrompt="1"/>
          </p:nvPr>
        </p:nvSpPr>
        <p:spPr>
          <a:xfrm>
            <a:off x="5059649" y="261954"/>
            <a:ext cx="2325411" cy="2433621"/>
          </a:xfrm>
        </p:spPr>
        <p:txBody>
          <a:bodyPr/>
          <a:lstStyle>
            <a:lvl1pPr marL="0" indent="0">
              <a:buNone/>
              <a:defRPr/>
            </a:lvl1pPr>
          </a:lstStyle>
          <a:p>
            <a:r>
              <a:rPr lang="fr-FR"/>
              <a:t> </a:t>
            </a:r>
          </a:p>
        </p:txBody>
      </p:sp>
      <p:pic>
        <p:nvPicPr>
          <p:cNvPr id="20" name="Graphic 26">
            <a:extLst>
              <a:ext uri="{FF2B5EF4-FFF2-40B4-BE49-F238E27FC236}">
                <a16:creationId xmlns:a16="http://schemas.microsoft.com/office/drawing/2014/main" id="{05496D6C-CD74-616D-FDD2-01CD0DD436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Tree>
    <p:extLst>
      <p:ext uri="{BB962C8B-B14F-4D97-AF65-F5344CB8AC3E}">
        <p14:creationId xmlns:p14="http://schemas.microsoft.com/office/powerpoint/2010/main" val="84343827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image" Target="../media/image3.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068B94B-670C-F133-CB86-3E259DD20AD6}"/>
              </a:ext>
            </a:extLst>
          </p:cNvPr>
          <p:cNvGraphicFramePr>
            <a:graphicFrameLocks noChangeAspect="1"/>
          </p:cNvGraphicFramePr>
          <p:nvPr>
            <p:custDataLst>
              <p:tags r:id="rId16"/>
            </p:custDataLst>
            <p:extLst>
              <p:ext uri="{D42A27DB-BD31-4B8C-83A1-F6EECF244321}">
                <p14:modId xmlns:p14="http://schemas.microsoft.com/office/powerpoint/2010/main" val="3873534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17" imgW="359" imgH="360" progId="TCLayout.ActiveDocument.1">
                  <p:embed/>
                </p:oleObj>
              </mc:Choice>
              <mc:Fallback>
                <p:oleObj name="Diapositive think-cell" r:id="rId17" imgW="359" imgH="360" progId="TCLayout.ActiveDocument.1">
                  <p:embed/>
                  <p:pic>
                    <p:nvPicPr>
                      <p:cNvPr id="9" name="Objet 8" hidden="1">
                        <a:extLst>
                          <a:ext uri="{FF2B5EF4-FFF2-40B4-BE49-F238E27FC236}">
                            <a16:creationId xmlns:a16="http://schemas.microsoft.com/office/drawing/2014/main" id="{B068B94B-670C-F133-CB86-3E259DD20AD6}"/>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D2AD48E1-B2D6-0FB1-1BBC-D92CA4BA4FD6}"/>
              </a:ext>
            </a:extLst>
          </p:cNvPr>
          <p:cNvSpPr>
            <a:spLocks noGrp="1"/>
          </p:cNvSpPr>
          <p:nvPr>
            <p:ph type="title"/>
          </p:nvPr>
        </p:nvSpPr>
        <p:spPr>
          <a:xfrm>
            <a:off x="380997" y="485693"/>
            <a:ext cx="11430003" cy="360000"/>
          </a:xfrm>
          <a:prstGeom prst="rect">
            <a:avLst/>
          </a:prstGeom>
        </p:spPr>
        <p:txBody>
          <a:bodyPr vert="horz" lIns="91440" tIns="45720" rIns="91440" bIns="45720" rtlCol="0" anchor="t">
            <a:noAutofit/>
          </a:bodyPr>
          <a:lstStyle/>
          <a:p>
            <a:r>
              <a:rPr lang="fr-FR"/>
              <a:t>Titre</a:t>
            </a:r>
          </a:p>
        </p:txBody>
      </p:sp>
      <p:sp>
        <p:nvSpPr>
          <p:cNvPr id="3" name="Espace réservé du texte 2">
            <a:extLst>
              <a:ext uri="{FF2B5EF4-FFF2-40B4-BE49-F238E27FC236}">
                <a16:creationId xmlns:a16="http://schemas.microsoft.com/office/drawing/2014/main" id="{80ECA95B-165B-9DA2-D8F5-BC9BCA12C9BB}"/>
              </a:ext>
            </a:extLst>
          </p:cNvPr>
          <p:cNvSpPr>
            <a:spLocks noGrp="1"/>
          </p:cNvSpPr>
          <p:nvPr>
            <p:ph type="body" idx="1"/>
          </p:nvPr>
        </p:nvSpPr>
        <p:spPr>
          <a:xfrm>
            <a:off x="380997" y="1825625"/>
            <a:ext cx="11430003" cy="4351338"/>
          </a:xfrm>
          <a:prstGeom prst="rect">
            <a:avLst/>
          </a:prstGeom>
        </p:spPr>
        <p:txBody>
          <a:bodyPr vert="horz" lIns="91440" tIns="45720" rIns="91440" bIns="4572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pied de page 4">
            <a:extLst>
              <a:ext uri="{FF2B5EF4-FFF2-40B4-BE49-F238E27FC236}">
                <a16:creationId xmlns:a16="http://schemas.microsoft.com/office/drawing/2014/main" id="{FDA6FC88-E0F2-E7D8-A6EE-622B5540EFF6}"/>
              </a:ext>
            </a:extLst>
          </p:cNvPr>
          <p:cNvSpPr>
            <a:spLocks noGrp="1"/>
          </p:cNvSpPr>
          <p:nvPr>
            <p:ph type="ftr" sz="quarter" idx="3"/>
          </p:nvPr>
        </p:nvSpPr>
        <p:spPr>
          <a:xfrm>
            <a:off x="2104549" y="6340475"/>
            <a:ext cx="7318401" cy="365125"/>
          </a:xfrm>
          <a:prstGeom prst="rect">
            <a:avLst/>
          </a:prstGeom>
        </p:spPr>
        <p:txBody>
          <a:bodyPr vert="horz" lIns="91440" tIns="45720" rIns="91440" bIns="45720" rtlCol="0" anchor="ctr"/>
          <a:lstStyle>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stStyle>
          <a:p>
            <a:endParaRPr lang="fr-FR"/>
          </a:p>
        </p:txBody>
      </p:sp>
      <p:sp>
        <p:nvSpPr>
          <p:cNvPr id="6" name="Espace réservé du numéro de diapositive 5">
            <a:extLst>
              <a:ext uri="{FF2B5EF4-FFF2-40B4-BE49-F238E27FC236}">
                <a16:creationId xmlns:a16="http://schemas.microsoft.com/office/drawing/2014/main" id="{8165DD3F-8A0A-C37D-6F0C-0CD7DA21FABB}"/>
              </a:ext>
            </a:extLst>
          </p:cNvPr>
          <p:cNvSpPr>
            <a:spLocks noGrp="1"/>
          </p:cNvSpPr>
          <p:nvPr>
            <p:ph type="sldNum" sz="quarter" idx="4"/>
          </p:nvPr>
        </p:nvSpPr>
        <p:spPr>
          <a:xfrm>
            <a:off x="11219530" y="6340475"/>
            <a:ext cx="591470" cy="365125"/>
          </a:xfrm>
          <a:prstGeom prst="rect">
            <a:avLst/>
          </a:prstGeom>
        </p:spPr>
        <p:txBody>
          <a:bodyPr vert="horz" lIns="91440" tIns="45720" rIns="91440" bIns="45720" rtlCol="0" anchor="ctr"/>
          <a:lstStyle>
            <a:lvl1pPr marL="0" algn="r" defTabSz="914400" rtl="0" eaLnBrk="1" latinLnBrk="0" hangingPunct="1">
              <a:defRPr kumimoji="0" lang="fr-FR" sz="900" b="0" i="0" u="none" strike="noStrike" kern="1200" cap="none" spc="0" normalizeH="0" baseline="0" smtClean="0">
                <a:ln>
                  <a:noFill/>
                </a:ln>
                <a:solidFill>
                  <a:schemeClr val="tx2"/>
                </a:solidFill>
                <a:effectLst/>
                <a:uLnTx/>
                <a:uFillTx/>
                <a:latin typeface="+mj-lt"/>
                <a:ea typeface="+mn-ea"/>
                <a:cs typeface="+mn-cs"/>
              </a:defRPr>
            </a:lvl1pPr>
          </a:lstStyle>
          <a:p>
            <a:fld id="{BE9517EC-C298-4848-B090-11602D956FCE}" type="slidenum">
              <a:rPr lang="fr-FR" smtClean="0"/>
              <a:pPr/>
              <a:t>‹N°›</a:t>
            </a:fld>
            <a:endParaRPr lang="fr-FR"/>
          </a:p>
        </p:txBody>
      </p:sp>
      <p:pic>
        <p:nvPicPr>
          <p:cNvPr id="17" name="Graphic 12">
            <a:extLst>
              <a:ext uri="{FF2B5EF4-FFF2-40B4-BE49-F238E27FC236}">
                <a16:creationId xmlns:a16="http://schemas.microsoft.com/office/drawing/2014/main" id="{EAE1AD28-E865-978A-DD49-D21AF449B74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422950" y="6232787"/>
            <a:ext cx="1796580" cy="610723"/>
          </a:xfrm>
          <a:prstGeom prst="rect">
            <a:avLst/>
          </a:prstGeom>
        </p:spPr>
      </p:pic>
      <p:sp>
        <p:nvSpPr>
          <p:cNvPr id="18" name="TextBox 8">
            <a:extLst>
              <a:ext uri="{FF2B5EF4-FFF2-40B4-BE49-F238E27FC236}">
                <a16:creationId xmlns:a16="http://schemas.microsoft.com/office/drawing/2014/main" id="{565B99EF-19E1-E906-69E0-E7404B75E831}"/>
              </a:ext>
            </a:extLst>
          </p:cNvPr>
          <p:cNvSpPr txBox="1"/>
          <p:nvPr/>
        </p:nvSpPr>
        <p:spPr>
          <a:xfrm>
            <a:off x="380997" y="6407621"/>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2"/>
                </a:solidFill>
                <a:effectLst/>
                <a:uLnTx/>
                <a:uFillTx/>
                <a:latin typeface="+mj-lt"/>
                <a:ea typeface="+mn-ea"/>
                <a:cs typeface="+mn-cs"/>
              </a:rPr>
              <a:t>© ACI partners | Confidentiel </a:t>
            </a:r>
          </a:p>
        </p:txBody>
      </p:sp>
    </p:spTree>
    <p:extLst>
      <p:ext uri="{BB962C8B-B14F-4D97-AF65-F5344CB8AC3E}">
        <p14:creationId xmlns:p14="http://schemas.microsoft.com/office/powerpoint/2010/main" val="3041499383"/>
      </p:ext>
    </p:extLst>
  </p:cSld>
  <p:clrMap bg1="lt1" tx1="dk1" bg2="lt2" tx2="dk2" accent1="accent1" accent2="accent2" accent3="accent3" accent4="accent4" accent5="accent5" accent6="accent6" hlink="hlink" folHlink="folHlink"/>
  <p:sldLayoutIdLst>
    <p:sldLayoutId id="2147483666" r:id="rId1"/>
    <p:sldLayoutId id="2147483652" r:id="rId2"/>
    <p:sldLayoutId id="2147483659" r:id="rId3"/>
    <p:sldLayoutId id="2147483653" r:id="rId4"/>
    <p:sldLayoutId id="2147483655" r:id="rId5"/>
    <p:sldLayoutId id="2147483649" r:id="rId6"/>
    <p:sldLayoutId id="2147483650" r:id="rId7"/>
    <p:sldLayoutId id="2147483663" r:id="rId8"/>
    <p:sldLayoutId id="2147483662" r:id="rId9"/>
    <p:sldLayoutId id="2147483657" r:id="rId10"/>
    <p:sldLayoutId id="2147483651" r:id="rId11"/>
    <p:sldLayoutId id="2147483661" r:id="rId12"/>
    <p:sldLayoutId id="2147483660" r:id="rId13"/>
    <p:sldLayoutId id="2147483656" r:id="rId14"/>
  </p:sldLayoutIdLst>
  <p:hf hdr="0" ftr="0" dt="0"/>
  <p:txStyles>
    <p:title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8">
          <p15:clr>
            <a:srgbClr val="F26B43"/>
          </p15:clr>
        </p15:guide>
        <p15:guide id="2" pos="7582">
          <p15:clr>
            <a:srgbClr val="F26B43"/>
          </p15:clr>
        </p15:guide>
        <p15:guide id="3" orient="horz" pos="96">
          <p15:clr>
            <a:srgbClr val="F26B43"/>
          </p15:clr>
        </p15:guide>
        <p15:guide id="4" orient="horz" pos="4224">
          <p15:clr>
            <a:srgbClr val="F26B43"/>
          </p15:clr>
        </p15:guide>
        <p15:guide id="5" pos="234">
          <p15:clr>
            <a:srgbClr val="F26B43"/>
          </p15:clr>
        </p15:guide>
        <p15:guide id="6" pos="74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1.xml"/><Relationship Id="rId1" Type="http://schemas.openxmlformats.org/officeDocument/2006/relationships/tags" Target="../tags/tag20.xml"/><Relationship Id="rId5" Type="http://schemas.openxmlformats.org/officeDocument/2006/relationships/image" Target="../media/image11.jpeg"/><Relationship Id="rId4" Type="http://schemas.openxmlformats.org/officeDocument/2006/relationships/image" Target="../media/image10.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1.xml"/><Relationship Id="rId1" Type="http://schemas.openxmlformats.org/officeDocument/2006/relationships/tags" Target="../tags/tag21.xml"/><Relationship Id="rId5" Type="http://schemas.openxmlformats.org/officeDocument/2006/relationships/image" Target="../media/image11.jpeg"/><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1.xml"/><Relationship Id="rId1" Type="http://schemas.openxmlformats.org/officeDocument/2006/relationships/tags" Target="../tags/tag22.xml"/><Relationship Id="rId5" Type="http://schemas.openxmlformats.org/officeDocument/2006/relationships/image" Target="../media/image11.jpeg"/><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3442781843"/>
              </p:ext>
            </p:extLst>
          </p:nvPr>
        </p:nvGraphicFramePr>
        <p:xfrm>
          <a:off x="361541" y="1808163"/>
          <a:ext cx="11430002" cy="4201939"/>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dirty="0">
                        <a:solidFill>
                          <a:schemeClr val="tx1"/>
                        </a:solidFill>
                        <a:latin typeface="+mn-lt"/>
                        <a:ea typeface="+mn-ea"/>
                        <a:cs typeface="+mn-cs"/>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endParaRPr lang="fr-FR" sz="1100" kern="1200" dirty="0">
                        <a:solidFill>
                          <a:schemeClr val="dk1"/>
                        </a:solidFill>
                        <a:latin typeface="+mn-lt"/>
                        <a:ea typeface="+mn-ea"/>
                        <a:cs typeface="Arial"/>
                      </a:endParaRPr>
                    </a:p>
                  </a:txBody>
                  <a:tcPr marL="68580" marR="68580" marT="0" marB="0"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Malakoff Humanis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dirty="0">
                          <a:solidFill>
                            <a:schemeClr val="tx1"/>
                          </a:solidFill>
                          <a:latin typeface="+mn-lt"/>
                          <a:ea typeface="+mn-ea"/>
                          <a:cs typeface="+mn-cs"/>
                        </a:rPr>
                        <a:t>MH a souhaité développer un score de vulnérabilité de ses entreprises et le mettre à disposition de l’ensemble de ses directions métiers pour mesurer et maitriser au mieux les effets potentiels de la crise économique en matière de cotisations non perçues, portabilité et hausse de la sinistralité</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Avec les équipes data, métiers et des experts, définition et construction des indicateurs pertinents dans l’appréciation de la vulnérabilité des entreprises clientes de Malakoff Humanis à partir de données internes et externes collectées, consolidées et croisées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Construction d’un MVP de tableau de bords contenant ces différents indices de vulnérabilité des entreprises en vision portefeuille et entreprise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Avec les métiers, analyse des différents processus métiers et définition des processus cible intégrant le score de vulnérabilité dans les différents « jalons » de prise de décision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Identification de nouvelles règles métiers intégrant ce score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Accompagnement opérationnel du déploiement des processus cible et formation des formateurs métiers à l’utilisation du score et des outils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11" name="Image 10" descr="Une image contenant dessin&#10;&#10;Description générée automatiquement">
            <a:extLst>
              <a:ext uri="{FF2B5EF4-FFF2-40B4-BE49-F238E27FC236}">
                <a16:creationId xmlns:a16="http://schemas.microsoft.com/office/drawing/2014/main" id="{C5333C12-6D35-3BB0-3352-E3E5FFEA26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826" y="3816220"/>
            <a:ext cx="1225819" cy="448300"/>
          </a:xfrm>
          <a:prstGeom prst="rect">
            <a:avLst/>
          </a:prstGeom>
        </p:spPr>
      </p:pic>
    </p:spTree>
    <p:extLst>
      <p:ext uri="{BB962C8B-B14F-4D97-AF65-F5344CB8AC3E}">
        <p14:creationId xmlns:p14="http://schemas.microsoft.com/office/powerpoint/2010/main" val="527228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2</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163344794"/>
              </p:ext>
            </p:extLst>
          </p:nvPr>
        </p:nvGraphicFramePr>
        <p:xfrm>
          <a:off x="381000" y="1825625"/>
          <a:ext cx="11430002" cy="4064430"/>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11444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Malakoff Humanis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r>
                        <a:rPr lang="fr-FR" sz="1100" b="0" i="0" u="none" strike="noStrike" dirty="0">
                          <a:solidFill>
                            <a:srgbClr val="000000"/>
                          </a:solidFill>
                          <a:effectLst/>
                          <a:latin typeface="Arial" panose="020B0604020202020204" pitchFamily="34" charset="0"/>
                        </a:rPr>
                        <a:t>Industrialisation d’un modèle de ciblage des prestations indûment payées et d’un score prédictif de la vulnérabilité des entreprises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t"/>
                      <a:r>
                        <a:rPr lang="fr-FR" sz="1100" b="0" i="0" u="none" strike="noStrike" dirty="0">
                          <a:solidFill>
                            <a:srgbClr val="000000"/>
                          </a:solidFill>
                          <a:effectLst/>
                          <a:latin typeface="Arial" panose="020B0604020202020204" pitchFamily="34" charset="0"/>
                        </a:rPr>
                        <a:t>• Coordination des travaux de fiabilisation et d’industrialisation des modèles et des flux</a:t>
                      </a:r>
                      <a:br>
                        <a:rPr lang="fr-FR" sz="1100" b="0" i="0" u="none" strike="noStrike" dirty="0">
                          <a:solidFill>
                            <a:srgbClr val="000000"/>
                          </a:solidFill>
                          <a:effectLst/>
                          <a:latin typeface="Arial" panose="020B0604020202020204" pitchFamily="34" charset="0"/>
                        </a:rPr>
                      </a:br>
                      <a:r>
                        <a:rPr lang="fr-FR" sz="1100" b="0" i="0" u="none" strike="noStrike" dirty="0">
                          <a:solidFill>
                            <a:srgbClr val="000000"/>
                          </a:solidFill>
                          <a:effectLst/>
                          <a:latin typeface="Arial" panose="020B0604020202020204" pitchFamily="34" charset="0"/>
                        </a:rPr>
                        <a:t>• Accompagnement des métiers dans la préparation des campagnes de recouvrement d’indus, dans l’utilisation des outils déployés et dans le pilotage de l’activité opérationnelle</a:t>
                      </a:r>
                      <a:br>
                        <a:rPr lang="fr-FR" sz="1100" b="0" i="0" u="none" strike="noStrike" dirty="0">
                          <a:solidFill>
                            <a:srgbClr val="000000"/>
                          </a:solidFill>
                          <a:effectLst/>
                          <a:latin typeface="Arial" panose="020B0604020202020204" pitchFamily="34" charset="0"/>
                        </a:rPr>
                      </a:br>
                      <a:r>
                        <a:rPr lang="fr-FR" sz="1100" b="0" i="0" u="none" strike="noStrike" dirty="0">
                          <a:solidFill>
                            <a:srgbClr val="000000"/>
                          </a:solidFill>
                          <a:effectLst/>
                          <a:latin typeface="Arial" panose="020B0604020202020204" pitchFamily="34" charset="0"/>
                        </a:rPr>
                        <a:t>• Design, spécification et livraison d’un formulaire accessible depuis l’Espace Client Particulier</a:t>
                      </a:r>
                      <a:br>
                        <a:rPr lang="fr-FR" sz="1100" b="0" i="0" u="none" strike="noStrike" dirty="0">
                          <a:solidFill>
                            <a:srgbClr val="000000"/>
                          </a:solidFill>
                          <a:effectLst/>
                          <a:latin typeface="Arial" panose="020B0604020202020204" pitchFamily="34" charset="0"/>
                        </a:rPr>
                      </a:br>
                      <a:r>
                        <a:rPr lang="fr-FR" sz="1100" b="0" i="0" u="none" strike="noStrike" dirty="0">
                          <a:solidFill>
                            <a:srgbClr val="000000"/>
                          </a:solidFill>
                          <a:effectLst/>
                          <a:latin typeface="Arial" panose="020B0604020202020204" pitchFamily="34" charset="0"/>
                        </a:rPr>
                        <a:t>• Réalisation de la documentation des deux projets (participation à un audit Positive AI)</a:t>
                      </a: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1301579">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Malakoff Humanis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r>
                        <a:rPr lang="fr-FR" sz="1100" b="0" i="0" u="none" strike="noStrike" dirty="0">
                          <a:solidFill>
                            <a:srgbClr val="000000"/>
                          </a:solidFill>
                          <a:effectLst/>
                          <a:latin typeface="Arial" panose="020B0604020202020204" pitchFamily="34" charset="0"/>
                        </a:rPr>
                        <a:t>Identification des personnes en ALD et statuts </a:t>
                      </a:r>
                      <a:r>
                        <a:rPr lang="fr-FR" sz="1100" b="0" i="0" u="none" strike="noStrike" dirty="0" err="1">
                          <a:solidFill>
                            <a:srgbClr val="000000"/>
                          </a:solidFill>
                          <a:effectLst/>
                          <a:latin typeface="Arial" panose="020B0604020202020204" pitchFamily="34" charset="0"/>
                        </a:rPr>
                        <a:t>éxonérants</a:t>
                      </a:r>
                      <a:endParaRPr lang="fr-FR" sz="11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R="0" lvl="0" algn="l" defTabSz="914400" rtl="0" eaLnBrk="1" fontAlgn="auto" latinLnBrk="0" hangingPunct="1">
                        <a:lnSpc>
                          <a:spcPct val="110000"/>
                        </a:lnSpc>
                        <a:spcAft>
                          <a:spcPts val="0"/>
                        </a:spcAft>
                        <a:buClr>
                          <a:srgbClr val="313F4F"/>
                        </a:buClr>
                        <a:buSzPts val="1000"/>
                        <a:tabLst/>
                        <a:defRPr/>
                      </a:pPr>
                      <a:r>
                        <a:rPr lang="fr-FR" sz="1100" dirty="0"/>
                        <a:t>Langage utilisé: SQL</a:t>
                      </a:r>
                    </a:p>
                    <a:p>
                      <a:pPr marL="171450" marR="0" lvl="0" indent="-171450" algn="l" defTabSz="914400" rtl="0" eaLnBrk="1" fontAlgn="auto" latinLnBrk="0" hangingPunct="1">
                        <a:lnSpc>
                          <a:spcPct val="110000"/>
                        </a:lnSpc>
                        <a:spcAft>
                          <a:spcPts val="0"/>
                        </a:spcAft>
                        <a:buClr>
                          <a:srgbClr val="313F4F"/>
                        </a:buClr>
                        <a:buSzPts val="1000"/>
                        <a:buFont typeface="Arial" panose="020B0604020202020204" pitchFamily="34" charset="0"/>
                        <a:buChar char="•"/>
                        <a:tabLst/>
                        <a:defRPr/>
                      </a:pPr>
                      <a:r>
                        <a:rPr lang="fr-FR" sz="1100" dirty="0"/>
                        <a:t>Identification des personnes en ALD (Affection Longue Durée) ou statuts exonérants </a:t>
                      </a:r>
                    </a:p>
                    <a:p>
                      <a:pPr marL="171450" marR="0" lvl="0" indent="-171450" algn="l" defTabSz="914400" rtl="0" eaLnBrk="1" fontAlgn="auto" latinLnBrk="0" hangingPunct="1">
                        <a:lnSpc>
                          <a:spcPct val="110000"/>
                        </a:lnSpc>
                        <a:spcAft>
                          <a:spcPts val="0"/>
                        </a:spcAft>
                        <a:buClr>
                          <a:srgbClr val="313F4F"/>
                        </a:buClr>
                        <a:buSzPts val="1000"/>
                        <a:buFont typeface="Arial" panose="020B0604020202020204" pitchFamily="34" charset="0"/>
                        <a:buChar char="•"/>
                        <a:tabLst/>
                        <a:defRPr/>
                      </a:pPr>
                      <a:r>
                        <a:rPr lang="fr-FR" sz="1100" dirty="0"/>
                        <a:t>Création de score ou de modèle sous </a:t>
                      </a:r>
                      <a:r>
                        <a:rPr lang="fr-FR" sz="1100" dirty="0" err="1"/>
                        <a:t>Dataiku</a:t>
                      </a:r>
                      <a:r>
                        <a:rPr lang="fr-FR" sz="1100" dirty="0"/>
                        <a:t> DSS </a:t>
                      </a:r>
                    </a:p>
                    <a:p>
                      <a:pPr marL="171450" marR="0" lvl="0" indent="-171450" algn="l" defTabSz="914400" rtl="0" eaLnBrk="1" fontAlgn="auto" latinLnBrk="0" hangingPunct="1">
                        <a:lnSpc>
                          <a:spcPct val="110000"/>
                        </a:lnSpc>
                        <a:spcAft>
                          <a:spcPts val="0"/>
                        </a:spcAft>
                        <a:buClr>
                          <a:srgbClr val="313F4F"/>
                        </a:buClr>
                        <a:buSzPts val="1000"/>
                        <a:buFont typeface="Arial" panose="020B0604020202020204" pitchFamily="34" charset="0"/>
                        <a:buChar char="•"/>
                        <a:tabLst/>
                        <a:defRPr/>
                      </a:pPr>
                      <a:r>
                        <a:rPr lang="fr-FR" sz="1100" dirty="0"/>
                        <a:t>Implémentation de règles métiers via des tables de paramétrages </a:t>
                      </a:r>
                    </a:p>
                    <a:p>
                      <a:pPr marL="171450" marR="0" lvl="0" indent="-171450" algn="l" defTabSz="914400" rtl="0" eaLnBrk="1" fontAlgn="auto" latinLnBrk="0" hangingPunct="1">
                        <a:lnSpc>
                          <a:spcPct val="110000"/>
                        </a:lnSpc>
                        <a:spcAft>
                          <a:spcPts val="0"/>
                        </a:spcAft>
                        <a:buClr>
                          <a:srgbClr val="313F4F"/>
                        </a:buClr>
                        <a:buSzPts val="1000"/>
                        <a:buFont typeface="Arial" panose="020B0604020202020204" pitchFamily="34" charset="0"/>
                        <a:buChar char="•"/>
                        <a:tabLst/>
                        <a:defRPr/>
                      </a:pPr>
                      <a:r>
                        <a:rPr lang="fr-FR" sz="1100" dirty="0"/>
                        <a:t>Nettoyage de données et création d'indicateur </a:t>
                      </a:r>
                    </a:p>
                    <a:p>
                      <a:pPr marL="171450" marR="0" lvl="0" indent="-171450" algn="l" defTabSz="914400" rtl="0" eaLnBrk="1" fontAlgn="auto" latinLnBrk="0" hangingPunct="1">
                        <a:lnSpc>
                          <a:spcPct val="110000"/>
                        </a:lnSpc>
                        <a:spcAft>
                          <a:spcPts val="0"/>
                        </a:spcAft>
                        <a:buClr>
                          <a:srgbClr val="313F4F"/>
                        </a:buClr>
                        <a:buSzPts val="1000"/>
                        <a:buFont typeface="Arial" panose="020B0604020202020204" pitchFamily="34" charset="0"/>
                        <a:buChar char="•"/>
                        <a:tabLst/>
                        <a:defRPr/>
                      </a:pPr>
                      <a:r>
                        <a:rPr lang="fr-FR" sz="1100" dirty="0"/>
                        <a:t>Utilisation d'API pour récupérer ou pousser des données</a:t>
                      </a:r>
                      <a:endParaRPr lang="fr-FR" sz="1100" b="1" dirty="0">
                        <a:solidFill>
                          <a:srgbClr val="000000"/>
                        </a:solidFill>
                        <a:latin typeface="+mn-lt"/>
                        <a:sym typeface="Aria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r h="1301579">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100" b="0" i="0" u="none" strike="noStrike">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1450" marR="0" lvl="0" indent="-171450" algn="l" defTabSz="914400" rtl="0" eaLnBrk="1" fontAlgn="auto" latinLnBrk="0" hangingPunct="1">
                        <a:lnSpc>
                          <a:spcPct val="110000"/>
                        </a:lnSpc>
                        <a:spcAft>
                          <a:spcPts val="0"/>
                        </a:spcAft>
                        <a:buClr>
                          <a:srgbClr val="313F4F"/>
                        </a:buClr>
                        <a:buSzPts val="1000"/>
                        <a:buFont typeface="Arial" panose="020B0604020202020204" pitchFamily="34" charset="0"/>
                        <a:buChar char="•"/>
                        <a:tabLst/>
                        <a:defRPr/>
                      </a:pPr>
                      <a:endParaRPr lang="fr-FR" sz="1100" b="1" dirty="0">
                        <a:solidFill>
                          <a:srgbClr val="000000"/>
                        </a:solidFill>
                        <a:latin typeface="+mn-lt"/>
                        <a:sym typeface="Aria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730631887"/>
                  </a:ext>
                </a:extLst>
              </a:tr>
            </a:tbl>
          </a:graphicData>
        </a:graphic>
      </p:graphicFrame>
      <p:pic>
        <p:nvPicPr>
          <p:cNvPr id="6" name="Image 5" descr="Une image contenant dessin&#10;&#10;Description générée automatiquement">
            <a:extLst>
              <a:ext uri="{FF2B5EF4-FFF2-40B4-BE49-F238E27FC236}">
                <a16:creationId xmlns:a16="http://schemas.microsoft.com/office/drawing/2014/main" id="{20A80DFE-091A-F306-8687-A29B47C4CA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031" y="3698789"/>
            <a:ext cx="1312111" cy="479858"/>
          </a:xfrm>
          <a:prstGeom prst="rect">
            <a:avLst/>
          </a:prstGeom>
        </p:spPr>
      </p:pic>
      <p:pic>
        <p:nvPicPr>
          <p:cNvPr id="7" name="Image 6" descr="Une image contenant dessin&#10;&#10;Description générée automatiquement">
            <a:extLst>
              <a:ext uri="{FF2B5EF4-FFF2-40B4-BE49-F238E27FC236}">
                <a16:creationId xmlns:a16="http://schemas.microsoft.com/office/drawing/2014/main" id="{969BE04B-6264-4139-DFE1-291CECA851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031" y="2446483"/>
            <a:ext cx="1312111" cy="479858"/>
          </a:xfrm>
          <a:prstGeom prst="rect">
            <a:avLst/>
          </a:prstGeom>
        </p:spPr>
      </p:pic>
    </p:spTree>
    <p:extLst>
      <p:ext uri="{BB962C8B-B14F-4D97-AF65-F5344CB8AC3E}">
        <p14:creationId xmlns:p14="http://schemas.microsoft.com/office/powerpoint/2010/main" val="1356621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3</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1843116181"/>
              </p:ext>
            </p:extLst>
          </p:nvPr>
        </p:nvGraphicFramePr>
        <p:xfrm>
          <a:off x="381000" y="1825625"/>
          <a:ext cx="11430002" cy="412644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2624278">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Malakoff Humanis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r>
                        <a:rPr lang="fr-FR" sz="1100" dirty="0"/>
                        <a:t>Accompagnement dans le cadre des projets d’IA Générative</a:t>
                      </a:r>
                      <a:r>
                        <a:rPr lang="fr-FR" sz="1100" kern="1200" spc="-200" dirty="0">
                          <a:solidFill>
                            <a:schemeClr val="tx1"/>
                          </a:solidFill>
                          <a:latin typeface="+mn-lt"/>
                          <a:ea typeface="+mn-ea"/>
                          <a:cs typeface="+mn-cs"/>
                        </a:rPr>
                        <a:t>  / </a:t>
                      </a:r>
                      <a:r>
                        <a:rPr lang="fr-FR" sz="1100" dirty="0"/>
                        <a:t>Chefferie de projet IA générative</a:t>
                      </a:r>
                      <a:endParaRPr lang="fr-FR" sz="11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lvl="0" indent="0" algn="l" defTabSz="622300">
                        <a:lnSpc>
                          <a:spcPct val="90000"/>
                        </a:lnSpc>
                        <a:spcBef>
                          <a:spcPct val="0"/>
                        </a:spcBef>
                        <a:spcAft>
                          <a:spcPts val="0"/>
                        </a:spcAft>
                        <a:buFont typeface="+mj-lt"/>
                        <a:buNone/>
                      </a:pPr>
                      <a:r>
                        <a:rPr lang="fr-FR" sz="1050" i="1" u="sng" kern="1200" dirty="0">
                          <a:solidFill>
                            <a:srgbClr val="000000"/>
                          </a:solidFill>
                          <a:latin typeface="+mn-lt"/>
                          <a:ea typeface="+mn-ea"/>
                          <a:cs typeface="+mn-cs"/>
                        </a:rPr>
                        <a:t>Identification des cas d’usage et construction d’une feuille de route IA générative MH avec l’ensemble des acteurs concernés</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Animation des outils de recensement des besoins et opportunités d'exploitation de l'IA générative dans les métiers</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Production des supports et animation des ateliers d'idéation</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Animation de la veille sur l'IA Générative et des ressources contributrices</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Construction d’une roadmap produit priorisée et de la </a:t>
                      </a:r>
                      <a:r>
                        <a:rPr lang="fr-FR" sz="1000" kern="1200" dirty="0" err="1">
                          <a:solidFill>
                            <a:srgbClr val="000000"/>
                          </a:solidFill>
                          <a:latin typeface="+mn-lt"/>
                          <a:ea typeface="+mn-ea"/>
                          <a:cs typeface="+mn-cs"/>
                        </a:rPr>
                        <a:t>backlog</a:t>
                      </a:r>
                      <a:r>
                        <a:rPr lang="fr-FR" sz="1000" kern="1200" dirty="0">
                          <a:solidFill>
                            <a:srgbClr val="000000"/>
                          </a:solidFill>
                          <a:latin typeface="+mn-lt"/>
                          <a:ea typeface="+mn-ea"/>
                          <a:cs typeface="+mn-cs"/>
                        </a:rPr>
                        <a:t> correspondante </a:t>
                      </a:r>
                    </a:p>
                    <a:p>
                      <a:pPr marL="0" lvl="0" indent="0" algn="l" defTabSz="622300">
                        <a:lnSpc>
                          <a:spcPct val="90000"/>
                        </a:lnSpc>
                        <a:spcBef>
                          <a:spcPct val="0"/>
                        </a:spcBef>
                        <a:spcAft>
                          <a:spcPts val="0"/>
                        </a:spcAft>
                        <a:buFont typeface="+mj-lt"/>
                        <a:buNone/>
                      </a:pPr>
                      <a:r>
                        <a:rPr lang="fr-FR" sz="1050" i="1" u="sng" kern="1200" dirty="0">
                          <a:solidFill>
                            <a:srgbClr val="000000"/>
                          </a:solidFill>
                          <a:latin typeface="+mn-lt"/>
                          <a:ea typeface="+mn-ea"/>
                          <a:cs typeface="+mn-cs"/>
                        </a:rPr>
                        <a:t>Contribution à la l’instruction et au lancement des UC priorisés</a:t>
                      </a:r>
                    </a:p>
                    <a:p>
                      <a:pPr marL="228600" lvl="1" indent="-114300" algn="l" defTabSz="533400">
                        <a:lnSpc>
                          <a:spcPct val="90000"/>
                        </a:lnSpc>
                        <a:spcBef>
                          <a:spcPct val="0"/>
                        </a:spcBef>
                        <a:spcAft>
                          <a:spcPts val="0"/>
                        </a:spcAft>
                        <a:buClr>
                          <a:schemeClr val="tx2"/>
                        </a:buClr>
                        <a:buChar char="•"/>
                      </a:pPr>
                      <a:r>
                        <a:rPr lang="fr-FR" sz="1000" kern="1200" dirty="0">
                          <a:solidFill>
                            <a:srgbClr val="000000"/>
                          </a:solidFill>
                          <a:latin typeface="+mn-lt"/>
                          <a:ea typeface="+mn-ea"/>
                          <a:cs typeface="+mn-cs"/>
                        </a:rPr>
                        <a:t>Instruction des cas d’usage: analyse d'opportunité, création de valeur, brief produit, hypothèses à tester</a:t>
                      </a:r>
                    </a:p>
                    <a:p>
                      <a:pPr marL="228600" lvl="1" indent="-114300" algn="l" defTabSz="533400">
                        <a:lnSpc>
                          <a:spcPct val="90000"/>
                        </a:lnSpc>
                        <a:spcBef>
                          <a:spcPct val="0"/>
                        </a:spcBef>
                        <a:spcAft>
                          <a:spcPts val="0"/>
                        </a:spcAft>
                        <a:buClr>
                          <a:schemeClr val="tx2"/>
                        </a:buClr>
                        <a:buChar char="•"/>
                      </a:pPr>
                      <a:r>
                        <a:rPr lang="fr-FR" sz="1000" kern="1200" dirty="0">
                          <a:solidFill>
                            <a:srgbClr val="000000"/>
                          </a:solidFill>
                          <a:latin typeface="+mn-lt"/>
                          <a:ea typeface="+mn-ea"/>
                          <a:cs typeface="+mn-cs"/>
                        </a:rPr>
                        <a:t>Support à l'équipe produit (data, DSI et métier) sur les aspects de gouvernance, gestion de risque, métiers (ex. processus, RACI…) et technique (ex. infrastructure à mettre en place) pour les </a:t>
                      </a:r>
                      <a:r>
                        <a:rPr lang="fr-FR" sz="1000" kern="1200" dirty="0" err="1">
                          <a:solidFill>
                            <a:srgbClr val="000000"/>
                          </a:solidFill>
                          <a:latin typeface="+mn-lt"/>
                          <a:ea typeface="+mn-ea"/>
                          <a:cs typeface="+mn-cs"/>
                        </a:rPr>
                        <a:t>usecases</a:t>
                      </a:r>
                      <a:r>
                        <a:rPr lang="fr-FR" sz="1000" kern="1200" dirty="0">
                          <a:solidFill>
                            <a:srgbClr val="000000"/>
                          </a:solidFill>
                          <a:latin typeface="+mn-lt"/>
                          <a:ea typeface="+mn-ea"/>
                          <a:cs typeface="+mn-cs"/>
                        </a:rPr>
                        <a:t> retenus</a:t>
                      </a:r>
                    </a:p>
                    <a:p>
                      <a:pPr marL="0" lvl="0" indent="0" algn="l" defTabSz="622300">
                        <a:lnSpc>
                          <a:spcPct val="90000"/>
                        </a:lnSpc>
                        <a:spcBef>
                          <a:spcPct val="0"/>
                        </a:spcBef>
                        <a:spcAft>
                          <a:spcPts val="0"/>
                        </a:spcAft>
                        <a:buFont typeface="+mj-lt"/>
                        <a:buNone/>
                      </a:pPr>
                      <a:r>
                        <a:rPr lang="fr-FR" sz="1050" i="1" u="sng" kern="1200" dirty="0">
                          <a:solidFill>
                            <a:srgbClr val="000000"/>
                          </a:solidFill>
                          <a:latin typeface="+mn-lt"/>
                          <a:ea typeface="+mn-ea"/>
                          <a:cs typeface="+mn-cs"/>
                        </a:rPr>
                        <a:t>Animation des instances de gouvernance, de la communication et de la conduite du changement </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Production des supports d'animation des instances de gouvernance (COPIL, COMOP, ateliers de travail, compte-rendu)</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Animation du plan de communication et des éléments de conduite du changement à mettre en place (ex. supports de formation)</a:t>
                      </a: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1185334">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100" b="0" i="0" u="none" strike="noStrike">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R="0" lvl="0" algn="l" defTabSz="914400" rtl="0" eaLnBrk="1" fontAlgn="auto" latinLnBrk="0" hangingPunct="1">
                        <a:lnSpc>
                          <a:spcPct val="110000"/>
                        </a:lnSpc>
                        <a:spcAft>
                          <a:spcPts val="0"/>
                        </a:spcAft>
                        <a:buClr>
                          <a:srgbClr val="313F4F"/>
                        </a:buClr>
                        <a:buSzPts val="1000"/>
                        <a:tabLst/>
                        <a:defRPr/>
                      </a:pPr>
                      <a:endParaRPr lang="fr-FR" sz="1100" b="1" dirty="0">
                        <a:solidFill>
                          <a:srgbClr val="000000"/>
                        </a:solidFill>
                        <a:latin typeface="+mn-lt"/>
                        <a:sym typeface="Aria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7" name="Image 6" descr="Une image contenant dessin&#10;&#10;Description générée automatiquement">
            <a:extLst>
              <a:ext uri="{FF2B5EF4-FFF2-40B4-BE49-F238E27FC236}">
                <a16:creationId xmlns:a16="http://schemas.microsoft.com/office/drawing/2014/main" id="{969BE04B-6264-4139-DFE1-291CECA851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031" y="3115353"/>
            <a:ext cx="1312111" cy="479858"/>
          </a:xfrm>
          <a:prstGeom prst="rect">
            <a:avLst/>
          </a:prstGeom>
        </p:spPr>
      </p:pic>
    </p:spTree>
    <p:extLst>
      <p:ext uri="{BB962C8B-B14F-4D97-AF65-F5344CB8AC3E}">
        <p14:creationId xmlns:p14="http://schemas.microsoft.com/office/powerpoint/2010/main" val="31243639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NUM" val="6"/>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NUM" val="6"/>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NUM" val="6"/>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3 03_ACI partners">
  <a:themeElements>
    <a:clrScheme name="Personnalisé 5">
      <a:dk1>
        <a:srgbClr val="000000"/>
      </a:dk1>
      <a:lt1>
        <a:srgbClr val="FFFFFF"/>
      </a:lt1>
      <a:dk2>
        <a:srgbClr val="313F4F"/>
      </a:dk2>
      <a:lt2>
        <a:srgbClr val="F2F2F2"/>
      </a:lt2>
      <a:accent1>
        <a:srgbClr val="313F4F"/>
      </a:accent1>
      <a:accent2>
        <a:srgbClr val="425468"/>
      </a:accent2>
      <a:accent3>
        <a:srgbClr val="8295AE"/>
      </a:accent3>
      <a:accent4>
        <a:srgbClr val="678BA9"/>
      </a:accent4>
      <a:accent5>
        <a:srgbClr val="FA803D"/>
      </a:accent5>
      <a:accent6>
        <a:srgbClr val="FAEB37"/>
      </a:accent6>
      <a:hlink>
        <a:srgbClr val="8297B0"/>
      </a:hlink>
      <a:folHlink>
        <a:srgbClr val="678BA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3 03_ACI partners" id="{C2E85A24-EC8A-44BD-934F-B55D994E1818}" vid="{048C62D8-7484-4431-9444-855DECC00AE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662136d-f4c7-4ecd-aecf-392677ef4b39">
      <Terms xmlns="http://schemas.microsoft.com/office/infopath/2007/PartnerControls"/>
    </lcf76f155ced4ddcb4097134ff3c332f>
    <TaxCatchAll xmlns="5438b2ed-c33a-4943-80d4-1eb1a51ca64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EA5923CF42828478025696259AFA44C" ma:contentTypeVersion="13" ma:contentTypeDescription="Crée un document." ma:contentTypeScope="" ma:versionID="5e993e22e778ef09ecfb16d3fefdfc9f">
  <xsd:schema xmlns:xsd="http://www.w3.org/2001/XMLSchema" xmlns:xs="http://www.w3.org/2001/XMLSchema" xmlns:p="http://schemas.microsoft.com/office/2006/metadata/properties" xmlns:ns2="b662136d-f4c7-4ecd-aecf-392677ef4b39" xmlns:ns3="5438b2ed-c33a-4943-80d4-1eb1a51ca64d" targetNamespace="http://schemas.microsoft.com/office/2006/metadata/properties" ma:root="true" ma:fieldsID="c5619f54d5f07886a6273fdc4fba94ca" ns2:_="" ns3:_="">
    <xsd:import namespace="b662136d-f4c7-4ecd-aecf-392677ef4b39"/>
    <xsd:import namespace="5438b2ed-c33a-4943-80d4-1eb1a51ca6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62136d-f4c7-4ecd-aecf-392677ef4b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9c4cb228-3045-4ce0-a5ba-35060aea63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38b2ed-c33a-4943-80d4-1eb1a51ca64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9b42586-e577-452a-859a-b23ae595a161}" ma:internalName="TaxCatchAll" ma:showField="CatchAllData" ma:web="5438b2ed-c33a-4943-80d4-1eb1a51ca6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B2C9DB-0A57-4B63-9B2F-1F2577DE39DB}">
  <ds:schemaRefs>
    <ds:schemaRef ds:uri="4f6f44f4-5674-4c2b-bc40-55542a1e461f"/>
    <ds:schemaRef ds:uri="93f4ea96-aa74-42f7-9ee2-d0081040e0e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B9ACB53-1CA3-4596-AC99-84B5A83FABF1}"/>
</file>

<file path=customXml/itemProps3.xml><?xml version="1.0" encoding="utf-8"?>
<ds:datastoreItem xmlns:ds="http://schemas.openxmlformats.org/officeDocument/2006/customXml" ds:itemID="{1783928A-16BB-46DD-99FA-B3F8B6A54A9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Default Theme</Template>
  <TotalTime>0</TotalTime>
  <Words>579</Words>
  <Application>Microsoft Office PowerPoint</Application>
  <PresentationFormat>Grand écran</PresentationFormat>
  <Paragraphs>49</Paragraphs>
  <Slides>3</Slides>
  <Notes>0</Notes>
  <HiddenSlides>0</HiddenSlides>
  <MMClips>0</MMClips>
  <ScaleCrop>false</ScaleCrop>
  <HeadingPairs>
    <vt:vector size="8" baseType="variant">
      <vt:variant>
        <vt:lpstr>Polices utilisées</vt:lpstr>
      </vt:variant>
      <vt:variant>
        <vt:i4>3</vt:i4>
      </vt:variant>
      <vt:variant>
        <vt:lpstr>Thème</vt:lpstr>
      </vt:variant>
      <vt:variant>
        <vt:i4>1</vt:i4>
      </vt:variant>
      <vt:variant>
        <vt:lpstr>Serveurs OLE incorporés</vt:lpstr>
      </vt:variant>
      <vt:variant>
        <vt:i4>1</vt:i4>
      </vt:variant>
      <vt:variant>
        <vt:lpstr>Titres des diapositives</vt:lpstr>
      </vt:variant>
      <vt:variant>
        <vt:i4>3</vt:i4>
      </vt:variant>
    </vt:vector>
  </HeadingPairs>
  <TitlesOfParts>
    <vt:vector size="8" baseType="lpstr">
      <vt:lpstr>Arial</vt:lpstr>
      <vt:lpstr>Calibri</vt:lpstr>
      <vt:lpstr>Raleway</vt:lpstr>
      <vt:lpstr>2023 03_ACI partners</vt:lpstr>
      <vt:lpstr>Diapositive think-cell</vt:lpstr>
      <vt:lpstr>Extrait de nos références</vt:lpstr>
      <vt:lpstr>Extrait de nos références</vt:lpstr>
      <vt:lpstr>Extrait de nos références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Accelerate Collective Intelligence</dc:title>
  <dc:creator>Adrien Pina</dc:creator>
  <cp:lastModifiedBy>Héni BEN MRAD</cp:lastModifiedBy>
  <cp:revision>21</cp:revision>
  <dcterms:created xsi:type="dcterms:W3CDTF">2023-09-06T09:59:04Z</dcterms:created>
  <dcterms:modified xsi:type="dcterms:W3CDTF">2024-05-28T15:37:22Z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0x010100AEA5923CF42828478025696259AFA44C</vt:lpwstr>
  </property>
  <property fmtid="{D5CDD505-2E9C-101B-9397-08002B2CF9AE}" pid="4" name="Order">
    <vt:r8>1599400</vt:r8>
  </property>
  <property fmtid="{D5CDD505-2E9C-101B-9397-08002B2CF9AE}" pid="5" name="xd_Signature">
    <vt:bool>false</vt:bool>
  </property>
  <property fmtid="{D5CDD505-2E9C-101B-9397-08002B2CF9AE}" pid="6" name="SharedWithUsers">
    <vt:lpwstr>1456;#Diana-Alexandra Stan;#1333;#Laurent Wlodarczyk;#16;#Vincent Falgéras;#1359;#Catalin Irimia;#53;#Moïse Gueye;#12;#Adrien Pina;#32;#Damien Maniere</vt:lpwstr>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