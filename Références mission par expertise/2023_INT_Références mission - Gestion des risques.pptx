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heme/theme2.xml" ContentType="application/vnd.openxmlformats-officedocument.them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notesSlides/notesSlide1.xml" ContentType="application/vnd.openxmlformats-officedocument.presentationml.notesSlide+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9"/>
  </p:notesMasterIdLst>
  <p:sldIdLst>
    <p:sldId id="2147378322" r:id="rId5"/>
    <p:sldId id="2147378324" r:id="rId6"/>
    <p:sldId id="2147378323" r:id="rId7"/>
    <p:sldId id="2147378325" r:id="rId8"/>
    <p:sldId id="2147378326" r:id="rId9"/>
    <p:sldId id="2147378329" r:id="rId10"/>
    <p:sldId id="2147378330" r:id="rId11"/>
    <p:sldId id="2147378331" r:id="rId12"/>
    <p:sldId id="2147378332" r:id="rId13"/>
    <p:sldId id="2147378333" r:id="rId14"/>
    <p:sldId id="2147378334" r:id="rId15"/>
    <p:sldId id="2147378335" r:id="rId16"/>
    <p:sldId id="2147378338" r:id="rId17"/>
    <p:sldId id="2147378337" r:id="rId18"/>
  </p:sldIdLst>
  <p:sldSz cx="12192000" cy="6858000"/>
  <p:notesSz cx="6858000" cy="9144000"/>
  <p:custDataLst>
    <p:tags r:id="rId20"/>
  </p:custDataLst>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2" d="100"/>
          <a:sy n="92" d="100"/>
        </p:scale>
        <p:origin x="228" y="56"/>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ana-Alexandra Stan" userId="2b14850f-a8de-4b8f-a1ca-aac948f0bd80" providerId="ADAL" clId="{ABEC9D42-81F6-4B8B-8873-0A2EE6B0A388}"/>
    <pc:docChg chg="undo custSel addSld delSld modSld sldOrd addSection delSection modSection">
      <pc:chgData name="Diana-Alexandra Stan" userId="2b14850f-a8de-4b8f-a1ca-aac948f0bd80" providerId="ADAL" clId="{ABEC9D42-81F6-4B8B-8873-0A2EE6B0A388}" dt="2024-05-21T09:42:10.192" v="97" actId="113"/>
      <pc:docMkLst>
        <pc:docMk/>
      </pc:docMkLst>
      <pc:sldChg chg="modSp mod">
        <pc:chgData name="Diana-Alexandra Stan" userId="2b14850f-a8de-4b8f-a1ca-aac948f0bd80" providerId="ADAL" clId="{ABEC9D42-81F6-4B8B-8873-0A2EE6B0A388}" dt="2024-05-14T09:13:08.592" v="1" actId="14734"/>
        <pc:sldMkLst>
          <pc:docMk/>
          <pc:sldMk cId="4278805120" sldId="2147378330"/>
        </pc:sldMkLst>
      </pc:sldChg>
      <pc:sldChg chg="delSp modSp add mod">
        <pc:chgData name="Diana-Alexandra Stan" userId="2b14850f-a8de-4b8f-a1ca-aac948f0bd80" providerId="ADAL" clId="{ABEC9D42-81F6-4B8B-8873-0A2EE6B0A388}" dt="2024-05-15T14:06:40.677" v="61" actId="20577"/>
        <pc:sldMkLst>
          <pc:docMk/>
          <pc:sldMk cId="464417022" sldId="2147378467"/>
        </pc:sldMkLst>
      </pc:sldChg>
      <pc:sldChg chg="delSp modSp add mod">
        <pc:chgData name="Diana-Alexandra Stan" userId="2b14850f-a8de-4b8f-a1ca-aac948f0bd80" providerId="ADAL" clId="{ABEC9D42-81F6-4B8B-8873-0A2EE6B0A388}" dt="2024-05-15T14:07:36.775" v="78" actId="20577"/>
        <pc:sldMkLst>
          <pc:docMk/>
          <pc:sldMk cId="3457511368" sldId="2147378469"/>
        </pc:sldMkLst>
      </pc:sldChg>
      <pc:sldChg chg="delSp modSp add mod">
        <pc:chgData name="Diana-Alexandra Stan" userId="2b14850f-a8de-4b8f-a1ca-aac948f0bd80" providerId="ADAL" clId="{ABEC9D42-81F6-4B8B-8873-0A2EE6B0A388}" dt="2024-05-15T14:06:45.780" v="70" actId="20577"/>
        <pc:sldMkLst>
          <pc:docMk/>
          <pc:sldMk cId="4110961314" sldId="2147378470"/>
        </pc:sldMkLst>
      </pc:sldChg>
      <pc:sldChg chg="delSp add mod">
        <pc:chgData name="Diana-Alexandra Stan" userId="2b14850f-a8de-4b8f-a1ca-aac948f0bd80" providerId="ADAL" clId="{ABEC9D42-81F6-4B8B-8873-0A2EE6B0A388}" dt="2024-05-15T14:04:25.593" v="40" actId="478"/>
        <pc:sldMkLst>
          <pc:docMk/>
          <pc:sldMk cId="560854086" sldId="2147378476"/>
        </pc:sldMkLst>
      </pc:sldChg>
      <pc:sldChg chg="delSp mod">
        <pc:chgData name="Diana-Alexandra Stan" userId="2b14850f-a8de-4b8f-a1ca-aac948f0bd80" providerId="ADAL" clId="{ABEC9D42-81F6-4B8B-8873-0A2EE6B0A388}" dt="2024-05-15T13:58:01.188" v="35" actId="478"/>
        <pc:sldMkLst>
          <pc:docMk/>
          <pc:sldMk cId="840874942" sldId="2147378477"/>
        </pc:sldMkLst>
      </pc:sldChg>
      <pc:sldChg chg="delSp modSp del mod">
        <pc:chgData name="Diana-Alexandra Stan" userId="2b14850f-a8de-4b8f-a1ca-aac948f0bd80" providerId="ADAL" clId="{ABEC9D42-81F6-4B8B-8873-0A2EE6B0A388}" dt="2024-05-15T14:10:18.443" v="79" actId="47"/>
        <pc:sldMkLst>
          <pc:docMk/>
          <pc:sldMk cId="4043005681" sldId="2147378658"/>
        </pc:sldMkLst>
      </pc:sldChg>
      <pc:sldChg chg="new del">
        <pc:chgData name="Diana-Alexandra Stan" userId="2b14850f-a8de-4b8f-a1ca-aac948f0bd80" providerId="ADAL" clId="{ABEC9D42-81F6-4B8B-8873-0A2EE6B0A388}" dt="2024-05-15T14:06:25.873" v="50" actId="47"/>
        <pc:sldMkLst>
          <pc:docMk/>
          <pc:sldMk cId="707896562" sldId="2147378660"/>
        </pc:sldMkLst>
      </pc:sldChg>
      <pc:sldChg chg="new del">
        <pc:chgData name="Diana-Alexandra Stan" userId="2b14850f-a8de-4b8f-a1ca-aac948f0bd80" providerId="ADAL" clId="{ABEC9D42-81F6-4B8B-8873-0A2EE6B0A388}" dt="2024-05-15T14:07:23.615" v="73" actId="47"/>
        <pc:sldMkLst>
          <pc:docMk/>
          <pc:sldMk cId="758949734" sldId="2147378660"/>
        </pc:sldMkLst>
      </pc:sldChg>
      <pc:sldChg chg="modSp add del mod">
        <pc:chgData name="Diana-Alexandra Stan" userId="2b14850f-a8de-4b8f-a1ca-aac948f0bd80" providerId="ADAL" clId="{ABEC9D42-81F6-4B8B-8873-0A2EE6B0A388}" dt="2024-05-14T09:34:53.937" v="26" actId="2696"/>
        <pc:sldMkLst>
          <pc:docMk/>
          <pc:sldMk cId="873405070" sldId="2147378660"/>
        </pc:sldMkLst>
      </pc:sldChg>
      <pc:sldChg chg="delSp modSp mod">
        <pc:chgData name="Diana-Alexandra Stan" userId="2b14850f-a8de-4b8f-a1ca-aac948f0bd80" providerId="ADAL" clId="{ABEC9D42-81F6-4B8B-8873-0A2EE6B0A388}" dt="2024-05-15T14:15:01.072" v="83" actId="1076"/>
        <pc:sldMkLst>
          <pc:docMk/>
          <pc:sldMk cId="1160057248" sldId="2147378660"/>
        </pc:sldMkLst>
      </pc:sldChg>
      <pc:sldChg chg="new del">
        <pc:chgData name="Diana-Alexandra Stan" userId="2b14850f-a8de-4b8f-a1ca-aac948f0bd80" providerId="ADAL" clId="{ABEC9D42-81F6-4B8B-8873-0A2EE6B0A388}" dt="2024-05-15T14:05:50.647" v="45" actId="47"/>
        <pc:sldMkLst>
          <pc:docMk/>
          <pc:sldMk cId="3462172794" sldId="2147378660"/>
        </pc:sldMkLst>
      </pc:sldChg>
      <pc:sldChg chg="del">
        <pc:chgData name="Diana-Alexandra Stan" userId="2b14850f-a8de-4b8f-a1ca-aac948f0bd80" providerId="ADAL" clId="{ABEC9D42-81F6-4B8B-8873-0A2EE6B0A388}" dt="2024-05-15T14:04:35.237" v="42" actId="47"/>
        <pc:sldMkLst>
          <pc:docMk/>
          <pc:sldMk cId="4238660116" sldId="2147378660"/>
        </pc:sldMkLst>
      </pc:sldChg>
      <pc:sldChg chg="add del">
        <pc:chgData name="Diana-Alexandra Stan" userId="2b14850f-a8de-4b8f-a1ca-aac948f0bd80" providerId="ADAL" clId="{ABEC9D42-81F6-4B8B-8873-0A2EE6B0A388}" dt="2024-05-14T09:33:45.886" v="7"/>
        <pc:sldMkLst>
          <pc:docMk/>
          <pc:sldMk cId="4285291089" sldId="2147378660"/>
        </pc:sldMkLst>
      </pc:sldChg>
      <pc:sldChg chg="addSp delSp new del mod">
        <pc:chgData name="Diana-Alexandra Stan" userId="2b14850f-a8de-4b8f-a1ca-aac948f0bd80" providerId="ADAL" clId="{ABEC9D42-81F6-4B8B-8873-0A2EE6B0A388}" dt="2024-05-15T13:39:15.783" v="31" actId="47"/>
        <pc:sldMkLst>
          <pc:docMk/>
          <pc:sldMk cId="2296911869" sldId="2147378661"/>
        </pc:sldMkLst>
      </pc:sldChg>
      <pc:sldChg chg="delSp modSp add del mod">
        <pc:chgData name="Diana-Alexandra Stan" userId="2b14850f-a8de-4b8f-a1ca-aac948f0bd80" providerId="ADAL" clId="{ABEC9D42-81F6-4B8B-8873-0A2EE6B0A388}" dt="2024-05-15T14:04:31.523" v="41" actId="47"/>
        <pc:sldMkLst>
          <pc:docMk/>
          <pc:sldMk cId="182839367" sldId="2147378662"/>
        </pc:sldMkLst>
      </pc:sldChg>
      <pc:sldChg chg="new del">
        <pc:chgData name="Diana-Alexandra Stan" userId="2b14850f-a8de-4b8f-a1ca-aac948f0bd80" providerId="ADAL" clId="{ABEC9D42-81F6-4B8B-8873-0A2EE6B0A388}" dt="2024-05-15T14:04:23.428" v="38" actId="47"/>
        <pc:sldMkLst>
          <pc:docMk/>
          <pc:sldMk cId="744371929" sldId="2147378663"/>
        </pc:sldMkLst>
      </pc:sldChg>
      <pc:sldChg chg="new del">
        <pc:chgData name="Diana-Alexandra Stan" userId="2b14850f-a8de-4b8f-a1ca-aac948f0bd80" providerId="ADAL" clId="{ABEC9D42-81F6-4B8B-8873-0A2EE6B0A388}" dt="2024-05-21T09:41:19.448" v="89" actId="47"/>
        <pc:sldMkLst>
          <pc:docMk/>
          <pc:sldMk cId="790569242" sldId="2147378720"/>
        </pc:sldMkLst>
      </pc:sldChg>
      <pc:sldChg chg="addSp delSp modSp add mod">
        <pc:chgData name="Diana-Alexandra Stan" userId="2b14850f-a8de-4b8f-a1ca-aac948f0bd80" providerId="ADAL" clId="{ABEC9D42-81F6-4B8B-8873-0A2EE6B0A388}" dt="2024-05-21T09:42:10.192" v="97" actId="113"/>
        <pc:sldMkLst>
          <pc:docMk/>
          <pc:sldMk cId="3975855007" sldId="2147378721"/>
        </pc:sldMkLst>
      </pc:sldChg>
    </pc:docChg>
  </pc:docChgLst>
  <pc:docChgLst>
    <pc:chgData name="Héni BEN MRAD" userId="29e18123-af16-4e2b-8963-6a004e026def" providerId="ADAL" clId="{78E63A4E-AD4F-490C-8E4A-EEC435BAB616}"/>
    <pc:docChg chg="undo custSel addSld delSld modSld sldOrd modSection">
      <pc:chgData name="Héni BEN MRAD" userId="29e18123-af16-4e2b-8963-6a004e026def" providerId="ADAL" clId="{78E63A4E-AD4F-490C-8E4A-EEC435BAB616}" dt="2024-05-16T07:28:05.329" v="34"/>
      <pc:docMkLst>
        <pc:docMk/>
      </pc:docMkLst>
      <pc:sldChg chg="modSp mod">
        <pc:chgData name="Héni BEN MRAD" userId="29e18123-af16-4e2b-8963-6a004e026def" providerId="ADAL" clId="{78E63A4E-AD4F-490C-8E4A-EEC435BAB616}" dt="2024-05-15T08:31:24.252" v="1" actId="1076"/>
        <pc:sldMkLst>
          <pc:docMk/>
          <pc:sldMk cId="17159160" sldId="2147378656"/>
        </pc:sldMkLst>
      </pc:sldChg>
      <pc:sldChg chg="add">
        <pc:chgData name="Héni BEN MRAD" userId="29e18123-af16-4e2b-8963-6a004e026def" providerId="ADAL" clId="{78E63A4E-AD4F-490C-8E4A-EEC435BAB616}" dt="2024-05-16T07:06:45.009" v="4"/>
        <pc:sldMkLst>
          <pc:docMk/>
          <pc:sldMk cId="3229247021" sldId="2147378662"/>
        </pc:sldMkLst>
      </pc:sldChg>
      <pc:sldChg chg="add">
        <pc:chgData name="Héni BEN MRAD" userId="29e18123-af16-4e2b-8963-6a004e026def" providerId="ADAL" clId="{78E63A4E-AD4F-490C-8E4A-EEC435BAB616}" dt="2024-05-16T07:06:45.009" v="4"/>
        <pc:sldMkLst>
          <pc:docMk/>
          <pc:sldMk cId="3596813283" sldId="2147378663"/>
        </pc:sldMkLst>
      </pc:sldChg>
      <pc:sldChg chg="add">
        <pc:chgData name="Héni BEN MRAD" userId="29e18123-af16-4e2b-8963-6a004e026def" providerId="ADAL" clId="{78E63A4E-AD4F-490C-8E4A-EEC435BAB616}" dt="2024-05-16T07:06:45.009" v="4"/>
        <pc:sldMkLst>
          <pc:docMk/>
          <pc:sldMk cId="236498837" sldId="2147378664"/>
        </pc:sldMkLst>
      </pc:sldChg>
      <pc:sldChg chg="add">
        <pc:chgData name="Héni BEN MRAD" userId="29e18123-af16-4e2b-8963-6a004e026def" providerId="ADAL" clId="{78E63A4E-AD4F-490C-8E4A-EEC435BAB616}" dt="2024-05-16T07:06:45.009" v="4"/>
        <pc:sldMkLst>
          <pc:docMk/>
          <pc:sldMk cId="2553861569" sldId="2147378665"/>
        </pc:sldMkLst>
      </pc:sldChg>
      <pc:sldChg chg="add">
        <pc:chgData name="Héni BEN MRAD" userId="29e18123-af16-4e2b-8963-6a004e026def" providerId="ADAL" clId="{78E63A4E-AD4F-490C-8E4A-EEC435BAB616}" dt="2024-05-16T07:06:45.009" v="4"/>
        <pc:sldMkLst>
          <pc:docMk/>
          <pc:sldMk cId="578661884" sldId="2147378668"/>
        </pc:sldMkLst>
      </pc:sldChg>
      <pc:sldChg chg="add">
        <pc:chgData name="Héni BEN MRAD" userId="29e18123-af16-4e2b-8963-6a004e026def" providerId="ADAL" clId="{78E63A4E-AD4F-490C-8E4A-EEC435BAB616}" dt="2024-05-16T07:06:45.009" v="4"/>
        <pc:sldMkLst>
          <pc:docMk/>
          <pc:sldMk cId="405728382" sldId="2147378669"/>
        </pc:sldMkLst>
      </pc:sldChg>
      <pc:sldChg chg="add">
        <pc:chgData name="Héni BEN MRAD" userId="29e18123-af16-4e2b-8963-6a004e026def" providerId="ADAL" clId="{78E63A4E-AD4F-490C-8E4A-EEC435BAB616}" dt="2024-05-16T07:06:45.009" v="4"/>
        <pc:sldMkLst>
          <pc:docMk/>
          <pc:sldMk cId="443201548" sldId="2147378670"/>
        </pc:sldMkLst>
      </pc:sldChg>
      <pc:sldChg chg="add">
        <pc:chgData name="Héni BEN MRAD" userId="29e18123-af16-4e2b-8963-6a004e026def" providerId="ADAL" clId="{78E63A4E-AD4F-490C-8E4A-EEC435BAB616}" dt="2024-05-16T07:06:45.009" v="4"/>
        <pc:sldMkLst>
          <pc:docMk/>
          <pc:sldMk cId="3785727531" sldId="2147378672"/>
        </pc:sldMkLst>
      </pc:sldChg>
      <pc:sldChg chg="add">
        <pc:chgData name="Héni BEN MRAD" userId="29e18123-af16-4e2b-8963-6a004e026def" providerId="ADAL" clId="{78E63A4E-AD4F-490C-8E4A-EEC435BAB616}" dt="2024-05-16T07:06:45.009" v="4"/>
        <pc:sldMkLst>
          <pc:docMk/>
          <pc:sldMk cId="560049709" sldId="2147378673"/>
        </pc:sldMkLst>
      </pc:sldChg>
      <pc:sldChg chg="add">
        <pc:chgData name="Héni BEN MRAD" userId="29e18123-af16-4e2b-8963-6a004e026def" providerId="ADAL" clId="{78E63A4E-AD4F-490C-8E4A-EEC435BAB616}" dt="2024-05-16T07:07:24.590" v="5"/>
        <pc:sldMkLst>
          <pc:docMk/>
          <pc:sldMk cId="3600413362" sldId="2147378674"/>
        </pc:sldMkLst>
      </pc:sldChg>
      <pc:sldChg chg="add">
        <pc:chgData name="Héni BEN MRAD" userId="29e18123-af16-4e2b-8963-6a004e026def" providerId="ADAL" clId="{78E63A4E-AD4F-490C-8E4A-EEC435BAB616}" dt="2024-05-16T07:07:24.590" v="5"/>
        <pc:sldMkLst>
          <pc:docMk/>
          <pc:sldMk cId="4230165508" sldId="2147378676"/>
        </pc:sldMkLst>
      </pc:sldChg>
      <pc:sldChg chg="add">
        <pc:chgData name="Héni BEN MRAD" userId="29e18123-af16-4e2b-8963-6a004e026def" providerId="ADAL" clId="{78E63A4E-AD4F-490C-8E4A-EEC435BAB616}" dt="2024-05-16T07:07:24.590" v="5"/>
        <pc:sldMkLst>
          <pc:docMk/>
          <pc:sldMk cId="53351736" sldId="2147378678"/>
        </pc:sldMkLst>
      </pc:sldChg>
      <pc:sldChg chg="add">
        <pc:chgData name="Héni BEN MRAD" userId="29e18123-af16-4e2b-8963-6a004e026def" providerId="ADAL" clId="{78E63A4E-AD4F-490C-8E4A-EEC435BAB616}" dt="2024-05-16T07:07:24.590" v="5"/>
        <pc:sldMkLst>
          <pc:docMk/>
          <pc:sldMk cId="3481359237" sldId="2147378679"/>
        </pc:sldMkLst>
      </pc:sldChg>
      <pc:sldChg chg="add">
        <pc:chgData name="Héni BEN MRAD" userId="29e18123-af16-4e2b-8963-6a004e026def" providerId="ADAL" clId="{78E63A4E-AD4F-490C-8E4A-EEC435BAB616}" dt="2024-05-16T07:07:24.590" v="5"/>
        <pc:sldMkLst>
          <pc:docMk/>
          <pc:sldMk cId="3151729791" sldId="2147378681"/>
        </pc:sldMkLst>
      </pc:sldChg>
      <pc:sldChg chg="add">
        <pc:chgData name="Héni BEN MRAD" userId="29e18123-af16-4e2b-8963-6a004e026def" providerId="ADAL" clId="{78E63A4E-AD4F-490C-8E4A-EEC435BAB616}" dt="2024-05-16T07:07:24.590" v="5"/>
        <pc:sldMkLst>
          <pc:docMk/>
          <pc:sldMk cId="2425987383" sldId="2147378683"/>
        </pc:sldMkLst>
      </pc:sldChg>
      <pc:sldChg chg="add">
        <pc:chgData name="Héni BEN MRAD" userId="29e18123-af16-4e2b-8963-6a004e026def" providerId="ADAL" clId="{78E63A4E-AD4F-490C-8E4A-EEC435BAB616}" dt="2024-05-16T07:07:24.590" v="5"/>
        <pc:sldMkLst>
          <pc:docMk/>
          <pc:sldMk cId="2868947623" sldId="2147378684"/>
        </pc:sldMkLst>
      </pc:sldChg>
      <pc:sldChg chg="add">
        <pc:chgData name="Héni BEN MRAD" userId="29e18123-af16-4e2b-8963-6a004e026def" providerId="ADAL" clId="{78E63A4E-AD4F-490C-8E4A-EEC435BAB616}" dt="2024-05-16T07:07:24.590" v="5"/>
        <pc:sldMkLst>
          <pc:docMk/>
          <pc:sldMk cId="3882209703" sldId="2147378686"/>
        </pc:sldMkLst>
      </pc:sldChg>
      <pc:sldChg chg="add">
        <pc:chgData name="Héni BEN MRAD" userId="29e18123-af16-4e2b-8963-6a004e026def" providerId="ADAL" clId="{78E63A4E-AD4F-490C-8E4A-EEC435BAB616}" dt="2024-05-16T07:07:24.590" v="5"/>
        <pc:sldMkLst>
          <pc:docMk/>
          <pc:sldMk cId="3955142616" sldId="2147378687"/>
        </pc:sldMkLst>
      </pc:sldChg>
      <pc:sldChg chg="add">
        <pc:chgData name="Héni BEN MRAD" userId="29e18123-af16-4e2b-8963-6a004e026def" providerId="ADAL" clId="{78E63A4E-AD4F-490C-8E4A-EEC435BAB616}" dt="2024-05-16T07:07:24.590" v="5"/>
        <pc:sldMkLst>
          <pc:docMk/>
          <pc:sldMk cId="3199446170" sldId="2147378689"/>
        </pc:sldMkLst>
      </pc:sldChg>
      <pc:sldChg chg="add">
        <pc:chgData name="Héni BEN MRAD" userId="29e18123-af16-4e2b-8963-6a004e026def" providerId="ADAL" clId="{78E63A4E-AD4F-490C-8E4A-EEC435BAB616}" dt="2024-05-16T07:07:24.590" v="5"/>
        <pc:sldMkLst>
          <pc:docMk/>
          <pc:sldMk cId="3121991331" sldId="2147378690"/>
        </pc:sldMkLst>
      </pc:sldChg>
      <pc:sldChg chg="add del">
        <pc:chgData name="Héni BEN MRAD" userId="29e18123-af16-4e2b-8963-6a004e026def" providerId="ADAL" clId="{78E63A4E-AD4F-490C-8E4A-EEC435BAB616}" dt="2024-05-16T07:11:47.685" v="31"/>
        <pc:sldMkLst>
          <pc:docMk/>
          <pc:sldMk cId="92800247" sldId="2147378691"/>
        </pc:sldMkLst>
      </pc:sldChg>
      <pc:sldChg chg="add del">
        <pc:chgData name="Héni BEN MRAD" userId="29e18123-af16-4e2b-8963-6a004e026def" providerId="ADAL" clId="{78E63A4E-AD4F-490C-8E4A-EEC435BAB616}" dt="2024-05-16T07:10:15.912" v="8" actId="47"/>
        <pc:sldMkLst>
          <pc:docMk/>
          <pc:sldMk cId="484516163" sldId="2147378691"/>
        </pc:sldMkLst>
      </pc:sldChg>
      <pc:sldChg chg="add del">
        <pc:chgData name="Héni BEN MRAD" userId="29e18123-af16-4e2b-8963-6a004e026def" providerId="ADAL" clId="{78E63A4E-AD4F-490C-8E4A-EEC435BAB616}" dt="2024-05-16T07:11:47.685" v="31"/>
        <pc:sldMkLst>
          <pc:docMk/>
          <pc:sldMk cId="3327284772" sldId="2147378692"/>
        </pc:sldMkLst>
      </pc:sldChg>
      <pc:sldChg chg="add del">
        <pc:chgData name="Héni BEN MRAD" userId="29e18123-af16-4e2b-8963-6a004e026def" providerId="ADAL" clId="{78E63A4E-AD4F-490C-8E4A-EEC435BAB616}" dt="2024-05-16T07:10:17.555" v="9" actId="47"/>
        <pc:sldMkLst>
          <pc:docMk/>
          <pc:sldMk cId="3785935496" sldId="2147378692"/>
        </pc:sldMkLst>
      </pc:sldChg>
      <pc:sldChg chg="add del">
        <pc:chgData name="Héni BEN MRAD" userId="29e18123-af16-4e2b-8963-6a004e026def" providerId="ADAL" clId="{78E63A4E-AD4F-490C-8E4A-EEC435BAB616}" dt="2024-05-16T07:10:18.352" v="10" actId="47"/>
        <pc:sldMkLst>
          <pc:docMk/>
          <pc:sldMk cId="269473791" sldId="2147378693"/>
        </pc:sldMkLst>
      </pc:sldChg>
      <pc:sldChg chg="add del">
        <pc:chgData name="Héni BEN MRAD" userId="29e18123-af16-4e2b-8963-6a004e026def" providerId="ADAL" clId="{78E63A4E-AD4F-490C-8E4A-EEC435BAB616}" dt="2024-05-16T07:11:47.685" v="31"/>
        <pc:sldMkLst>
          <pc:docMk/>
          <pc:sldMk cId="456009956" sldId="2147378694"/>
        </pc:sldMkLst>
      </pc:sldChg>
      <pc:sldChg chg="add del">
        <pc:chgData name="Héni BEN MRAD" userId="29e18123-af16-4e2b-8963-6a004e026def" providerId="ADAL" clId="{78E63A4E-AD4F-490C-8E4A-EEC435BAB616}" dt="2024-05-16T07:10:19.166" v="11" actId="47"/>
        <pc:sldMkLst>
          <pc:docMk/>
          <pc:sldMk cId="1313836966" sldId="2147378694"/>
        </pc:sldMkLst>
      </pc:sldChg>
      <pc:sldChg chg="add del">
        <pc:chgData name="Héni BEN MRAD" userId="29e18123-af16-4e2b-8963-6a004e026def" providerId="ADAL" clId="{78E63A4E-AD4F-490C-8E4A-EEC435BAB616}" dt="2024-05-16T07:10:19.998" v="12" actId="47"/>
        <pc:sldMkLst>
          <pc:docMk/>
          <pc:sldMk cId="3333659444" sldId="2147378695"/>
        </pc:sldMkLst>
      </pc:sldChg>
      <pc:sldChg chg="add del">
        <pc:chgData name="Héni BEN MRAD" userId="29e18123-af16-4e2b-8963-6a004e026def" providerId="ADAL" clId="{78E63A4E-AD4F-490C-8E4A-EEC435BAB616}" dt="2024-05-16T07:10:20.664" v="13" actId="47"/>
        <pc:sldMkLst>
          <pc:docMk/>
          <pc:sldMk cId="1725248626" sldId="2147378696"/>
        </pc:sldMkLst>
      </pc:sldChg>
      <pc:sldChg chg="add del">
        <pc:chgData name="Héni BEN MRAD" userId="29e18123-af16-4e2b-8963-6a004e026def" providerId="ADAL" clId="{78E63A4E-AD4F-490C-8E4A-EEC435BAB616}" dt="2024-05-16T07:11:47.685" v="31"/>
        <pc:sldMkLst>
          <pc:docMk/>
          <pc:sldMk cId="2645575117" sldId="2147378696"/>
        </pc:sldMkLst>
      </pc:sldChg>
      <pc:sldChg chg="add del">
        <pc:chgData name="Héni BEN MRAD" userId="29e18123-af16-4e2b-8963-6a004e026def" providerId="ADAL" clId="{78E63A4E-AD4F-490C-8E4A-EEC435BAB616}" dt="2024-05-16T07:10:21.493" v="14" actId="47"/>
        <pc:sldMkLst>
          <pc:docMk/>
          <pc:sldMk cId="2244888204" sldId="2147378697"/>
        </pc:sldMkLst>
      </pc:sldChg>
      <pc:sldChg chg="add del">
        <pc:chgData name="Héni BEN MRAD" userId="29e18123-af16-4e2b-8963-6a004e026def" providerId="ADAL" clId="{78E63A4E-AD4F-490C-8E4A-EEC435BAB616}" dt="2024-05-16T07:10:22.179" v="15" actId="47"/>
        <pc:sldMkLst>
          <pc:docMk/>
          <pc:sldMk cId="149892603" sldId="2147378698"/>
        </pc:sldMkLst>
      </pc:sldChg>
      <pc:sldChg chg="add del">
        <pc:chgData name="Héni BEN MRAD" userId="29e18123-af16-4e2b-8963-6a004e026def" providerId="ADAL" clId="{78E63A4E-AD4F-490C-8E4A-EEC435BAB616}" dt="2024-05-16T07:11:47.685" v="31"/>
        <pc:sldMkLst>
          <pc:docMk/>
          <pc:sldMk cId="353131440" sldId="2147378698"/>
        </pc:sldMkLst>
      </pc:sldChg>
      <pc:sldChg chg="add del">
        <pc:chgData name="Héni BEN MRAD" userId="29e18123-af16-4e2b-8963-6a004e026def" providerId="ADAL" clId="{78E63A4E-AD4F-490C-8E4A-EEC435BAB616}" dt="2024-05-16T07:10:22.874" v="16" actId="47"/>
        <pc:sldMkLst>
          <pc:docMk/>
          <pc:sldMk cId="1058382084" sldId="2147378699"/>
        </pc:sldMkLst>
      </pc:sldChg>
      <pc:sldChg chg="add del">
        <pc:chgData name="Héni BEN MRAD" userId="29e18123-af16-4e2b-8963-6a004e026def" providerId="ADAL" clId="{78E63A4E-AD4F-490C-8E4A-EEC435BAB616}" dt="2024-05-16T07:10:23.492" v="17" actId="47"/>
        <pc:sldMkLst>
          <pc:docMk/>
          <pc:sldMk cId="1368798832" sldId="2147378700"/>
        </pc:sldMkLst>
      </pc:sldChg>
      <pc:sldChg chg="add del">
        <pc:chgData name="Héni BEN MRAD" userId="29e18123-af16-4e2b-8963-6a004e026def" providerId="ADAL" clId="{78E63A4E-AD4F-490C-8E4A-EEC435BAB616}" dt="2024-05-16T07:11:47.685" v="31"/>
        <pc:sldMkLst>
          <pc:docMk/>
          <pc:sldMk cId="2647934972" sldId="2147378700"/>
        </pc:sldMkLst>
      </pc:sldChg>
      <pc:sldChg chg="add del">
        <pc:chgData name="Héni BEN MRAD" userId="29e18123-af16-4e2b-8963-6a004e026def" providerId="ADAL" clId="{78E63A4E-AD4F-490C-8E4A-EEC435BAB616}" dt="2024-05-16T07:10:24.105" v="18" actId="47"/>
        <pc:sldMkLst>
          <pc:docMk/>
          <pc:sldMk cId="1216998310" sldId="2147378701"/>
        </pc:sldMkLst>
      </pc:sldChg>
      <pc:sldChg chg="add del">
        <pc:chgData name="Héni BEN MRAD" userId="29e18123-af16-4e2b-8963-6a004e026def" providerId="ADAL" clId="{78E63A4E-AD4F-490C-8E4A-EEC435BAB616}" dt="2024-05-16T07:11:47.685" v="31"/>
        <pc:sldMkLst>
          <pc:docMk/>
          <pc:sldMk cId="3436619141" sldId="2147378701"/>
        </pc:sldMkLst>
      </pc:sldChg>
      <pc:sldChg chg="add del">
        <pc:chgData name="Héni BEN MRAD" userId="29e18123-af16-4e2b-8963-6a004e026def" providerId="ADAL" clId="{78E63A4E-AD4F-490C-8E4A-EEC435BAB616}" dt="2024-05-16T07:10:24.817" v="19" actId="47"/>
        <pc:sldMkLst>
          <pc:docMk/>
          <pc:sldMk cId="92800247" sldId="2147378702"/>
        </pc:sldMkLst>
      </pc:sldChg>
      <pc:sldChg chg="add del">
        <pc:chgData name="Héni BEN MRAD" userId="29e18123-af16-4e2b-8963-6a004e026def" providerId="ADAL" clId="{78E63A4E-AD4F-490C-8E4A-EEC435BAB616}" dt="2024-05-16T07:11:47.685" v="31"/>
        <pc:sldMkLst>
          <pc:docMk/>
          <pc:sldMk cId="1453969738" sldId="2147378703"/>
        </pc:sldMkLst>
      </pc:sldChg>
      <pc:sldChg chg="add del">
        <pc:chgData name="Héni BEN MRAD" userId="29e18123-af16-4e2b-8963-6a004e026def" providerId="ADAL" clId="{78E63A4E-AD4F-490C-8E4A-EEC435BAB616}" dt="2024-05-16T07:10:25.399" v="20" actId="47"/>
        <pc:sldMkLst>
          <pc:docMk/>
          <pc:sldMk cId="3327284772" sldId="2147378703"/>
        </pc:sldMkLst>
      </pc:sldChg>
      <pc:sldChg chg="add del">
        <pc:chgData name="Héni BEN MRAD" userId="29e18123-af16-4e2b-8963-6a004e026def" providerId="ADAL" clId="{78E63A4E-AD4F-490C-8E4A-EEC435BAB616}" dt="2024-05-16T07:10:26.031" v="21" actId="47"/>
        <pc:sldMkLst>
          <pc:docMk/>
          <pc:sldMk cId="456009956" sldId="2147378704"/>
        </pc:sldMkLst>
      </pc:sldChg>
      <pc:sldChg chg="add del">
        <pc:chgData name="Héni BEN MRAD" userId="29e18123-af16-4e2b-8963-6a004e026def" providerId="ADAL" clId="{78E63A4E-AD4F-490C-8E4A-EEC435BAB616}" dt="2024-05-16T07:10:44.821" v="28"/>
        <pc:sldMkLst>
          <pc:docMk/>
          <pc:sldMk cId="395157167" sldId="2147378705"/>
        </pc:sldMkLst>
      </pc:sldChg>
      <pc:sldChg chg="add del">
        <pc:chgData name="Héni BEN MRAD" userId="29e18123-af16-4e2b-8963-6a004e026def" providerId="ADAL" clId="{78E63A4E-AD4F-490C-8E4A-EEC435BAB616}" dt="2024-05-16T07:11:03.057" v="30"/>
        <pc:sldMkLst>
          <pc:docMk/>
          <pc:sldMk cId="1981362468" sldId="2147378705"/>
        </pc:sldMkLst>
      </pc:sldChg>
      <pc:sldChg chg="add del">
        <pc:chgData name="Héni BEN MRAD" userId="29e18123-af16-4e2b-8963-6a004e026def" providerId="ADAL" clId="{78E63A4E-AD4F-490C-8E4A-EEC435BAB616}" dt="2024-05-16T07:10:26.660" v="22" actId="47"/>
        <pc:sldMkLst>
          <pc:docMk/>
          <pc:sldMk cId="2645575117" sldId="2147378705"/>
        </pc:sldMkLst>
      </pc:sldChg>
      <pc:sldChg chg="add del">
        <pc:chgData name="Héni BEN MRAD" userId="29e18123-af16-4e2b-8963-6a004e026def" providerId="ADAL" clId="{78E63A4E-AD4F-490C-8E4A-EEC435BAB616}" dt="2024-05-16T07:11:03.057" v="30"/>
        <pc:sldMkLst>
          <pc:docMk/>
          <pc:sldMk cId="66727073" sldId="2147378706"/>
        </pc:sldMkLst>
      </pc:sldChg>
      <pc:sldChg chg="add del">
        <pc:chgData name="Héni BEN MRAD" userId="29e18123-af16-4e2b-8963-6a004e026def" providerId="ADAL" clId="{78E63A4E-AD4F-490C-8E4A-EEC435BAB616}" dt="2024-05-16T07:10:27.279" v="23" actId="47"/>
        <pc:sldMkLst>
          <pc:docMk/>
          <pc:sldMk cId="353131440" sldId="2147378706"/>
        </pc:sldMkLst>
      </pc:sldChg>
      <pc:sldChg chg="add del">
        <pc:chgData name="Héni BEN MRAD" userId="29e18123-af16-4e2b-8963-6a004e026def" providerId="ADAL" clId="{78E63A4E-AD4F-490C-8E4A-EEC435BAB616}" dt="2024-05-16T07:10:44.821" v="28"/>
        <pc:sldMkLst>
          <pc:docMk/>
          <pc:sldMk cId="1186096818" sldId="2147378706"/>
        </pc:sldMkLst>
      </pc:sldChg>
      <pc:sldChg chg="add del">
        <pc:chgData name="Héni BEN MRAD" userId="29e18123-af16-4e2b-8963-6a004e026def" providerId="ADAL" clId="{78E63A4E-AD4F-490C-8E4A-EEC435BAB616}" dt="2024-05-16T07:10:28.168" v="24" actId="47"/>
        <pc:sldMkLst>
          <pc:docMk/>
          <pc:sldMk cId="2647934972" sldId="2147378707"/>
        </pc:sldMkLst>
      </pc:sldChg>
      <pc:sldChg chg="add del">
        <pc:chgData name="Héni BEN MRAD" userId="29e18123-af16-4e2b-8963-6a004e026def" providerId="ADAL" clId="{78E63A4E-AD4F-490C-8E4A-EEC435BAB616}" dt="2024-05-16T07:10:28.782" v="25" actId="47"/>
        <pc:sldMkLst>
          <pc:docMk/>
          <pc:sldMk cId="3436619141" sldId="2147378708"/>
        </pc:sldMkLst>
      </pc:sldChg>
      <pc:sldChg chg="add del">
        <pc:chgData name="Héni BEN MRAD" userId="29e18123-af16-4e2b-8963-6a004e026def" providerId="ADAL" clId="{78E63A4E-AD4F-490C-8E4A-EEC435BAB616}" dt="2024-05-16T07:10:31.211" v="26" actId="47"/>
        <pc:sldMkLst>
          <pc:docMk/>
          <pc:sldMk cId="1453969738" sldId="2147378709"/>
        </pc:sldMkLst>
      </pc:sldChg>
      <pc:sldChg chg="add del">
        <pc:chgData name="Héni BEN MRAD" userId="29e18123-af16-4e2b-8963-6a004e026def" providerId="ADAL" clId="{78E63A4E-AD4F-490C-8E4A-EEC435BAB616}" dt="2024-05-16T07:11:03.057" v="30"/>
        <pc:sldMkLst>
          <pc:docMk/>
          <pc:sldMk cId="3698827131" sldId="2147378709"/>
        </pc:sldMkLst>
      </pc:sldChg>
      <pc:sldChg chg="add del">
        <pc:chgData name="Héni BEN MRAD" userId="29e18123-af16-4e2b-8963-6a004e026def" providerId="ADAL" clId="{78E63A4E-AD4F-490C-8E4A-EEC435BAB616}" dt="2024-05-16T07:10:44.821" v="28"/>
        <pc:sldMkLst>
          <pc:docMk/>
          <pc:sldMk cId="4190672234" sldId="2147378709"/>
        </pc:sldMkLst>
      </pc:sldChg>
      <pc:sldChg chg="add">
        <pc:chgData name="Héni BEN MRAD" userId="29e18123-af16-4e2b-8963-6a004e026def" providerId="ADAL" clId="{78E63A4E-AD4F-490C-8E4A-EEC435BAB616}" dt="2024-05-16T07:08:27.713" v="7"/>
        <pc:sldMkLst>
          <pc:docMk/>
          <pc:sldMk cId="2823448428" sldId="2147378710"/>
        </pc:sldMkLst>
      </pc:sldChg>
      <pc:sldChg chg="add">
        <pc:chgData name="Héni BEN MRAD" userId="29e18123-af16-4e2b-8963-6a004e026def" providerId="ADAL" clId="{78E63A4E-AD4F-490C-8E4A-EEC435BAB616}" dt="2024-05-16T07:08:27.713" v="7"/>
        <pc:sldMkLst>
          <pc:docMk/>
          <pc:sldMk cId="4061900893" sldId="2147378711"/>
        </pc:sldMkLst>
      </pc:sldChg>
      <pc:sldChg chg="add">
        <pc:chgData name="Héni BEN MRAD" userId="29e18123-af16-4e2b-8963-6a004e026def" providerId="ADAL" clId="{78E63A4E-AD4F-490C-8E4A-EEC435BAB616}" dt="2024-05-16T07:08:27.713" v="7"/>
        <pc:sldMkLst>
          <pc:docMk/>
          <pc:sldMk cId="945530814" sldId="2147378712"/>
        </pc:sldMkLst>
      </pc:sldChg>
      <pc:sldChg chg="add">
        <pc:chgData name="Héni BEN MRAD" userId="29e18123-af16-4e2b-8963-6a004e026def" providerId="ADAL" clId="{78E63A4E-AD4F-490C-8E4A-EEC435BAB616}" dt="2024-05-16T07:08:27.713" v="7"/>
        <pc:sldMkLst>
          <pc:docMk/>
          <pc:sldMk cId="1793402826" sldId="2147378713"/>
        </pc:sldMkLst>
      </pc:sldChg>
      <pc:sldChg chg="add">
        <pc:chgData name="Héni BEN MRAD" userId="29e18123-af16-4e2b-8963-6a004e026def" providerId="ADAL" clId="{78E63A4E-AD4F-490C-8E4A-EEC435BAB616}" dt="2024-05-16T07:08:27.713" v="7"/>
        <pc:sldMkLst>
          <pc:docMk/>
          <pc:sldMk cId="3916433297" sldId="2147378714"/>
        </pc:sldMkLst>
      </pc:sldChg>
      <pc:sldChg chg="add">
        <pc:chgData name="Héni BEN MRAD" userId="29e18123-af16-4e2b-8963-6a004e026def" providerId="ADAL" clId="{78E63A4E-AD4F-490C-8E4A-EEC435BAB616}" dt="2024-05-16T07:08:27.713" v="7"/>
        <pc:sldMkLst>
          <pc:docMk/>
          <pc:sldMk cId="4007029331" sldId="2147378715"/>
        </pc:sldMkLst>
      </pc:sldChg>
      <pc:sldChg chg="add">
        <pc:chgData name="Héni BEN MRAD" userId="29e18123-af16-4e2b-8963-6a004e026def" providerId="ADAL" clId="{78E63A4E-AD4F-490C-8E4A-EEC435BAB616}" dt="2024-05-16T07:08:27.713" v="7"/>
        <pc:sldMkLst>
          <pc:docMk/>
          <pc:sldMk cId="1962818013" sldId="2147378717"/>
        </pc:sldMkLst>
      </pc:sldChg>
      <pc:sldChg chg="add">
        <pc:chgData name="Héni BEN MRAD" userId="29e18123-af16-4e2b-8963-6a004e026def" providerId="ADAL" clId="{78E63A4E-AD4F-490C-8E4A-EEC435BAB616}" dt="2024-05-16T07:08:27.713" v="7"/>
        <pc:sldMkLst>
          <pc:docMk/>
          <pc:sldMk cId="4280056239" sldId="2147378718"/>
        </pc:sldMkLst>
      </pc:sldChg>
      <pc:sldChg chg="add del">
        <pc:chgData name="Héni BEN MRAD" userId="29e18123-af16-4e2b-8963-6a004e026def" providerId="ADAL" clId="{78E63A4E-AD4F-490C-8E4A-EEC435BAB616}" dt="2024-05-16T07:28:01.308" v="33"/>
        <pc:sldMkLst>
          <pc:docMk/>
          <pc:sldMk cId="654307286" sldId="2147378719"/>
        </pc:sldMkLst>
      </pc:sldChg>
      <pc:sldChg chg="add del">
        <pc:chgData name="Héni BEN MRAD" userId="29e18123-af16-4e2b-8963-6a004e026def" providerId="ADAL" clId="{78E63A4E-AD4F-490C-8E4A-EEC435BAB616}" dt="2024-05-16T07:11:03.057" v="30"/>
        <pc:sldMkLst>
          <pc:docMk/>
          <pc:sldMk cId="1308491393" sldId="2147378719"/>
        </pc:sldMkLst>
      </pc:sldChg>
      <pc:sldChg chg="add del">
        <pc:chgData name="Héni BEN MRAD" userId="29e18123-af16-4e2b-8963-6a004e026def" providerId="ADAL" clId="{78E63A4E-AD4F-490C-8E4A-EEC435BAB616}" dt="2024-05-16T07:10:44.821" v="28"/>
        <pc:sldMkLst>
          <pc:docMk/>
          <pc:sldMk cId="3706009947" sldId="2147378719"/>
        </pc:sldMkLst>
      </pc:sldChg>
      <pc:sldChg chg="add">
        <pc:chgData name="Héni BEN MRAD" userId="29e18123-af16-4e2b-8963-6a004e026def" providerId="ADAL" clId="{78E63A4E-AD4F-490C-8E4A-EEC435BAB616}" dt="2024-05-16T07:28:05.329" v="34"/>
        <pc:sldMkLst>
          <pc:docMk/>
          <pc:sldMk cId="3919194427" sldId="2147378719"/>
        </pc:sldMkLst>
      </pc:sldChg>
      <pc:sldChg chg="add del">
        <pc:chgData name="Héni BEN MRAD" userId="29e18123-af16-4e2b-8963-6a004e026def" providerId="ADAL" clId="{78E63A4E-AD4F-490C-8E4A-EEC435BAB616}" dt="2024-05-16T07:11:03.057" v="30"/>
        <pc:sldMkLst>
          <pc:docMk/>
          <pc:sldMk cId="471410912" sldId="2147378720"/>
        </pc:sldMkLst>
      </pc:sldChg>
      <pc:sldChg chg="add del">
        <pc:chgData name="Héni BEN MRAD" userId="29e18123-af16-4e2b-8963-6a004e026def" providerId="ADAL" clId="{78E63A4E-AD4F-490C-8E4A-EEC435BAB616}" dt="2024-05-16T07:10:44.821" v="28"/>
        <pc:sldMkLst>
          <pc:docMk/>
          <pc:sldMk cId="2275036908" sldId="2147378720"/>
        </pc:sldMkLst>
      </pc:sldChg>
      <pc:sldChg chg="add del">
        <pc:chgData name="Héni BEN MRAD" userId="29e18123-af16-4e2b-8963-6a004e026def" providerId="ADAL" clId="{78E63A4E-AD4F-490C-8E4A-EEC435BAB616}" dt="2024-05-16T07:10:44.821" v="28"/>
        <pc:sldMkLst>
          <pc:docMk/>
          <pc:sldMk cId="2231977721" sldId="2147378721"/>
        </pc:sldMkLst>
      </pc:sldChg>
      <pc:sldChg chg="add del">
        <pc:chgData name="Héni BEN MRAD" userId="29e18123-af16-4e2b-8963-6a004e026def" providerId="ADAL" clId="{78E63A4E-AD4F-490C-8E4A-EEC435BAB616}" dt="2024-05-16T07:11:03.057" v="30"/>
        <pc:sldMkLst>
          <pc:docMk/>
          <pc:sldMk cId="3380514243" sldId="2147378721"/>
        </pc:sldMkLst>
      </pc:sldChg>
      <pc:sldChg chg="add del">
        <pc:chgData name="Héni BEN MRAD" userId="29e18123-af16-4e2b-8963-6a004e026def" providerId="ADAL" clId="{78E63A4E-AD4F-490C-8E4A-EEC435BAB616}" dt="2024-05-16T07:10:44.821" v="28"/>
        <pc:sldMkLst>
          <pc:docMk/>
          <pc:sldMk cId="27814840" sldId="2147378722"/>
        </pc:sldMkLst>
      </pc:sldChg>
      <pc:sldChg chg="add del">
        <pc:chgData name="Héni BEN MRAD" userId="29e18123-af16-4e2b-8963-6a004e026def" providerId="ADAL" clId="{78E63A4E-AD4F-490C-8E4A-EEC435BAB616}" dt="2024-05-16T07:11:03.057" v="30"/>
        <pc:sldMkLst>
          <pc:docMk/>
          <pc:sldMk cId="3308938016" sldId="2147378722"/>
        </pc:sldMkLst>
      </pc:sldChg>
      <pc:sldChg chg="add del">
        <pc:chgData name="Héni BEN MRAD" userId="29e18123-af16-4e2b-8963-6a004e026def" providerId="ADAL" clId="{78E63A4E-AD4F-490C-8E4A-EEC435BAB616}" dt="2024-05-16T07:10:44.821" v="28"/>
        <pc:sldMkLst>
          <pc:docMk/>
          <pc:sldMk cId="1063390252" sldId="2147378723"/>
        </pc:sldMkLst>
      </pc:sldChg>
      <pc:sldChg chg="add del">
        <pc:chgData name="Héni BEN MRAD" userId="29e18123-af16-4e2b-8963-6a004e026def" providerId="ADAL" clId="{78E63A4E-AD4F-490C-8E4A-EEC435BAB616}" dt="2024-05-16T07:11:03.057" v="30"/>
        <pc:sldMkLst>
          <pc:docMk/>
          <pc:sldMk cId="4282623194" sldId="214737872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A171A1-F55B-4300-A18E-75AE39E64350}" type="datetimeFigureOut">
              <a:rPr lang="fr-FR" smtClean="0"/>
              <a:t>17/03/2025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96B738-3D5C-4851-BA0A-F593F390B820}" type="slidenum">
              <a:rPr lang="fr-FR" smtClean="0"/>
              <a:t>‹N°›</a:t>
            </a:fld>
            <a:endParaRPr lang="fr-FR"/>
          </a:p>
        </p:txBody>
      </p:sp>
    </p:spTree>
    <p:extLst>
      <p:ext uri="{BB962C8B-B14F-4D97-AF65-F5344CB8AC3E}">
        <p14:creationId xmlns:p14="http://schemas.microsoft.com/office/powerpoint/2010/main" val="38007262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5496B738-3D5C-4851-BA0A-F593F390B820}" type="slidenum">
              <a:rPr lang="fr-FR" smtClean="0"/>
              <a:t>3</a:t>
            </a:fld>
            <a:endParaRPr lang="fr-FR"/>
          </a:p>
        </p:txBody>
      </p:sp>
    </p:spTree>
    <p:extLst>
      <p:ext uri="{BB962C8B-B14F-4D97-AF65-F5344CB8AC3E}">
        <p14:creationId xmlns:p14="http://schemas.microsoft.com/office/powerpoint/2010/main" val="269369206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7" Type="http://schemas.openxmlformats.org/officeDocument/2006/relationships/image" Target="../media/image7.svg"/><Relationship Id="rId2" Type="http://schemas.openxmlformats.org/officeDocument/2006/relationships/slideMaster" Target="../slideMasters/slideMaster1.xml"/><Relationship Id="rId1" Type="http://schemas.openxmlformats.org/officeDocument/2006/relationships/tags" Target="../tags/tag3.xml"/><Relationship Id="rId6" Type="http://schemas.openxmlformats.org/officeDocument/2006/relationships/image" Target="../media/image6.png"/><Relationship Id="rId5" Type="http://schemas.openxmlformats.org/officeDocument/2006/relationships/image" Target="../media/image5.jpeg"/><Relationship Id="rId4" Type="http://schemas.openxmlformats.org/officeDocument/2006/relationships/image" Target="../media/image4.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4.bin"/><Relationship Id="rId7" Type="http://schemas.openxmlformats.org/officeDocument/2006/relationships/image" Target="../media/image7.svg"/><Relationship Id="rId2" Type="http://schemas.openxmlformats.org/officeDocument/2006/relationships/slideMaster" Target="../slideMasters/slideMaster1.xml"/><Relationship Id="rId1" Type="http://schemas.openxmlformats.org/officeDocument/2006/relationships/tags" Target="../tags/tag5.xml"/><Relationship Id="rId6" Type="http://schemas.openxmlformats.org/officeDocument/2006/relationships/image" Target="../media/image6.png"/><Relationship Id="rId5" Type="http://schemas.openxmlformats.org/officeDocument/2006/relationships/image" Target="../media/image5.jpeg"/><Relationship Id="rId4" Type="http://schemas.openxmlformats.org/officeDocument/2006/relationships/image" Target="../media/image4.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7.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1.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1.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1.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1.emf"/></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1.emf"/></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1.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1.emf"/></Relationships>
</file>

<file path=ppt/slideLayouts/_rels/slideLayout12.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9.svg"/><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image" Target="../media/image8.png"/><Relationship Id="rId5" Type="http://schemas.openxmlformats.org/officeDocument/2006/relationships/image" Target="../media/image1.emf"/><Relationship Id="rId4" Type="http://schemas.openxmlformats.org/officeDocument/2006/relationships/oleObject" Target="../embeddings/oleObject13.bin"/></Relationships>
</file>

<file path=ppt/slideLayouts/_rels/slideLayout13.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9.svg"/><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image" Target="../media/image8.png"/><Relationship Id="rId5" Type="http://schemas.openxmlformats.org/officeDocument/2006/relationships/image" Target="../media/image1.emf"/><Relationship Id="rId4" Type="http://schemas.openxmlformats.org/officeDocument/2006/relationships/oleObject" Target="../embeddings/oleObject14.bin"/></Relationships>
</file>

<file path=ppt/slideLayouts/_rels/slideLayout14.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9.svg"/><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image" Target="../media/image8.png"/><Relationship Id="rId5" Type="http://schemas.openxmlformats.org/officeDocument/2006/relationships/image" Target="../media/image1.emf"/><Relationship Id="rId4" Type="http://schemas.openxmlformats.org/officeDocument/2006/relationships/oleObject" Target="../embeddings/oleObject15.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iapositive de titre_Externe">
    <p:spTree>
      <p:nvGrpSpPr>
        <p:cNvPr id="1" name=""/>
        <p:cNvGrpSpPr/>
        <p:nvPr/>
      </p:nvGrpSpPr>
      <p:grpSpPr>
        <a:xfrm>
          <a:off x="0" y="0"/>
          <a:ext cx="0" cy="0"/>
          <a:chOff x="0" y="0"/>
          <a:chExt cx="0" cy="0"/>
        </a:xfrm>
      </p:grpSpPr>
      <p:graphicFrame>
        <p:nvGraphicFramePr>
          <p:cNvPr id="2" name="Objet 1" hidden="1">
            <a:extLst>
              <a:ext uri="{FF2B5EF4-FFF2-40B4-BE49-F238E27FC236}">
                <a16:creationId xmlns:a16="http://schemas.microsoft.com/office/drawing/2014/main" id="{E0B0A3D8-21A4-F5D5-5B3B-C72A37F17A21}"/>
              </a:ext>
            </a:extLst>
          </p:cNvPr>
          <p:cNvGraphicFramePr>
            <a:graphicFrameLocks noChangeAspect="1"/>
          </p:cNvGraphicFramePr>
          <p:nvPr>
            <p:custDataLst>
              <p:tags r:id="rId1"/>
            </p:custDataLst>
            <p:extLst>
              <p:ext uri="{D42A27DB-BD31-4B8C-83A1-F6EECF244321}">
                <p14:modId xmlns:p14="http://schemas.microsoft.com/office/powerpoint/2010/main" val="425436196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500" imgH="501" progId="TCLayout.ActiveDocument.1">
                  <p:embed/>
                </p:oleObj>
              </mc:Choice>
              <mc:Fallback>
                <p:oleObj name="Diapositive think-cell" r:id="rId3" imgW="500" imgH="501" progId="TCLayout.ActiveDocument.1">
                  <p:embed/>
                  <p:pic>
                    <p:nvPicPr>
                      <p:cNvPr id="2" name="Objet 1" hidden="1">
                        <a:extLst>
                          <a:ext uri="{FF2B5EF4-FFF2-40B4-BE49-F238E27FC236}">
                            <a16:creationId xmlns:a16="http://schemas.microsoft.com/office/drawing/2014/main" id="{E0B0A3D8-21A4-F5D5-5B3B-C72A37F17A2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2ACAC907-7AE2-D996-69FC-C62EA15EA5AE}"/>
              </a:ext>
            </a:extLst>
          </p:cNvPr>
          <p:cNvSpPr/>
          <p:nvPr/>
        </p:nvSpPr>
        <p:spPr>
          <a:xfrm>
            <a:off x="0" y="6356350"/>
            <a:ext cx="12192000" cy="5016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0" name="Picture Placeholder 4">
            <a:extLst>
              <a:ext uri="{FF2B5EF4-FFF2-40B4-BE49-F238E27FC236}">
                <a16:creationId xmlns:a16="http://schemas.microsoft.com/office/drawing/2014/main" id="{E997B2FF-1643-491F-8D5A-25CFB3CD989C}"/>
              </a:ext>
            </a:extLst>
          </p:cNvPr>
          <p:cNvPicPr>
            <a:picLocks noChangeAspect="1"/>
          </p:cNvPicPr>
          <p:nvPr/>
        </p:nvPicPr>
        <p:blipFill rotWithShape="1">
          <a:blip r:embed="rId5"/>
          <a:srcRect t="587" b="587"/>
          <a:stretch/>
        </p:blipFill>
        <p:spPr>
          <a:xfrm>
            <a:off x="155575" y="152400"/>
            <a:ext cx="11880850" cy="6553200"/>
          </a:xfrm>
          <a:prstGeom prst="rect">
            <a:avLst/>
          </a:prstGeom>
        </p:spPr>
      </p:pic>
      <p:sp>
        <p:nvSpPr>
          <p:cNvPr id="11" name="Rectangle 10">
            <a:extLst>
              <a:ext uri="{FF2B5EF4-FFF2-40B4-BE49-F238E27FC236}">
                <a16:creationId xmlns:a16="http://schemas.microsoft.com/office/drawing/2014/main" id="{4217B688-488C-4892-82A3-163CE502109F}"/>
              </a:ext>
            </a:extLst>
          </p:cNvPr>
          <p:cNvSpPr/>
          <p:nvPr/>
        </p:nvSpPr>
        <p:spPr>
          <a:xfrm>
            <a:off x="155574" y="152400"/>
            <a:ext cx="11880851" cy="6553200"/>
          </a:xfrm>
          <a:prstGeom prst="rect">
            <a:avLst/>
          </a:prstGeom>
          <a:gradFill>
            <a:gsLst>
              <a:gs pos="66000">
                <a:srgbClr val="000000">
                  <a:alpha val="31000"/>
                </a:srgbClr>
              </a:gs>
              <a:gs pos="8000">
                <a:srgbClr val="000000">
                  <a:alpha val="4000"/>
                </a:srgbClr>
              </a:gs>
              <a:gs pos="0">
                <a:schemeClr val="tx1">
                  <a:alpha val="0"/>
                </a:schemeClr>
              </a:gs>
              <a:gs pos="100000">
                <a:schemeClr val="tx1">
                  <a:alpha val="3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sz="2160"/>
          </a:p>
        </p:txBody>
      </p:sp>
      <p:sp>
        <p:nvSpPr>
          <p:cNvPr id="20" name="Text Placeholder 14">
            <a:extLst>
              <a:ext uri="{FF2B5EF4-FFF2-40B4-BE49-F238E27FC236}">
                <a16:creationId xmlns:a16="http://schemas.microsoft.com/office/drawing/2014/main" id="{5F468BBF-A5CB-9041-9700-D3151961C099}"/>
              </a:ext>
            </a:extLst>
          </p:cNvPr>
          <p:cNvSpPr>
            <a:spLocks noGrp="1"/>
          </p:cNvSpPr>
          <p:nvPr>
            <p:ph type="body" sz="quarter" idx="19" hasCustomPrompt="1"/>
          </p:nvPr>
        </p:nvSpPr>
        <p:spPr>
          <a:xfrm>
            <a:off x="551057" y="5292725"/>
            <a:ext cx="3827463" cy="1063625"/>
          </a:xfrm>
          <a:gradFill flip="none" rotWithShape="1">
            <a:gsLst>
              <a:gs pos="0">
                <a:schemeClr val="accent1">
                  <a:lumMod val="60000"/>
                  <a:lumOff val="40000"/>
                </a:schemeClr>
              </a:gs>
              <a:gs pos="50000">
                <a:schemeClr val="accent4">
                  <a:alpha val="22001"/>
                </a:schemeClr>
              </a:gs>
              <a:gs pos="100000">
                <a:schemeClr val="accent4">
                  <a:lumMod val="60000"/>
                  <a:lumOff val="40000"/>
                  <a:alpha val="11000"/>
                </a:schemeClr>
              </a:gs>
            </a:gsLst>
            <a:lin ang="2700000" scaled="1"/>
            <a:tileRect/>
          </a:gradFill>
        </p:spPr>
        <p:txBody>
          <a:bodyPr>
            <a:normAutofit/>
          </a:bodyPr>
          <a:lstStyle>
            <a:lvl1pPr marL="0" indent="0">
              <a:buNone/>
              <a:defRPr b="0" i="0">
                <a:solidFill>
                  <a:schemeClr val="bg1"/>
                </a:solidFill>
                <a:latin typeface="+mn-lt"/>
              </a:defRPr>
            </a:lvl1pPr>
          </a:lstStyle>
          <a:p>
            <a:pPr lvl="0"/>
            <a:r>
              <a:rPr lang="en-GB"/>
              <a:t>Sous-titre</a:t>
            </a:r>
            <a:endParaRPr lang="fr-FR"/>
          </a:p>
        </p:txBody>
      </p:sp>
      <p:sp>
        <p:nvSpPr>
          <p:cNvPr id="21" name="Text Placeholder 18">
            <a:extLst>
              <a:ext uri="{FF2B5EF4-FFF2-40B4-BE49-F238E27FC236}">
                <a16:creationId xmlns:a16="http://schemas.microsoft.com/office/drawing/2014/main" id="{5C036A9B-3E60-9C42-AA1E-52B7183BC77F}"/>
              </a:ext>
            </a:extLst>
          </p:cNvPr>
          <p:cNvSpPr>
            <a:spLocks noGrp="1"/>
          </p:cNvSpPr>
          <p:nvPr>
            <p:ph type="body" sz="quarter" idx="20" hasCustomPrompt="1"/>
          </p:nvPr>
        </p:nvSpPr>
        <p:spPr>
          <a:xfrm>
            <a:off x="551720" y="4975739"/>
            <a:ext cx="3826800" cy="237600"/>
          </a:xfrm>
          <a:gradFill flip="none" rotWithShape="1">
            <a:gsLst>
              <a:gs pos="0">
                <a:schemeClr val="accent1">
                  <a:lumMod val="60000"/>
                  <a:lumOff val="40000"/>
                </a:schemeClr>
              </a:gs>
              <a:gs pos="50000">
                <a:schemeClr val="accent4">
                  <a:alpha val="22001"/>
                </a:schemeClr>
              </a:gs>
              <a:gs pos="100000">
                <a:schemeClr val="accent4">
                  <a:lumMod val="60000"/>
                  <a:lumOff val="40000"/>
                  <a:alpha val="11000"/>
                </a:schemeClr>
              </a:gs>
            </a:gsLst>
            <a:lin ang="2700000" scaled="1"/>
            <a:tileRect/>
          </a:gradFill>
        </p:spPr>
        <p:txBody>
          <a:bodyPr>
            <a:noAutofit/>
          </a:bodyPr>
          <a:lstStyle>
            <a:lvl1pPr marL="0" indent="0">
              <a:buNone/>
              <a:defRPr sz="1600" b="0" i="0">
                <a:solidFill>
                  <a:schemeClr val="bg1"/>
                </a:solidFill>
                <a:latin typeface="+mn-lt"/>
              </a:defRPr>
            </a:lvl1pPr>
          </a:lstStyle>
          <a:p>
            <a:r>
              <a:rPr lang="en-GB" err="1"/>
              <a:t>Thème</a:t>
            </a:r>
            <a:endParaRPr lang="fr-FR"/>
          </a:p>
        </p:txBody>
      </p:sp>
      <p:sp>
        <p:nvSpPr>
          <p:cNvPr id="13" name="Text Placeholder 18">
            <a:extLst>
              <a:ext uri="{FF2B5EF4-FFF2-40B4-BE49-F238E27FC236}">
                <a16:creationId xmlns:a16="http://schemas.microsoft.com/office/drawing/2014/main" id="{0DAF740A-5832-474D-B3E9-9E352D04B42C}"/>
              </a:ext>
            </a:extLst>
          </p:cNvPr>
          <p:cNvSpPr>
            <a:spLocks noGrp="1"/>
          </p:cNvSpPr>
          <p:nvPr>
            <p:ph type="body" sz="quarter" idx="21" hasCustomPrompt="1"/>
          </p:nvPr>
        </p:nvSpPr>
        <p:spPr>
          <a:xfrm>
            <a:off x="551720" y="264050"/>
            <a:ext cx="3826800" cy="237600"/>
          </a:xfrm>
          <a:gradFill flip="none" rotWithShape="1">
            <a:gsLst>
              <a:gs pos="0">
                <a:schemeClr val="accent1">
                  <a:lumMod val="60000"/>
                  <a:lumOff val="40000"/>
                </a:schemeClr>
              </a:gs>
              <a:gs pos="50000">
                <a:schemeClr val="accent4">
                  <a:alpha val="22001"/>
                </a:schemeClr>
              </a:gs>
              <a:gs pos="100000">
                <a:schemeClr val="accent4">
                  <a:lumMod val="60000"/>
                  <a:lumOff val="40000"/>
                  <a:alpha val="11000"/>
                </a:schemeClr>
              </a:gs>
            </a:gsLst>
            <a:lin ang="2700000" scaled="1"/>
            <a:tileRect/>
          </a:gradFill>
        </p:spPr>
        <p:txBody>
          <a:bodyPr>
            <a:noAutofit/>
          </a:bodyPr>
          <a:lstStyle>
            <a:lvl1pPr marL="0" indent="0">
              <a:buNone/>
              <a:defRPr sz="1600" b="0" i="0">
                <a:solidFill>
                  <a:schemeClr val="bg1"/>
                </a:solidFill>
                <a:latin typeface="+mn-lt"/>
              </a:defRPr>
            </a:lvl1pPr>
          </a:lstStyle>
          <a:p>
            <a:r>
              <a:rPr lang="en-GB"/>
              <a:t>Date</a:t>
            </a:r>
            <a:endParaRPr lang="fr-FR"/>
          </a:p>
        </p:txBody>
      </p:sp>
      <p:sp>
        <p:nvSpPr>
          <p:cNvPr id="3" name="Titre 2">
            <a:extLst>
              <a:ext uri="{FF2B5EF4-FFF2-40B4-BE49-F238E27FC236}">
                <a16:creationId xmlns:a16="http://schemas.microsoft.com/office/drawing/2014/main" id="{77144D3E-4538-47FE-9291-A9AD3DA2C797}"/>
              </a:ext>
            </a:extLst>
          </p:cNvPr>
          <p:cNvSpPr>
            <a:spLocks noGrp="1"/>
          </p:cNvSpPr>
          <p:nvPr>
            <p:ph type="title"/>
          </p:nvPr>
        </p:nvSpPr>
        <p:spPr>
          <a:xfrm>
            <a:off x="551057" y="2167739"/>
            <a:ext cx="10816719" cy="2728614"/>
          </a:xfrm>
        </p:spPr>
        <p:txBody>
          <a:bodyPr vert="horz">
            <a:normAutofit/>
          </a:bodyPr>
          <a:lstStyle>
            <a:lvl1pPr marL="0" indent="0" algn="r" defTabSz="914400" rtl="0" eaLnBrk="1" latinLnBrk="0" hangingPunct="1">
              <a:lnSpc>
                <a:spcPct val="80000"/>
              </a:lnSpc>
              <a:spcBef>
                <a:spcPts val="1000"/>
              </a:spcBef>
              <a:buFont typeface="Arial" panose="020B0604020202020204" pitchFamily="34" charset="0"/>
              <a:buNone/>
              <a:defRPr lang="fr-FR" sz="8800" b="1" i="0" kern="1200" spc="-200" dirty="0">
                <a:solidFill>
                  <a:schemeClr val="bg1"/>
                </a:solidFill>
                <a:latin typeface="+mj-lt"/>
                <a:ea typeface="+mn-ea"/>
                <a:cs typeface="+mn-cs"/>
              </a:defRPr>
            </a:lvl1pPr>
          </a:lstStyle>
          <a:p>
            <a:r>
              <a:rPr lang="fr-FR"/>
              <a:t>Modifiez le style du titre</a:t>
            </a:r>
          </a:p>
        </p:txBody>
      </p:sp>
      <p:sp>
        <p:nvSpPr>
          <p:cNvPr id="6" name="Espace réservé pour une image  5">
            <a:extLst>
              <a:ext uri="{FF2B5EF4-FFF2-40B4-BE49-F238E27FC236}">
                <a16:creationId xmlns:a16="http://schemas.microsoft.com/office/drawing/2014/main" id="{AFCADCEA-D7EF-4A23-BEC7-7D6DFD55D920}"/>
              </a:ext>
            </a:extLst>
          </p:cNvPr>
          <p:cNvSpPr>
            <a:spLocks noGrp="1"/>
          </p:cNvSpPr>
          <p:nvPr>
            <p:ph type="pic" sz="quarter" idx="22" hasCustomPrompt="1"/>
          </p:nvPr>
        </p:nvSpPr>
        <p:spPr>
          <a:xfrm>
            <a:off x="4627283" y="5292725"/>
            <a:ext cx="2937434" cy="1063625"/>
          </a:xfrm>
        </p:spPr>
        <p:txBody>
          <a:bodyPr/>
          <a:lstStyle>
            <a:lvl1pPr marL="0" indent="0">
              <a:buNone/>
              <a:defRPr sz="1600">
                <a:solidFill>
                  <a:schemeClr val="bg1"/>
                </a:solidFill>
              </a:defRPr>
            </a:lvl1pPr>
          </a:lstStyle>
          <a:p>
            <a:r>
              <a:rPr lang="fr-FR"/>
              <a:t>Insérer le logo client</a:t>
            </a:r>
          </a:p>
        </p:txBody>
      </p:sp>
      <p:pic>
        <p:nvPicPr>
          <p:cNvPr id="5" name="Graphic 2">
            <a:extLst>
              <a:ext uri="{FF2B5EF4-FFF2-40B4-BE49-F238E27FC236}">
                <a16:creationId xmlns:a16="http://schemas.microsoft.com/office/drawing/2014/main" id="{D741F203-39C2-8465-9E74-15F19FD3D56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238883" y="5292725"/>
            <a:ext cx="3128893" cy="1063625"/>
          </a:xfrm>
          <a:prstGeom prst="rect">
            <a:avLst/>
          </a:prstGeom>
        </p:spPr>
      </p:pic>
    </p:spTree>
    <p:extLst>
      <p:ext uri="{BB962C8B-B14F-4D97-AF65-F5344CB8AC3E}">
        <p14:creationId xmlns:p14="http://schemas.microsoft.com/office/powerpoint/2010/main" val="4970424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ande gauche bleue">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4C55C73E-1F28-FCD2-3F36-BA93C1A8013C}"/>
              </a:ext>
            </a:extLst>
          </p:cNvPr>
          <p:cNvGraphicFramePr>
            <a:graphicFrameLocks noChangeAspect="1"/>
          </p:cNvGraphicFramePr>
          <p:nvPr>
            <p:custDataLst>
              <p:tags r:id="rId1"/>
            </p:custDataLst>
            <p:extLst>
              <p:ext uri="{D42A27DB-BD31-4B8C-83A1-F6EECF244321}">
                <p14:modId xmlns:p14="http://schemas.microsoft.com/office/powerpoint/2010/main" val="40509726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4C55C73E-1F28-FCD2-3F36-BA93C1A8013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tangle 4">
            <a:extLst>
              <a:ext uri="{FF2B5EF4-FFF2-40B4-BE49-F238E27FC236}">
                <a16:creationId xmlns:a16="http://schemas.microsoft.com/office/drawing/2014/main" id="{25C6E4F6-E88F-E84E-0950-25AFB4F532BB}"/>
              </a:ext>
            </a:extLst>
          </p:cNvPr>
          <p:cNvSpPr/>
          <p:nvPr/>
        </p:nvSpPr>
        <p:spPr>
          <a:xfrm>
            <a:off x="155574" y="152400"/>
            <a:ext cx="3378933" cy="6553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2" name="Titre 1">
            <a:extLst>
              <a:ext uri="{FF2B5EF4-FFF2-40B4-BE49-F238E27FC236}">
                <a16:creationId xmlns:a16="http://schemas.microsoft.com/office/drawing/2014/main" id="{D34001D4-DA23-4BD4-5445-0413E39D08E0}"/>
              </a:ext>
            </a:extLst>
          </p:cNvPr>
          <p:cNvSpPr>
            <a:spLocks noGrp="1"/>
          </p:cNvSpPr>
          <p:nvPr>
            <p:ph type="title" hasCustomPrompt="1"/>
          </p:nvPr>
        </p:nvSpPr>
        <p:spPr>
          <a:xfrm>
            <a:off x="380997" y="2030353"/>
            <a:ext cx="2749065" cy="360000"/>
          </a:xfrm>
        </p:spPr>
        <p:txBody>
          <a:bodyPr vert="horz"/>
          <a:lstStyle>
            <a:lvl1pPr>
              <a:defRPr>
                <a:solidFill>
                  <a:schemeClr val="bg1"/>
                </a:solidFill>
              </a:defRPr>
            </a:lvl1pPr>
          </a:lstStyle>
          <a:p>
            <a:r>
              <a:rPr lang="fr-FR"/>
              <a:t>Titre</a:t>
            </a:r>
          </a:p>
        </p:txBody>
      </p:sp>
      <p:sp>
        <p:nvSpPr>
          <p:cNvPr id="3" name="Espace réservé du pied de page 2">
            <a:extLst>
              <a:ext uri="{FF2B5EF4-FFF2-40B4-BE49-F238E27FC236}">
                <a16:creationId xmlns:a16="http://schemas.microsoft.com/office/drawing/2014/main" id="{25F0B61A-F63C-180C-875F-BF2F8EE1C539}"/>
              </a:ext>
            </a:extLst>
          </p:cNvPr>
          <p:cNvSpPr>
            <a:spLocks noGrp="1"/>
          </p:cNvSpPr>
          <p:nvPr>
            <p:ph type="ftr" sz="quarter" idx="10"/>
          </p:nvPr>
        </p:nvSpPr>
        <p:spPr>
          <a:xfrm>
            <a:off x="3534508" y="6340474"/>
            <a:ext cx="5888442" cy="365125"/>
          </a:xfrm>
        </p:spPr>
        <p:txBody>
          <a:bodyPr/>
          <a:lstStyle/>
          <a:p>
            <a:endParaRPr lang="fr-FR"/>
          </a:p>
        </p:txBody>
      </p:sp>
      <p:sp>
        <p:nvSpPr>
          <p:cNvPr id="4" name="Espace réservé du numéro de diapositive 3">
            <a:extLst>
              <a:ext uri="{FF2B5EF4-FFF2-40B4-BE49-F238E27FC236}">
                <a16:creationId xmlns:a16="http://schemas.microsoft.com/office/drawing/2014/main" id="{1BF62DE9-7AC1-E144-7ADD-B32A018D6683}"/>
              </a:ext>
            </a:extLst>
          </p:cNvPr>
          <p:cNvSpPr>
            <a:spLocks noGrp="1"/>
          </p:cNvSpPr>
          <p:nvPr>
            <p:ph type="sldNum" sz="quarter" idx="11"/>
          </p:nvPr>
        </p:nvSpPr>
        <p:spPr/>
        <p:txBody>
          <a:bodyPr/>
          <a:lstStyle/>
          <a:p>
            <a:fld id="{BE9517EC-C298-4848-B090-11602D956FCE}" type="slidenum">
              <a:rPr lang="fr-FR" smtClean="0"/>
              <a:pPr/>
              <a:t>‹N°›</a:t>
            </a:fld>
            <a:endParaRPr lang="fr-FR"/>
          </a:p>
        </p:txBody>
      </p:sp>
      <p:sp>
        <p:nvSpPr>
          <p:cNvPr id="8" name="TextBox 8">
            <a:extLst>
              <a:ext uri="{FF2B5EF4-FFF2-40B4-BE49-F238E27FC236}">
                <a16:creationId xmlns:a16="http://schemas.microsoft.com/office/drawing/2014/main" id="{B1B33616-6D65-DB30-4453-6813484D6A8F}"/>
              </a:ext>
            </a:extLst>
          </p:cNvPr>
          <p:cNvSpPr txBox="1"/>
          <p:nvPr/>
        </p:nvSpPr>
        <p:spPr>
          <a:xfrm>
            <a:off x="380997" y="6407620"/>
            <a:ext cx="1723549" cy="230832"/>
          </a:xfrm>
          <a:prstGeom prst="rect">
            <a:avLst/>
          </a:prstGeom>
          <a:noFill/>
        </p:spPr>
        <p:txBody>
          <a:bodyPr wrap="non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chemeClr val="bg1"/>
                </a:solidFill>
                <a:effectLst/>
                <a:uLnTx/>
                <a:uFillTx/>
                <a:latin typeface="+mj-lt"/>
                <a:ea typeface="+mn-ea"/>
                <a:cs typeface="+mn-cs"/>
              </a:rPr>
              <a:t>© ACI partners | Confidentiel </a:t>
            </a:r>
          </a:p>
        </p:txBody>
      </p:sp>
      <p:sp>
        <p:nvSpPr>
          <p:cNvPr id="9" name="Espace réservé du contenu 11">
            <a:extLst>
              <a:ext uri="{FF2B5EF4-FFF2-40B4-BE49-F238E27FC236}">
                <a16:creationId xmlns:a16="http://schemas.microsoft.com/office/drawing/2014/main" id="{0195042A-90D0-34D6-C22D-45B6A12E2BEA}"/>
              </a:ext>
            </a:extLst>
          </p:cNvPr>
          <p:cNvSpPr>
            <a:spLocks noGrp="1"/>
          </p:cNvSpPr>
          <p:nvPr>
            <p:ph sz="quarter" idx="12"/>
          </p:nvPr>
        </p:nvSpPr>
        <p:spPr>
          <a:xfrm>
            <a:off x="3706694" y="1606555"/>
            <a:ext cx="8104305" cy="457040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91813693"/>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apositive de titre_Interne">
    <p:spTree>
      <p:nvGrpSpPr>
        <p:cNvPr id="1" name=""/>
        <p:cNvGrpSpPr/>
        <p:nvPr/>
      </p:nvGrpSpPr>
      <p:grpSpPr>
        <a:xfrm>
          <a:off x="0" y="0"/>
          <a:ext cx="0" cy="0"/>
          <a:chOff x="0" y="0"/>
          <a:chExt cx="0" cy="0"/>
        </a:xfrm>
      </p:grpSpPr>
      <p:graphicFrame>
        <p:nvGraphicFramePr>
          <p:cNvPr id="2" name="Objet 1" hidden="1">
            <a:extLst>
              <a:ext uri="{FF2B5EF4-FFF2-40B4-BE49-F238E27FC236}">
                <a16:creationId xmlns:a16="http://schemas.microsoft.com/office/drawing/2014/main" id="{E0B0A3D8-21A4-F5D5-5B3B-C72A37F17A21}"/>
              </a:ext>
            </a:extLst>
          </p:cNvPr>
          <p:cNvGraphicFramePr>
            <a:graphicFrameLocks noChangeAspect="1"/>
          </p:cNvGraphicFramePr>
          <p:nvPr>
            <p:custDataLst>
              <p:tags r:id="rId1"/>
            </p:custDataLst>
            <p:extLst>
              <p:ext uri="{D42A27DB-BD31-4B8C-83A1-F6EECF244321}">
                <p14:modId xmlns:p14="http://schemas.microsoft.com/office/powerpoint/2010/main" val="414592379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500" imgH="501" progId="TCLayout.ActiveDocument.1">
                  <p:embed/>
                </p:oleObj>
              </mc:Choice>
              <mc:Fallback>
                <p:oleObj name="Diapositive think-cell" r:id="rId3" imgW="500" imgH="501" progId="TCLayout.ActiveDocument.1">
                  <p:embed/>
                  <p:pic>
                    <p:nvPicPr>
                      <p:cNvPr id="2" name="Objet 1" hidden="1">
                        <a:extLst>
                          <a:ext uri="{FF2B5EF4-FFF2-40B4-BE49-F238E27FC236}">
                            <a16:creationId xmlns:a16="http://schemas.microsoft.com/office/drawing/2014/main" id="{E0B0A3D8-21A4-F5D5-5B3B-C72A37F17A2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2ACAC907-7AE2-D996-69FC-C62EA15EA5AE}"/>
              </a:ext>
            </a:extLst>
          </p:cNvPr>
          <p:cNvSpPr/>
          <p:nvPr/>
        </p:nvSpPr>
        <p:spPr>
          <a:xfrm>
            <a:off x="0" y="6356350"/>
            <a:ext cx="12192000" cy="5016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0" name="Picture Placeholder 4">
            <a:extLst>
              <a:ext uri="{FF2B5EF4-FFF2-40B4-BE49-F238E27FC236}">
                <a16:creationId xmlns:a16="http://schemas.microsoft.com/office/drawing/2014/main" id="{E997B2FF-1643-491F-8D5A-25CFB3CD989C}"/>
              </a:ext>
            </a:extLst>
          </p:cNvPr>
          <p:cNvPicPr>
            <a:picLocks noChangeAspect="1"/>
          </p:cNvPicPr>
          <p:nvPr/>
        </p:nvPicPr>
        <p:blipFill rotWithShape="1">
          <a:blip r:embed="rId5"/>
          <a:srcRect t="587" b="587"/>
          <a:stretch/>
        </p:blipFill>
        <p:spPr>
          <a:xfrm>
            <a:off x="155575" y="152400"/>
            <a:ext cx="11880850" cy="6553200"/>
          </a:xfrm>
          <a:prstGeom prst="rect">
            <a:avLst/>
          </a:prstGeom>
        </p:spPr>
      </p:pic>
      <p:sp>
        <p:nvSpPr>
          <p:cNvPr id="11" name="Rectangle 10">
            <a:extLst>
              <a:ext uri="{FF2B5EF4-FFF2-40B4-BE49-F238E27FC236}">
                <a16:creationId xmlns:a16="http://schemas.microsoft.com/office/drawing/2014/main" id="{4217B688-488C-4892-82A3-163CE502109F}"/>
              </a:ext>
            </a:extLst>
          </p:cNvPr>
          <p:cNvSpPr/>
          <p:nvPr/>
        </p:nvSpPr>
        <p:spPr>
          <a:xfrm>
            <a:off x="155574" y="152400"/>
            <a:ext cx="11880851" cy="6553200"/>
          </a:xfrm>
          <a:prstGeom prst="rect">
            <a:avLst/>
          </a:prstGeom>
          <a:gradFill>
            <a:gsLst>
              <a:gs pos="66000">
                <a:srgbClr val="000000">
                  <a:alpha val="31000"/>
                </a:srgbClr>
              </a:gs>
              <a:gs pos="8000">
                <a:srgbClr val="000000">
                  <a:alpha val="4000"/>
                </a:srgbClr>
              </a:gs>
              <a:gs pos="0">
                <a:schemeClr val="tx1">
                  <a:alpha val="0"/>
                </a:schemeClr>
              </a:gs>
              <a:gs pos="100000">
                <a:schemeClr val="tx1">
                  <a:alpha val="3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sz="2160"/>
          </a:p>
        </p:txBody>
      </p:sp>
      <p:sp>
        <p:nvSpPr>
          <p:cNvPr id="20" name="Text Placeholder 14">
            <a:extLst>
              <a:ext uri="{FF2B5EF4-FFF2-40B4-BE49-F238E27FC236}">
                <a16:creationId xmlns:a16="http://schemas.microsoft.com/office/drawing/2014/main" id="{5F468BBF-A5CB-9041-9700-D3151961C099}"/>
              </a:ext>
            </a:extLst>
          </p:cNvPr>
          <p:cNvSpPr>
            <a:spLocks noGrp="1"/>
          </p:cNvSpPr>
          <p:nvPr>
            <p:ph type="body" sz="quarter" idx="19" hasCustomPrompt="1"/>
          </p:nvPr>
        </p:nvSpPr>
        <p:spPr>
          <a:xfrm>
            <a:off x="551057" y="5292725"/>
            <a:ext cx="3827463" cy="1063625"/>
          </a:xfrm>
          <a:gradFill flip="none" rotWithShape="1">
            <a:gsLst>
              <a:gs pos="0">
                <a:schemeClr val="accent1">
                  <a:lumMod val="60000"/>
                  <a:lumOff val="40000"/>
                </a:schemeClr>
              </a:gs>
              <a:gs pos="50000">
                <a:schemeClr val="accent4">
                  <a:alpha val="22001"/>
                </a:schemeClr>
              </a:gs>
              <a:gs pos="100000">
                <a:schemeClr val="accent4">
                  <a:lumMod val="60000"/>
                  <a:lumOff val="40000"/>
                  <a:alpha val="11000"/>
                </a:schemeClr>
              </a:gs>
            </a:gsLst>
            <a:lin ang="2700000" scaled="1"/>
            <a:tileRect/>
          </a:gradFill>
        </p:spPr>
        <p:txBody>
          <a:bodyPr>
            <a:normAutofit/>
          </a:bodyPr>
          <a:lstStyle>
            <a:lvl1pPr marL="0" indent="0">
              <a:buNone/>
              <a:defRPr b="0" i="0">
                <a:solidFill>
                  <a:schemeClr val="bg1"/>
                </a:solidFill>
                <a:latin typeface="+mn-lt"/>
              </a:defRPr>
            </a:lvl1pPr>
          </a:lstStyle>
          <a:p>
            <a:pPr lvl="0"/>
            <a:r>
              <a:rPr lang="en-GB"/>
              <a:t>Sous-titre</a:t>
            </a:r>
            <a:endParaRPr lang="fr-FR"/>
          </a:p>
        </p:txBody>
      </p:sp>
      <p:sp>
        <p:nvSpPr>
          <p:cNvPr id="21" name="Text Placeholder 18">
            <a:extLst>
              <a:ext uri="{FF2B5EF4-FFF2-40B4-BE49-F238E27FC236}">
                <a16:creationId xmlns:a16="http://schemas.microsoft.com/office/drawing/2014/main" id="{5C036A9B-3E60-9C42-AA1E-52B7183BC77F}"/>
              </a:ext>
            </a:extLst>
          </p:cNvPr>
          <p:cNvSpPr>
            <a:spLocks noGrp="1"/>
          </p:cNvSpPr>
          <p:nvPr>
            <p:ph type="body" sz="quarter" idx="20" hasCustomPrompt="1"/>
          </p:nvPr>
        </p:nvSpPr>
        <p:spPr>
          <a:xfrm>
            <a:off x="551720" y="4975739"/>
            <a:ext cx="3826800" cy="237600"/>
          </a:xfrm>
          <a:gradFill flip="none" rotWithShape="1">
            <a:gsLst>
              <a:gs pos="0">
                <a:schemeClr val="accent1">
                  <a:lumMod val="60000"/>
                  <a:lumOff val="40000"/>
                </a:schemeClr>
              </a:gs>
              <a:gs pos="50000">
                <a:schemeClr val="accent4">
                  <a:alpha val="22001"/>
                </a:schemeClr>
              </a:gs>
              <a:gs pos="100000">
                <a:schemeClr val="accent4">
                  <a:lumMod val="60000"/>
                  <a:lumOff val="40000"/>
                  <a:alpha val="11000"/>
                </a:schemeClr>
              </a:gs>
            </a:gsLst>
            <a:lin ang="2700000" scaled="1"/>
            <a:tileRect/>
          </a:gradFill>
        </p:spPr>
        <p:txBody>
          <a:bodyPr>
            <a:noAutofit/>
          </a:bodyPr>
          <a:lstStyle>
            <a:lvl1pPr marL="0" indent="0">
              <a:buNone/>
              <a:defRPr sz="1600" b="0" i="0">
                <a:solidFill>
                  <a:schemeClr val="bg1"/>
                </a:solidFill>
                <a:latin typeface="+mn-lt"/>
              </a:defRPr>
            </a:lvl1pPr>
          </a:lstStyle>
          <a:p>
            <a:r>
              <a:rPr lang="en-GB" err="1"/>
              <a:t>Thème</a:t>
            </a:r>
            <a:endParaRPr lang="fr-FR"/>
          </a:p>
        </p:txBody>
      </p:sp>
      <p:sp>
        <p:nvSpPr>
          <p:cNvPr id="13" name="Text Placeholder 18">
            <a:extLst>
              <a:ext uri="{FF2B5EF4-FFF2-40B4-BE49-F238E27FC236}">
                <a16:creationId xmlns:a16="http://schemas.microsoft.com/office/drawing/2014/main" id="{0DAF740A-5832-474D-B3E9-9E352D04B42C}"/>
              </a:ext>
            </a:extLst>
          </p:cNvPr>
          <p:cNvSpPr>
            <a:spLocks noGrp="1"/>
          </p:cNvSpPr>
          <p:nvPr>
            <p:ph type="body" sz="quarter" idx="21" hasCustomPrompt="1"/>
          </p:nvPr>
        </p:nvSpPr>
        <p:spPr>
          <a:xfrm>
            <a:off x="551720" y="264050"/>
            <a:ext cx="3826800" cy="237600"/>
          </a:xfrm>
          <a:gradFill flip="none" rotWithShape="1">
            <a:gsLst>
              <a:gs pos="0">
                <a:schemeClr val="accent1">
                  <a:lumMod val="60000"/>
                  <a:lumOff val="40000"/>
                </a:schemeClr>
              </a:gs>
              <a:gs pos="50000">
                <a:schemeClr val="accent4">
                  <a:alpha val="22001"/>
                </a:schemeClr>
              </a:gs>
              <a:gs pos="100000">
                <a:schemeClr val="accent4">
                  <a:lumMod val="60000"/>
                  <a:lumOff val="40000"/>
                  <a:alpha val="11000"/>
                </a:schemeClr>
              </a:gs>
            </a:gsLst>
            <a:lin ang="2700000" scaled="1"/>
            <a:tileRect/>
          </a:gradFill>
        </p:spPr>
        <p:txBody>
          <a:bodyPr>
            <a:noAutofit/>
          </a:bodyPr>
          <a:lstStyle>
            <a:lvl1pPr marL="0" indent="0">
              <a:buNone/>
              <a:defRPr sz="1600" b="0" i="0">
                <a:solidFill>
                  <a:schemeClr val="bg1"/>
                </a:solidFill>
                <a:latin typeface="+mn-lt"/>
              </a:defRPr>
            </a:lvl1pPr>
          </a:lstStyle>
          <a:p>
            <a:r>
              <a:rPr lang="en-GB"/>
              <a:t>Date</a:t>
            </a:r>
            <a:endParaRPr lang="fr-FR"/>
          </a:p>
        </p:txBody>
      </p:sp>
      <p:pic>
        <p:nvPicPr>
          <p:cNvPr id="9" name="Graphic 2">
            <a:extLst>
              <a:ext uri="{FF2B5EF4-FFF2-40B4-BE49-F238E27FC236}">
                <a16:creationId xmlns:a16="http://schemas.microsoft.com/office/drawing/2014/main" id="{E6D46E39-FB99-4BF4-B965-51E1513752D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504563" y="4818826"/>
            <a:ext cx="5285016" cy="1796570"/>
          </a:xfrm>
          <a:prstGeom prst="rect">
            <a:avLst/>
          </a:prstGeom>
        </p:spPr>
      </p:pic>
      <p:sp>
        <p:nvSpPr>
          <p:cNvPr id="3" name="Titre 2">
            <a:extLst>
              <a:ext uri="{FF2B5EF4-FFF2-40B4-BE49-F238E27FC236}">
                <a16:creationId xmlns:a16="http://schemas.microsoft.com/office/drawing/2014/main" id="{77144D3E-4538-47FE-9291-A9AD3DA2C797}"/>
              </a:ext>
            </a:extLst>
          </p:cNvPr>
          <p:cNvSpPr>
            <a:spLocks noGrp="1"/>
          </p:cNvSpPr>
          <p:nvPr>
            <p:ph type="title"/>
          </p:nvPr>
        </p:nvSpPr>
        <p:spPr>
          <a:xfrm>
            <a:off x="551057" y="2167739"/>
            <a:ext cx="10816719" cy="2728614"/>
          </a:xfrm>
        </p:spPr>
        <p:txBody>
          <a:bodyPr vert="horz">
            <a:normAutofit/>
          </a:bodyPr>
          <a:lstStyle>
            <a:lvl1pPr marL="0" indent="0" algn="r" defTabSz="914400" rtl="0" eaLnBrk="1" latinLnBrk="0" hangingPunct="1">
              <a:lnSpc>
                <a:spcPct val="80000"/>
              </a:lnSpc>
              <a:spcBef>
                <a:spcPts val="1000"/>
              </a:spcBef>
              <a:buFont typeface="Arial" panose="020B0604020202020204" pitchFamily="34" charset="0"/>
              <a:buNone/>
              <a:defRPr lang="fr-FR" sz="8800" b="1" i="0" kern="1200" spc="-200" dirty="0">
                <a:solidFill>
                  <a:schemeClr val="bg1"/>
                </a:solidFill>
                <a:latin typeface="+mj-lt"/>
                <a:ea typeface="+mn-ea"/>
                <a:cs typeface="+mn-cs"/>
              </a:defRPr>
            </a:lvl1pPr>
          </a:lstStyle>
          <a:p>
            <a:r>
              <a:rPr lang="fr-FR"/>
              <a:t>Modifiez le style du titre</a:t>
            </a:r>
          </a:p>
        </p:txBody>
      </p:sp>
    </p:spTree>
    <p:extLst>
      <p:ext uri="{BB962C8B-B14F-4D97-AF65-F5344CB8AC3E}">
        <p14:creationId xmlns:p14="http://schemas.microsoft.com/office/powerpoint/2010/main" val="39442835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ande gauche grise">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4C55C73E-1F28-FCD2-3F36-BA93C1A8013C}"/>
              </a:ext>
            </a:extLst>
          </p:cNvPr>
          <p:cNvGraphicFramePr>
            <a:graphicFrameLocks noChangeAspect="1"/>
          </p:cNvGraphicFramePr>
          <p:nvPr>
            <p:custDataLst>
              <p:tags r:id="rId1"/>
            </p:custDataLst>
            <p:extLst>
              <p:ext uri="{D42A27DB-BD31-4B8C-83A1-F6EECF244321}">
                <p14:modId xmlns:p14="http://schemas.microsoft.com/office/powerpoint/2010/main" val="34209557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4C55C73E-1F28-FCD2-3F36-BA93C1A8013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Rectangle 8">
            <a:extLst>
              <a:ext uri="{FF2B5EF4-FFF2-40B4-BE49-F238E27FC236}">
                <a16:creationId xmlns:a16="http://schemas.microsoft.com/office/drawing/2014/main" id="{70FB9975-02E6-5AA9-F3E3-25070AE0C3B8}"/>
              </a:ext>
            </a:extLst>
          </p:cNvPr>
          <p:cNvSpPr/>
          <p:nvPr/>
        </p:nvSpPr>
        <p:spPr>
          <a:xfrm>
            <a:off x="155574" y="152399"/>
            <a:ext cx="3378933" cy="65532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latin typeface="+mj-lt"/>
            </a:endParaRPr>
          </a:p>
        </p:txBody>
      </p:sp>
      <p:sp>
        <p:nvSpPr>
          <p:cNvPr id="2" name="Titre 1">
            <a:extLst>
              <a:ext uri="{FF2B5EF4-FFF2-40B4-BE49-F238E27FC236}">
                <a16:creationId xmlns:a16="http://schemas.microsoft.com/office/drawing/2014/main" id="{D34001D4-DA23-4BD4-5445-0413E39D08E0}"/>
              </a:ext>
            </a:extLst>
          </p:cNvPr>
          <p:cNvSpPr>
            <a:spLocks noGrp="1"/>
          </p:cNvSpPr>
          <p:nvPr>
            <p:ph type="title" hasCustomPrompt="1"/>
          </p:nvPr>
        </p:nvSpPr>
        <p:spPr>
          <a:xfrm>
            <a:off x="380997" y="2030353"/>
            <a:ext cx="2749065" cy="360000"/>
          </a:xfrm>
        </p:spPr>
        <p:txBody>
          <a:bodyPr vert="horz" lIns="91440" tIns="45720" rIns="91440" bIns="45720" rtlCol="0" anchor="t">
            <a:noAutofit/>
          </a:bodyPr>
          <a:lstStyle>
            <a:lvl1pPr>
              <a:defRPr lang="fr-FR" dirty="0"/>
            </a:lvl1pPr>
          </a:lstStyle>
          <a:p>
            <a:pPr lvl="0"/>
            <a:r>
              <a:rPr lang="fr-FR"/>
              <a:t>Titre</a:t>
            </a:r>
          </a:p>
        </p:txBody>
      </p:sp>
      <p:sp>
        <p:nvSpPr>
          <p:cNvPr id="3" name="Espace réservé du pied de page 2">
            <a:extLst>
              <a:ext uri="{FF2B5EF4-FFF2-40B4-BE49-F238E27FC236}">
                <a16:creationId xmlns:a16="http://schemas.microsoft.com/office/drawing/2014/main" id="{25F0B61A-F63C-180C-875F-BF2F8EE1C539}"/>
              </a:ext>
            </a:extLst>
          </p:cNvPr>
          <p:cNvSpPr>
            <a:spLocks noGrp="1"/>
          </p:cNvSpPr>
          <p:nvPr>
            <p:ph type="ftr" sz="quarter" idx="10"/>
          </p:nvPr>
        </p:nvSpPr>
        <p:spPr>
          <a:xfrm>
            <a:off x="3534508" y="6339417"/>
            <a:ext cx="5888442" cy="365125"/>
          </a:xfrm>
        </p:spPr>
        <p:txBody>
          <a:bodyPr/>
          <a:lstStyle/>
          <a:p>
            <a:endParaRPr lang="fr-FR"/>
          </a:p>
        </p:txBody>
      </p:sp>
      <p:sp>
        <p:nvSpPr>
          <p:cNvPr id="4" name="Espace réservé du numéro de diapositive 3">
            <a:extLst>
              <a:ext uri="{FF2B5EF4-FFF2-40B4-BE49-F238E27FC236}">
                <a16:creationId xmlns:a16="http://schemas.microsoft.com/office/drawing/2014/main" id="{1BF62DE9-7AC1-E144-7ADD-B32A018D6683}"/>
              </a:ext>
            </a:extLst>
          </p:cNvPr>
          <p:cNvSpPr>
            <a:spLocks noGrp="1"/>
          </p:cNvSpPr>
          <p:nvPr>
            <p:ph type="sldNum" sz="quarter" idx="11"/>
          </p:nvPr>
        </p:nvSpPr>
        <p:spPr>
          <a:xfrm>
            <a:off x="11219530" y="6340475"/>
            <a:ext cx="591470" cy="365125"/>
          </a:xfrm>
        </p:spPr>
        <p:txBody>
          <a:bodyPr/>
          <a:lstStyle/>
          <a:p>
            <a:fld id="{BE9517EC-C298-4848-B090-11602D956FCE}" type="slidenum">
              <a:rPr lang="fr-FR" smtClean="0"/>
              <a:pPr/>
              <a:t>‹N°›</a:t>
            </a:fld>
            <a:endParaRPr lang="fr-FR"/>
          </a:p>
        </p:txBody>
      </p:sp>
      <p:sp>
        <p:nvSpPr>
          <p:cNvPr id="8" name="TextBox 8">
            <a:extLst>
              <a:ext uri="{FF2B5EF4-FFF2-40B4-BE49-F238E27FC236}">
                <a16:creationId xmlns:a16="http://schemas.microsoft.com/office/drawing/2014/main" id="{B1B33616-6D65-DB30-4453-6813484D6A8F}"/>
              </a:ext>
            </a:extLst>
          </p:cNvPr>
          <p:cNvSpPr txBox="1"/>
          <p:nvPr/>
        </p:nvSpPr>
        <p:spPr>
          <a:xfrm>
            <a:off x="380997" y="6406563"/>
            <a:ext cx="1723549" cy="230832"/>
          </a:xfrm>
          <a:prstGeom prst="rect">
            <a:avLst/>
          </a:prstGeom>
          <a:noFill/>
        </p:spPr>
        <p:txBody>
          <a:bodyPr wrap="none" rtlCol="0" anchor="ctr">
            <a:spAutoFit/>
          </a:bodyPr>
          <a:lstStyle>
            <a:defPPr>
              <a:defRPr lang="fr-FR"/>
            </a:defPPr>
            <a:lvl1pPr marR="0" lvl="0" indent="0" fontAlgn="auto">
              <a:lnSpc>
                <a:spcPct val="100000"/>
              </a:lnSpc>
              <a:spcBef>
                <a:spcPts val="0"/>
              </a:spcBef>
              <a:spcAft>
                <a:spcPts val="0"/>
              </a:spcAft>
              <a:buClrTx/>
              <a:buSzTx/>
              <a:buFontTx/>
              <a:buNone/>
              <a:tabLst/>
              <a:defRPr kumimoji="0" sz="900" b="0" i="0" u="none" strike="noStrike" cap="none" spc="0" normalizeH="0" baseline="0">
                <a:ln>
                  <a:noFill/>
                </a:ln>
                <a:solidFill>
                  <a:schemeClr val="tx2"/>
                </a:solidFill>
                <a:effectLst/>
                <a:uLnTx/>
                <a:uFillTx/>
                <a:latin typeface="Raleway Light" panose="020B0003030101060003" pitchFamily="34" charset="0"/>
              </a:defRPr>
            </a:lvl1pPr>
          </a:lstStyle>
          <a:p>
            <a:pPr lvl="0"/>
            <a:r>
              <a:rPr lang="fr-FR" noProof="0">
                <a:latin typeface="+mj-lt"/>
              </a:rPr>
              <a:t>© ACI partners | Confidentiel </a:t>
            </a:r>
          </a:p>
        </p:txBody>
      </p:sp>
      <p:sp>
        <p:nvSpPr>
          <p:cNvPr id="10" name="Espace réservé du contenu 11">
            <a:extLst>
              <a:ext uri="{FF2B5EF4-FFF2-40B4-BE49-F238E27FC236}">
                <a16:creationId xmlns:a16="http://schemas.microsoft.com/office/drawing/2014/main" id="{4C4BA35F-4E6C-F444-2E60-7BFAA60BC237}"/>
              </a:ext>
            </a:extLst>
          </p:cNvPr>
          <p:cNvSpPr>
            <a:spLocks noGrp="1"/>
          </p:cNvSpPr>
          <p:nvPr>
            <p:ph sz="quarter" idx="12"/>
          </p:nvPr>
        </p:nvSpPr>
        <p:spPr>
          <a:xfrm>
            <a:off x="3706694" y="1606555"/>
            <a:ext cx="8104305" cy="457040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42159756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ande bleue à droite">
    <p:spTree>
      <p:nvGrpSpPr>
        <p:cNvPr id="1" name=""/>
        <p:cNvGrpSpPr/>
        <p:nvPr/>
      </p:nvGrpSpPr>
      <p:grpSpPr>
        <a:xfrm>
          <a:off x="0" y="0"/>
          <a:ext cx="0" cy="0"/>
          <a:chOff x="0" y="0"/>
          <a:chExt cx="0" cy="0"/>
        </a:xfrm>
      </p:grpSpPr>
      <p:graphicFrame>
        <p:nvGraphicFramePr>
          <p:cNvPr id="6" name="Objet 5" hidden="1">
            <a:extLst>
              <a:ext uri="{FF2B5EF4-FFF2-40B4-BE49-F238E27FC236}">
                <a16:creationId xmlns:a16="http://schemas.microsoft.com/office/drawing/2014/main" id="{96B5FBC2-58AC-2FAF-7D78-BF6E106ED017}"/>
              </a:ext>
            </a:extLst>
          </p:cNvPr>
          <p:cNvGraphicFramePr>
            <a:graphicFrameLocks noChangeAspect="1"/>
          </p:cNvGraphicFramePr>
          <p:nvPr>
            <p:custDataLst>
              <p:tags r:id="rId1"/>
            </p:custDataLst>
            <p:extLst>
              <p:ext uri="{D42A27DB-BD31-4B8C-83A1-F6EECF244321}">
                <p14:modId xmlns:p14="http://schemas.microsoft.com/office/powerpoint/2010/main" val="27410171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6" name="Objet 5" hidden="1">
                        <a:extLst>
                          <a:ext uri="{FF2B5EF4-FFF2-40B4-BE49-F238E27FC236}">
                            <a16:creationId xmlns:a16="http://schemas.microsoft.com/office/drawing/2014/main" id="{96B5FBC2-58AC-2FAF-7D78-BF6E106ED0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Rectangle 6">
            <a:extLst>
              <a:ext uri="{FF2B5EF4-FFF2-40B4-BE49-F238E27FC236}">
                <a16:creationId xmlns:a16="http://schemas.microsoft.com/office/drawing/2014/main" id="{CF30EC56-780E-456D-F690-0606D4ED1B3A}"/>
              </a:ext>
            </a:extLst>
          </p:cNvPr>
          <p:cNvSpPr/>
          <p:nvPr/>
        </p:nvSpPr>
        <p:spPr>
          <a:xfrm>
            <a:off x="9504486" y="152401"/>
            <a:ext cx="2531939" cy="65480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latin typeface="Raleway" panose="020B0003030101060003" pitchFamily="34" charset="0"/>
                <a:cs typeface="Arial" panose="020B0604020202020204" pitchFamily="34" charset="0"/>
              </a:rPr>
              <a:t> </a:t>
            </a:r>
          </a:p>
        </p:txBody>
      </p:sp>
      <p:sp>
        <p:nvSpPr>
          <p:cNvPr id="2" name="Titre 1">
            <a:extLst>
              <a:ext uri="{FF2B5EF4-FFF2-40B4-BE49-F238E27FC236}">
                <a16:creationId xmlns:a16="http://schemas.microsoft.com/office/drawing/2014/main" id="{0934E31E-55AD-3016-4711-D984139036C6}"/>
              </a:ext>
            </a:extLst>
          </p:cNvPr>
          <p:cNvSpPr>
            <a:spLocks noGrp="1"/>
          </p:cNvSpPr>
          <p:nvPr>
            <p:ph type="title" hasCustomPrompt="1"/>
          </p:nvPr>
        </p:nvSpPr>
        <p:spPr>
          <a:xfrm>
            <a:off x="380997" y="485693"/>
            <a:ext cx="9041953" cy="360000"/>
          </a:xfrm>
        </p:spPr>
        <p:txBody>
          <a:bodyPr vert="horz"/>
          <a:lstStyle/>
          <a:p>
            <a:r>
              <a:rPr lang="fr-FR"/>
              <a:t>Titre</a:t>
            </a:r>
          </a:p>
        </p:txBody>
      </p:sp>
      <p:sp>
        <p:nvSpPr>
          <p:cNvPr id="3" name="Espace réservé du pied de page 2">
            <a:extLst>
              <a:ext uri="{FF2B5EF4-FFF2-40B4-BE49-F238E27FC236}">
                <a16:creationId xmlns:a16="http://schemas.microsoft.com/office/drawing/2014/main" id="{48959EE3-0C1B-69B4-97CA-86F4273E5DE0}"/>
              </a:ext>
            </a:extLst>
          </p:cNvPr>
          <p:cNvSpPr>
            <a:spLocks noGrp="1"/>
          </p:cNvSpPr>
          <p:nvPr>
            <p:ph type="ftr" sz="quarter" idx="10"/>
          </p:nvPr>
        </p:nvSpPr>
        <p:spPr>
          <a:xfrm>
            <a:off x="2104549" y="6340476"/>
            <a:ext cx="7318401" cy="360000"/>
          </a:xfrm>
        </p:spPr>
        <p:txBody>
          <a:bodyPr/>
          <a:lstStyle/>
          <a:p>
            <a:endParaRPr lang="fr-FR"/>
          </a:p>
        </p:txBody>
      </p:sp>
      <p:sp>
        <p:nvSpPr>
          <p:cNvPr id="4" name="Espace réservé du numéro de diapositive 3">
            <a:extLst>
              <a:ext uri="{FF2B5EF4-FFF2-40B4-BE49-F238E27FC236}">
                <a16:creationId xmlns:a16="http://schemas.microsoft.com/office/drawing/2014/main" id="{72DF3A06-8A18-CB78-2E4B-836454BCF124}"/>
              </a:ext>
            </a:extLst>
          </p:cNvPr>
          <p:cNvSpPr>
            <a:spLocks noGrp="1"/>
          </p:cNvSpPr>
          <p:nvPr>
            <p:ph type="sldNum" sz="quarter" idx="11"/>
          </p:nvPr>
        </p:nvSpPr>
        <p:spPr>
          <a:xfrm>
            <a:off x="11219530" y="6340475"/>
            <a:ext cx="591470" cy="360001"/>
          </a:xfrm>
        </p:spPr>
        <p:txBody>
          <a:bodyPr/>
          <a:lstStyle>
            <a:lvl1pPr>
              <a:defRPr>
                <a:solidFill>
                  <a:schemeClr val="bg1"/>
                </a:solidFill>
              </a:defRPr>
            </a:lvl1pPr>
          </a:lstStyle>
          <a:p>
            <a:fld id="{BE9517EC-C298-4848-B090-11602D956FCE}" type="slidenum">
              <a:rPr lang="fr-FR" smtClean="0"/>
              <a:pPr/>
              <a:t>‹N°›</a:t>
            </a:fld>
            <a:endParaRPr lang="fr-FR"/>
          </a:p>
        </p:txBody>
      </p:sp>
      <p:sp>
        <p:nvSpPr>
          <p:cNvPr id="5" name="Espace réservé du texte 13">
            <a:extLst>
              <a:ext uri="{FF2B5EF4-FFF2-40B4-BE49-F238E27FC236}">
                <a16:creationId xmlns:a16="http://schemas.microsoft.com/office/drawing/2014/main" id="{317CE532-FD4B-B975-10B5-801C19408195}"/>
              </a:ext>
            </a:extLst>
          </p:cNvPr>
          <p:cNvSpPr>
            <a:spLocks noGrp="1"/>
          </p:cNvSpPr>
          <p:nvPr>
            <p:ph type="body" sz="quarter" idx="13" hasCustomPrompt="1"/>
          </p:nvPr>
        </p:nvSpPr>
        <p:spPr>
          <a:xfrm>
            <a:off x="380995" y="1106551"/>
            <a:ext cx="9041953" cy="360000"/>
          </a:xfrm>
        </p:spPr>
        <p:txBody>
          <a:bodyPr anchor="t">
            <a:noAutofit/>
          </a:bodyPr>
          <a:lstStyle>
            <a:lvl1pPr marL="0" indent="0">
              <a:buNone/>
              <a:defRPr sz="1600">
                <a:solidFill>
                  <a:schemeClr val="tx2"/>
                </a:solidFill>
                <a:latin typeface="+mj-lt"/>
              </a:defRPr>
            </a:lvl1pPr>
          </a:lstStyle>
          <a:p>
            <a:pPr lvl="0"/>
            <a:r>
              <a:rPr lang="fr-FR"/>
              <a:t>Sous titre</a:t>
            </a:r>
          </a:p>
        </p:txBody>
      </p:sp>
      <p:pic>
        <p:nvPicPr>
          <p:cNvPr id="8" name="Graphic 12">
            <a:extLst>
              <a:ext uri="{FF2B5EF4-FFF2-40B4-BE49-F238E27FC236}">
                <a16:creationId xmlns:a16="http://schemas.microsoft.com/office/drawing/2014/main" id="{D53CA171-068E-EDB1-7CF5-A2BB8CAEC11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422950" y="6232787"/>
            <a:ext cx="1796580" cy="610723"/>
          </a:xfrm>
          <a:prstGeom prst="rect">
            <a:avLst/>
          </a:prstGeom>
        </p:spPr>
      </p:pic>
      <p:sp>
        <p:nvSpPr>
          <p:cNvPr id="9" name="Espace réservé du contenu 11">
            <a:extLst>
              <a:ext uri="{FF2B5EF4-FFF2-40B4-BE49-F238E27FC236}">
                <a16:creationId xmlns:a16="http://schemas.microsoft.com/office/drawing/2014/main" id="{B8E04866-5B0C-A17E-298A-637EC30BB1CD}"/>
              </a:ext>
            </a:extLst>
          </p:cNvPr>
          <p:cNvSpPr>
            <a:spLocks noGrp="1"/>
          </p:cNvSpPr>
          <p:nvPr>
            <p:ph sz="quarter" idx="12"/>
          </p:nvPr>
        </p:nvSpPr>
        <p:spPr>
          <a:xfrm>
            <a:off x="380997" y="1825624"/>
            <a:ext cx="9041952"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197273557"/>
      </p:ext>
    </p:extLst>
  </p:cSld>
  <p:clrMapOvr>
    <a:masterClrMapping/>
  </p:clrMapOvr>
  <p:extLst>
    <p:ext uri="{DCECCB84-F9BA-43D5-87BE-67443E8EF086}">
      <p15:sldGuideLst xmlns:p15="http://schemas.microsoft.com/office/powerpoint/2012/main">
        <p15:guide id="2" orient="horz" pos="4224">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re et contenu">
    <p:spTree>
      <p:nvGrpSpPr>
        <p:cNvPr id="1" name=""/>
        <p:cNvGrpSpPr/>
        <p:nvPr/>
      </p:nvGrpSpPr>
      <p:grpSpPr>
        <a:xfrm>
          <a:off x="0" y="0"/>
          <a:ext cx="0" cy="0"/>
          <a:chOff x="0" y="0"/>
          <a:chExt cx="0" cy="0"/>
        </a:xfrm>
      </p:grpSpPr>
      <p:graphicFrame>
        <p:nvGraphicFramePr>
          <p:cNvPr id="10" name="Objet 9" hidden="1">
            <a:extLst>
              <a:ext uri="{FF2B5EF4-FFF2-40B4-BE49-F238E27FC236}">
                <a16:creationId xmlns:a16="http://schemas.microsoft.com/office/drawing/2014/main" id="{05A7B304-0FC6-A7CA-FA84-47B4F0706119}"/>
              </a:ext>
            </a:extLst>
          </p:cNvPr>
          <p:cNvGraphicFramePr>
            <a:graphicFrameLocks noChangeAspect="1"/>
          </p:cNvGraphicFramePr>
          <p:nvPr>
            <p:custDataLst>
              <p:tags r:id="rId1"/>
            </p:custDataLst>
            <p:extLst>
              <p:ext uri="{D42A27DB-BD31-4B8C-83A1-F6EECF244321}">
                <p14:modId xmlns:p14="http://schemas.microsoft.com/office/powerpoint/2010/main" val="125595358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10" name="Objet 9" hidden="1">
                        <a:extLst>
                          <a:ext uri="{FF2B5EF4-FFF2-40B4-BE49-F238E27FC236}">
                            <a16:creationId xmlns:a16="http://schemas.microsoft.com/office/drawing/2014/main" id="{05A7B304-0FC6-A7CA-FA84-47B4F070611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54BAF359-327C-B4E8-9F79-27F34771BBEA}"/>
              </a:ext>
            </a:extLst>
          </p:cNvPr>
          <p:cNvSpPr>
            <a:spLocks noGrp="1"/>
          </p:cNvSpPr>
          <p:nvPr>
            <p:ph type="title" hasCustomPrompt="1"/>
          </p:nvPr>
        </p:nvSpPr>
        <p:spPr/>
        <p:txBody>
          <a:bodyPr vert="horz" anchor="t"/>
          <a:lstStyle>
            <a:lvl1pPr>
              <a:defRPr>
                <a:latin typeface="+mj-lt"/>
              </a:defRPr>
            </a:lvl1pPr>
          </a:lstStyle>
          <a:p>
            <a:r>
              <a:rPr lang="fr-FR"/>
              <a:t>Titre</a:t>
            </a:r>
          </a:p>
        </p:txBody>
      </p:sp>
      <p:sp>
        <p:nvSpPr>
          <p:cNvPr id="3" name="Espace réservé du pied de page 2">
            <a:extLst>
              <a:ext uri="{FF2B5EF4-FFF2-40B4-BE49-F238E27FC236}">
                <a16:creationId xmlns:a16="http://schemas.microsoft.com/office/drawing/2014/main" id="{3E6FB74B-9577-0CA4-476E-AF81AA57CDBE}"/>
              </a:ext>
            </a:extLst>
          </p:cNvPr>
          <p:cNvSpPr>
            <a:spLocks noGrp="1"/>
          </p:cNvSpPr>
          <p:nvPr>
            <p:ph type="ftr" sz="quarter" idx="10"/>
          </p:nvPr>
        </p:nvSpPr>
        <p:spPr/>
        <p:txBody>
          <a:bodyPr/>
          <a:lstStyle/>
          <a:p>
            <a:endParaRPr lang="fr-FR"/>
          </a:p>
        </p:txBody>
      </p:sp>
      <p:sp>
        <p:nvSpPr>
          <p:cNvPr id="4" name="Espace réservé du numéro de diapositive 3">
            <a:extLst>
              <a:ext uri="{FF2B5EF4-FFF2-40B4-BE49-F238E27FC236}">
                <a16:creationId xmlns:a16="http://schemas.microsoft.com/office/drawing/2014/main" id="{527C0B86-BB50-84CF-E7B5-FAD5FB9A6B50}"/>
              </a:ext>
            </a:extLst>
          </p:cNvPr>
          <p:cNvSpPr>
            <a:spLocks noGrp="1"/>
          </p:cNvSpPr>
          <p:nvPr>
            <p:ph type="sldNum" sz="quarter" idx="11"/>
          </p:nvPr>
        </p:nvSpPr>
        <p:spPr/>
        <p:txBody>
          <a:bodyPr/>
          <a:lstStyle/>
          <a:p>
            <a:fld id="{BE9517EC-C298-4848-B090-11602D956FCE}" type="slidenum">
              <a:rPr lang="fr-FR" smtClean="0"/>
              <a:pPr/>
              <a:t>‹N°›</a:t>
            </a:fld>
            <a:endParaRPr lang="fr-FR"/>
          </a:p>
        </p:txBody>
      </p:sp>
      <p:sp>
        <p:nvSpPr>
          <p:cNvPr id="12" name="Espace réservé du contenu 11">
            <a:extLst>
              <a:ext uri="{FF2B5EF4-FFF2-40B4-BE49-F238E27FC236}">
                <a16:creationId xmlns:a16="http://schemas.microsoft.com/office/drawing/2014/main" id="{2541A85A-BD07-8F9E-3F4A-2FA68B1A9116}"/>
              </a:ext>
            </a:extLst>
          </p:cNvPr>
          <p:cNvSpPr>
            <a:spLocks noGrp="1"/>
          </p:cNvSpPr>
          <p:nvPr>
            <p:ph sz="quarter" idx="12"/>
          </p:nvPr>
        </p:nvSpPr>
        <p:spPr>
          <a:xfrm>
            <a:off x="380996" y="1825624"/>
            <a:ext cx="11430003"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4" name="Espace réservé du texte 13">
            <a:extLst>
              <a:ext uri="{FF2B5EF4-FFF2-40B4-BE49-F238E27FC236}">
                <a16:creationId xmlns:a16="http://schemas.microsoft.com/office/drawing/2014/main" id="{73C495DC-BFBC-1250-EA79-F47766C421FF}"/>
              </a:ext>
            </a:extLst>
          </p:cNvPr>
          <p:cNvSpPr>
            <a:spLocks noGrp="1"/>
          </p:cNvSpPr>
          <p:nvPr>
            <p:ph type="body" sz="quarter" idx="13" hasCustomPrompt="1"/>
          </p:nvPr>
        </p:nvSpPr>
        <p:spPr>
          <a:xfrm>
            <a:off x="380995" y="1106551"/>
            <a:ext cx="11430003" cy="360000"/>
          </a:xfrm>
        </p:spPr>
        <p:txBody>
          <a:bodyPr anchor="t">
            <a:noAutofit/>
          </a:bodyPr>
          <a:lstStyle>
            <a:lvl1pPr marL="0" indent="0">
              <a:buFont typeface="Arial" panose="020B0604020202020204" pitchFamily="34" charset="0"/>
              <a:buNone/>
              <a:defRPr sz="1600">
                <a:solidFill>
                  <a:schemeClr val="tx2"/>
                </a:solidFill>
                <a:latin typeface="+mj-lt"/>
              </a:defRPr>
            </a:lvl1pPr>
          </a:lstStyle>
          <a:p>
            <a:pPr lvl="0"/>
            <a:r>
              <a:rPr lang="fr-FR"/>
              <a:t>Sous titre</a:t>
            </a:r>
          </a:p>
        </p:txBody>
      </p:sp>
    </p:spTree>
    <p:extLst>
      <p:ext uri="{BB962C8B-B14F-4D97-AF65-F5344CB8AC3E}">
        <p14:creationId xmlns:p14="http://schemas.microsoft.com/office/powerpoint/2010/main" val="3828655395"/>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Deux contenus">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E584D3DA-06A6-90D1-6DF7-2FEA8FFF468E}"/>
              </a:ext>
            </a:extLst>
          </p:cNvPr>
          <p:cNvGraphicFramePr>
            <a:graphicFrameLocks noChangeAspect="1"/>
          </p:cNvGraphicFramePr>
          <p:nvPr>
            <p:custDataLst>
              <p:tags r:id="rId1"/>
            </p:custDataLst>
            <p:extLst>
              <p:ext uri="{D42A27DB-BD31-4B8C-83A1-F6EECF244321}">
                <p14:modId xmlns:p14="http://schemas.microsoft.com/office/powerpoint/2010/main" val="36087087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E584D3DA-06A6-90D1-6DF7-2FEA8FFF468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D311293C-4E46-DE81-1031-5F6DB6582B31}"/>
              </a:ext>
            </a:extLst>
          </p:cNvPr>
          <p:cNvSpPr>
            <a:spLocks noGrp="1"/>
          </p:cNvSpPr>
          <p:nvPr>
            <p:ph type="title" hasCustomPrompt="1"/>
          </p:nvPr>
        </p:nvSpPr>
        <p:spPr>
          <a:xfrm>
            <a:off x="380997" y="485693"/>
            <a:ext cx="11430003" cy="360000"/>
          </a:xfrm>
        </p:spPr>
        <p:txBody>
          <a:bodyPr vert="horz"/>
          <a:lstStyle/>
          <a:p>
            <a:r>
              <a:rPr lang="fr-FR"/>
              <a:t>Titre</a:t>
            </a:r>
          </a:p>
        </p:txBody>
      </p:sp>
      <p:sp>
        <p:nvSpPr>
          <p:cNvPr id="3" name="Espace réservé du pied de page 2">
            <a:extLst>
              <a:ext uri="{FF2B5EF4-FFF2-40B4-BE49-F238E27FC236}">
                <a16:creationId xmlns:a16="http://schemas.microsoft.com/office/drawing/2014/main" id="{A2871FB5-AB60-3571-CD21-C2CCF30D22D3}"/>
              </a:ext>
            </a:extLst>
          </p:cNvPr>
          <p:cNvSpPr>
            <a:spLocks noGrp="1"/>
          </p:cNvSpPr>
          <p:nvPr>
            <p:ph type="ftr" sz="quarter" idx="10"/>
          </p:nvPr>
        </p:nvSpPr>
        <p:spPr/>
        <p:txBody>
          <a:bodyPr/>
          <a:lstStyle/>
          <a:p>
            <a:endParaRPr lang="fr-FR"/>
          </a:p>
        </p:txBody>
      </p:sp>
      <p:sp>
        <p:nvSpPr>
          <p:cNvPr id="4" name="Espace réservé du numéro de diapositive 3">
            <a:extLst>
              <a:ext uri="{FF2B5EF4-FFF2-40B4-BE49-F238E27FC236}">
                <a16:creationId xmlns:a16="http://schemas.microsoft.com/office/drawing/2014/main" id="{F5BDFD3E-908E-E3D9-AB3A-B8B70C08788C}"/>
              </a:ext>
            </a:extLst>
          </p:cNvPr>
          <p:cNvSpPr>
            <a:spLocks noGrp="1"/>
          </p:cNvSpPr>
          <p:nvPr>
            <p:ph type="sldNum" sz="quarter" idx="11"/>
          </p:nvPr>
        </p:nvSpPr>
        <p:spPr/>
        <p:txBody>
          <a:bodyPr/>
          <a:lstStyle/>
          <a:p>
            <a:fld id="{BE9517EC-C298-4848-B090-11602D956FCE}" type="slidenum">
              <a:rPr lang="fr-FR" smtClean="0"/>
              <a:pPr/>
              <a:t>‹N°›</a:t>
            </a:fld>
            <a:endParaRPr lang="fr-FR"/>
          </a:p>
        </p:txBody>
      </p:sp>
      <p:sp>
        <p:nvSpPr>
          <p:cNvPr id="5" name="Espace réservé du texte 11">
            <a:extLst>
              <a:ext uri="{FF2B5EF4-FFF2-40B4-BE49-F238E27FC236}">
                <a16:creationId xmlns:a16="http://schemas.microsoft.com/office/drawing/2014/main" id="{342B26D2-F03E-7490-0963-2AD80C3B6A8B}"/>
              </a:ext>
            </a:extLst>
          </p:cNvPr>
          <p:cNvSpPr>
            <a:spLocks noGrp="1"/>
          </p:cNvSpPr>
          <p:nvPr>
            <p:ph type="body" sz="quarter" idx="14" hasCustomPrompt="1"/>
          </p:nvPr>
        </p:nvSpPr>
        <p:spPr>
          <a:xfrm>
            <a:off x="380997" y="1106551"/>
            <a:ext cx="5580000" cy="360000"/>
          </a:xfrm>
        </p:spPr>
        <p:txBody>
          <a:bodyPr vert="horz" lIns="91440" tIns="45720" rIns="91440" bIns="45720" rtlCol="0" anchor="t">
            <a:noAutofit/>
          </a:bodyPr>
          <a:lstStyle>
            <a:lvl1pPr marL="0" indent="0" algn="ctr">
              <a:buFont typeface="+mj-lt"/>
              <a:buNone/>
              <a:defRPr lang="fr-FR" sz="1600" kern="1200" dirty="0">
                <a:solidFill>
                  <a:schemeClr val="tx2"/>
                </a:solidFill>
                <a:latin typeface="+mj-lt"/>
                <a:ea typeface="+mn-ea"/>
                <a:cs typeface="+mn-cs"/>
              </a:defRPr>
            </a:lvl1pPr>
          </a:lstStyle>
          <a:p>
            <a:pPr marL="228600" lvl="0" indent="-228600" algn="l" defTabSz="914400" rtl="0" eaLnBrk="1" latinLnBrk="0" hangingPunct="1">
              <a:lnSpc>
                <a:spcPct val="90000"/>
              </a:lnSpc>
              <a:spcBef>
                <a:spcPts val="1000"/>
              </a:spcBef>
              <a:buClr>
                <a:schemeClr val="tx2"/>
              </a:buClr>
            </a:pPr>
            <a:r>
              <a:rPr lang="fr-FR"/>
              <a:t>Sous titre</a:t>
            </a:r>
          </a:p>
        </p:txBody>
      </p:sp>
      <p:sp>
        <p:nvSpPr>
          <p:cNvPr id="6" name="Espace réservé du texte 11">
            <a:extLst>
              <a:ext uri="{FF2B5EF4-FFF2-40B4-BE49-F238E27FC236}">
                <a16:creationId xmlns:a16="http://schemas.microsoft.com/office/drawing/2014/main" id="{C09F6E40-0B05-4D05-F386-EB73033D29DB}"/>
              </a:ext>
            </a:extLst>
          </p:cNvPr>
          <p:cNvSpPr>
            <a:spLocks noGrp="1"/>
          </p:cNvSpPr>
          <p:nvPr>
            <p:ph type="body" sz="quarter" idx="15" hasCustomPrompt="1"/>
          </p:nvPr>
        </p:nvSpPr>
        <p:spPr>
          <a:xfrm>
            <a:off x="6231005" y="1106551"/>
            <a:ext cx="5580000" cy="360000"/>
          </a:xfrm>
        </p:spPr>
        <p:txBody>
          <a:bodyPr vert="horz" lIns="91440" tIns="45720" rIns="91440" bIns="45720" rtlCol="0" anchor="t">
            <a:noAutofit/>
          </a:bodyPr>
          <a:lstStyle>
            <a:lvl1pPr marL="0" indent="0" algn="ctr">
              <a:buFont typeface="+mj-lt"/>
              <a:buNone/>
              <a:defRPr lang="fr-FR" sz="1600" kern="1200" dirty="0">
                <a:solidFill>
                  <a:schemeClr val="tx2"/>
                </a:solidFill>
                <a:latin typeface="+mj-lt"/>
                <a:ea typeface="+mn-ea"/>
                <a:cs typeface="+mn-cs"/>
              </a:defRPr>
            </a:lvl1pPr>
          </a:lstStyle>
          <a:p>
            <a:pPr marL="228600" lvl="0" indent="-228600" algn="l" defTabSz="914400" rtl="0" eaLnBrk="1" latinLnBrk="0" hangingPunct="1">
              <a:lnSpc>
                <a:spcPct val="90000"/>
              </a:lnSpc>
              <a:spcBef>
                <a:spcPts val="1000"/>
              </a:spcBef>
              <a:buClr>
                <a:schemeClr val="tx2"/>
              </a:buClr>
            </a:pPr>
            <a:r>
              <a:rPr lang="fr-FR"/>
              <a:t>Sous titre</a:t>
            </a:r>
          </a:p>
        </p:txBody>
      </p:sp>
      <p:sp>
        <p:nvSpPr>
          <p:cNvPr id="12" name="Espace réservé du contenu 11">
            <a:extLst>
              <a:ext uri="{FF2B5EF4-FFF2-40B4-BE49-F238E27FC236}">
                <a16:creationId xmlns:a16="http://schemas.microsoft.com/office/drawing/2014/main" id="{BCE084AA-AC21-A352-45C9-B15AF5C04C30}"/>
              </a:ext>
            </a:extLst>
          </p:cNvPr>
          <p:cNvSpPr>
            <a:spLocks noGrp="1"/>
          </p:cNvSpPr>
          <p:nvPr>
            <p:ph sz="quarter" idx="12"/>
          </p:nvPr>
        </p:nvSpPr>
        <p:spPr>
          <a:xfrm>
            <a:off x="380997" y="1825624"/>
            <a:ext cx="5580000"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3" name="Espace réservé du contenu 11">
            <a:extLst>
              <a:ext uri="{FF2B5EF4-FFF2-40B4-BE49-F238E27FC236}">
                <a16:creationId xmlns:a16="http://schemas.microsoft.com/office/drawing/2014/main" id="{922C5E9B-333D-AE2C-4982-73E30FAD37C9}"/>
              </a:ext>
            </a:extLst>
          </p:cNvPr>
          <p:cNvSpPr>
            <a:spLocks noGrp="1"/>
          </p:cNvSpPr>
          <p:nvPr>
            <p:ph sz="quarter" idx="16"/>
          </p:nvPr>
        </p:nvSpPr>
        <p:spPr>
          <a:xfrm>
            <a:off x="6231005" y="1825624"/>
            <a:ext cx="5580000"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65781092"/>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Deux contenus 1-2">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E584D3DA-06A6-90D1-6DF7-2FEA8FFF468E}"/>
              </a:ext>
            </a:extLst>
          </p:cNvPr>
          <p:cNvGraphicFramePr>
            <a:graphicFrameLocks noChangeAspect="1"/>
          </p:cNvGraphicFramePr>
          <p:nvPr>
            <p:custDataLst>
              <p:tags r:id="rId1"/>
            </p:custDataLst>
            <p:extLst>
              <p:ext uri="{D42A27DB-BD31-4B8C-83A1-F6EECF244321}">
                <p14:modId xmlns:p14="http://schemas.microsoft.com/office/powerpoint/2010/main" val="78707776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E584D3DA-06A6-90D1-6DF7-2FEA8FFF468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D311293C-4E46-DE81-1031-5F6DB6582B31}"/>
              </a:ext>
            </a:extLst>
          </p:cNvPr>
          <p:cNvSpPr>
            <a:spLocks noGrp="1"/>
          </p:cNvSpPr>
          <p:nvPr>
            <p:ph type="title" hasCustomPrompt="1"/>
          </p:nvPr>
        </p:nvSpPr>
        <p:spPr>
          <a:xfrm>
            <a:off x="380997" y="485693"/>
            <a:ext cx="11430003" cy="360000"/>
          </a:xfrm>
        </p:spPr>
        <p:txBody>
          <a:bodyPr vert="horz"/>
          <a:lstStyle/>
          <a:p>
            <a:r>
              <a:rPr lang="fr-FR"/>
              <a:t>Titre</a:t>
            </a:r>
          </a:p>
        </p:txBody>
      </p:sp>
      <p:sp>
        <p:nvSpPr>
          <p:cNvPr id="3" name="Espace réservé du pied de page 2">
            <a:extLst>
              <a:ext uri="{FF2B5EF4-FFF2-40B4-BE49-F238E27FC236}">
                <a16:creationId xmlns:a16="http://schemas.microsoft.com/office/drawing/2014/main" id="{A2871FB5-AB60-3571-CD21-C2CCF30D22D3}"/>
              </a:ext>
            </a:extLst>
          </p:cNvPr>
          <p:cNvSpPr>
            <a:spLocks noGrp="1"/>
          </p:cNvSpPr>
          <p:nvPr>
            <p:ph type="ftr" sz="quarter" idx="10"/>
          </p:nvPr>
        </p:nvSpPr>
        <p:spPr/>
        <p:txBody>
          <a:bodyPr/>
          <a:lstStyle/>
          <a:p>
            <a:endParaRPr lang="fr-FR"/>
          </a:p>
        </p:txBody>
      </p:sp>
      <p:sp>
        <p:nvSpPr>
          <p:cNvPr id="4" name="Espace réservé du numéro de diapositive 3">
            <a:extLst>
              <a:ext uri="{FF2B5EF4-FFF2-40B4-BE49-F238E27FC236}">
                <a16:creationId xmlns:a16="http://schemas.microsoft.com/office/drawing/2014/main" id="{F5BDFD3E-908E-E3D9-AB3A-B8B70C08788C}"/>
              </a:ext>
            </a:extLst>
          </p:cNvPr>
          <p:cNvSpPr>
            <a:spLocks noGrp="1"/>
          </p:cNvSpPr>
          <p:nvPr>
            <p:ph type="sldNum" sz="quarter" idx="11"/>
          </p:nvPr>
        </p:nvSpPr>
        <p:spPr/>
        <p:txBody>
          <a:bodyPr/>
          <a:lstStyle/>
          <a:p>
            <a:fld id="{BE9517EC-C298-4848-B090-11602D956FCE}" type="slidenum">
              <a:rPr lang="fr-FR" smtClean="0"/>
              <a:pPr/>
              <a:t>‹N°›</a:t>
            </a:fld>
            <a:endParaRPr lang="fr-FR"/>
          </a:p>
        </p:txBody>
      </p:sp>
      <p:sp>
        <p:nvSpPr>
          <p:cNvPr id="5" name="Espace réservé du texte 11">
            <a:extLst>
              <a:ext uri="{FF2B5EF4-FFF2-40B4-BE49-F238E27FC236}">
                <a16:creationId xmlns:a16="http://schemas.microsoft.com/office/drawing/2014/main" id="{342B26D2-F03E-7490-0963-2AD80C3B6A8B}"/>
              </a:ext>
            </a:extLst>
          </p:cNvPr>
          <p:cNvSpPr>
            <a:spLocks noGrp="1"/>
          </p:cNvSpPr>
          <p:nvPr>
            <p:ph type="body" sz="quarter" idx="14" hasCustomPrompt="1"/>
          </p:nvPr>
        </p:nvSpPr>
        <p:spPr>
          <a:xfrm>
            <a:off x="380997" y="1106551"/>
            <a:ext cx="3780000" cy="360000"/>
          </a:xfrm>
        </p:spPr>
        <p:txBody>
          <a:bodyPr vert="horz" lIns="91440" tIns="45720" rIns="91440" bIns="45720" rtlCol="0" anchor="t">
            <a:noAutofit/>
          </a:bodyPr>
          <a:lstStyle>
            <a:lvl1pPr marL="0" indent="0" algn="ctr">
              <a:buFont typeface="+mj-lt"/>
              <a:buNone/>
              <a:defRPr lang="fr-FR" sz="1600" kern="1200" dirty="0">
                <a:solidFill>
                  <a:schemeClr val="tx2"/>
                </a:solidFill>
                <a:latin typeface="+mj-lt"/>
                <a:ea typeface="+mn-ea"/>
                <a:cs typeface="+mn-cs"/>
              </a:defRPr>
            </a:lvl1pPr>
          </a:lstStyle>
          <a:p>
            <a:pPr marL="228600" lvl="0" indent="-228600" algn="l" defTabSz="914400" rtl="0" eaLnBrk="1" latinLnBrk="0" hangingPunct="1">
              <a:lnSpc>
                <a:spcPct val="90000"/>
              </a:lnSpc>
              <a:spcBef>
                <a:spcPts val="1000"/>
              </a:spcBef>
              <a:buClr>
                <a:schemeClr val="tx2"/>
              </a:buClr>
            </a:pPr>
            <a:r>
              <a:rPr lang="fr-FR"/>
              <a:t>Sous titre</a:t>
            </a:r>
          </a:p>
        </p:txBody>
      </p:sp>
      <p:sp>
        <p:nvSpPr>
          <p:cNvPr id="12" name="Espace réservé du contenu 11">
            <a:extLst>
              <a:ext uri="{FF2B5EF4-FFF2-40B4-BE49-F238E27FC236}">
                <a16:creationId xmlns:a16="http://schemas.microsoft.com/office/drawing/2014/main" id="{BCE084AA-AC21-A352-45C9-B15AF5C04C30}"/>
              </a:ext>
            </a:extLst>
          </p:cNvPr>
          <p:cNvSpPr>
            <a:spLocks noGrp="1"/>
          </p:cNvSpPr>
          <p:nvPr>
            <p:ph sz="quarter" idx="12"/>
          </p:nvPr>
        </p:nvSpPr>
        <p:spPr>
          <a:xfrm>
            <a:off x="380997" y="1825624"/>
            <a:ext cx="3780000"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4" name="Espace réservé du texte 11">
            <a:extLst>
              <a:ext uri="{FF2B5EF4-FFF2-40B4-BE49-F238E27FC236}">
                <a16:creationId xmlns:a16="http://schemas.microsoft.com/office/drawing/2014/main" id="{9DBA95B2-8684-CA04-5C78-DBBABC955808}"/>
              </a:ext>
            </a:extLst>
          </p:cNvPr>
          <p:cNvSpPr>
            <a:spLocks noGrp="1"/>
          </p:cNvSpPr>
          <p:nvPr>
            <p:ph type="body" sz="quarter" idx="17" hasCustomPrompt="1"/>
          </p:nvPr>
        </p:nvSpPr>
        <p:spPr>
          <a:xfrm>
            <a:off x="4241999" y="1106551"/>
            <a:ext cx="7569001" cy="360000"/>
          </a:xfrm>
        </p:spPr>
        <p:txBody>
          <a:bodyPr vert="horz" lIns="91440" tIns="45720" rIns="91440" bIns="45720" rtlCol="0" anchor="t">
            <a:noAutofit/>
          </a:bodyPr>
          <a:lstStyle>
            <a:lvl1pPr marL="0" indent="0" algn="ctr">
              <a:buFont typeface="+mj-lt"/>
              <a:buNone/>
              <a:defRPr lang="fr-FR" sz="1600" kern="1200" dirty="0">
                <a:solidFill>
                  <a:schemeClr val="tx2"/>
                </a:solidFill>
                <a:latin typeface="+mj-lt"/>
                <a:ea typeface="+mn-ea"/>
                <a:cs typeface="+mn-cs"/>
              </a:defRPr>
            </a:lvl1pPr>
          </a:lstStyle>
          <a:p>
            <a:pPr marL="228600" lvl="0" indent="-228600" algn="l" defTabSz="914400" rtl="0" eaLnBrk="1" latinLnBrk="0" hangingPunct="1">
              <a:lnSpc>
                <a:spcPct val="90000"/>
              </a:lnSpc>
              <a:spcBef>
                <a:spcPts val="1000"/>
              </a:spcBef>
              <a:buClr>
                <a:schemeClr val="tx2"/>
              </a:buClr>
            </a:pPr>
            <a:r>
              <a:rPr lang="fr-FR"/>
              <a:t>Sous titre</a:t>
            </a:r>
          </a:p>
        </p:txBody>
      </p:sp>
      <p:sp>
        <p:nvSpPr>
          <p:cNvPr id="15" name="Espace réservé du contenu 11">
            <a:extLst>
              <a:ext uri="{FF2B5EF4-FFF2-40B4-BE49-F238E27FC236}">
                <a16:creationId xmlns:a16="http://schemas.microsoft.com/office/drawing/2014/main" id="{C27C6CE7-CF8F-073D-79CA-F6870172FD5D}"/>
              </a:ext>
            </a:extLst>
          </p:cNvPr>
          <p:cNvSpPr>
            <a:spLocks noGrp="1"/>
          </p:cNvSpPr>
          <p:nvPr>
            <p:ph sz="quarter" idx="18"/>
          </p:nvPr>
        </p:nvSpPr>
        <p:spPr>
          <a:xfrm>
            <a:off x="4241999" y="1825624"/>
            <a:ext cx="7569001"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5038872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Deux contenus 2-1">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E584D3DA-06A6-90D1-6DF7-2FEA8FFF468E}"/>
              </a:ext>
            </a:extLst>
          </p:cNvPr>
          <p:cNvGraphicFramePr>
            <a:graphicFrameLocks noChangeAspect="1"/>
          </p:cNvGraphicFramePr>
          <p:nvPr>
            <p:custDataLst>
              <p:tags r:id="rId1"/>
            </p:custDataLst>
            <p:extLst>
              <p:ext uri="{D42A27DB-BD31-4B8C-83A1-F6EECF244321}">
                <p14:modId xmlns:p14="http://schemas.microsoft.com/office/powerpoint/2010/main" val="28399407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E584D3DA-06A6-90D1-6DF7-2FEA8FFF468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D311293C-4E46-DE81-1031-5F6DB6582B31}"/>
              </a:ext>
            </a:extLst>
          </p:cNvPr>
          <p:cNvSpPr>
            <a:spLocks noGrp="1"/>
          </p:cNvSpPr>
          <p:nvPr>
            <p:ph type="title" hasCustomPrompt="1"/>
          </p:nvPr>
        </p:nvSpPr>
        <p:spPr>
          <a:xfrm>
            <a:off x="380997" y="485693"/>
            <a:ext cx="11430003" cy="360000"/>
          </a:xfrm>
        </p:spPr>
        <p:txBody>
          <a:bodyPr vert="horz"/>
          <a:lstStyle/>
          <a:p>
            <a:r>
              <a:rPr lang="fr-FR"/>
              <a:t>Titre</a:t>
            </a:r>
          </a:p>
        </p:txBody>
      </p:sp>
      <p:sp>
        <p:nvSpPr>
          <p:cNvPr id="3" name="Espace réservé du pied de page 2">
            <a:extLst>
              <a:ext uri="{FF2B5EF4-FFF2-40B4-BE49-F238E27FC236}">
                <a16:creationId xmlns:a16="http://schemas.microsoft.com/office/drawing/2014/main" id="{A2871FB5-AB60-3571-CD21-C2CCF30D22D3}"/>
              </a:ext>
            </a:extLst>
          </p:cNvPr>
          <p:cNvSpPr>
            <a:spLocks noGrp="1"/>
          </p:cNvSpPr>
          <p:nvPr>
            <p:ph type="ftr" sz="quarter" idx="10"/>
          </p:nvPr>
        </p:nvSpPr>
        <p:spPr/>
        <p:txBody>
          <a:bodyPr/>
          <a:lstStyle/>
          <a:p>
            <a:endParaRPr lang="fr-FR"/>
          </a:p>
        </p:txBody>
      </p:sp>
      <p:sp>
        <p:nvSpPr>
          <p:cNvPr id="4" name="Espace réservé du numéro de diapositive 3">
            <a:extLst>
              <a:ext uri="{FF2B5EF4-FFF2-40B4-BE49-F238E27FC236}">
                <a16:creationId xmlns:a16="http://schemas.microsoft.com/office/drawing/2014/main" id="{F5BDFD3E-908E-E3D9-AB3A-B8B70C08788C}"/>
              </a:ext>
            </a:extLst>
          </p:cNvPr>
          <p:cNvSpPr>
            <a:spLocks noGrp="1"/>
          </p:cNvSpPr>
          <p:nvPr>
            <p:ph type="sldNum" sz="quarter" idx="11"/>
          </p:nvPr>
        </p:nvSpPr>
        <p:spPr/>
        <p:txBody>
          <a:bodyPr/>
          <a:lstStyle/>
          <a:p>
            <a:fld id="{BE9517EC-C298-4848-B090-11602D956FCE}" type="slidenum">
              <a:rPr lang="fr-FR" smtClean="0"/>
              <a:pPr/>
              <a:t>‹N°›</a:t>
            </a:fld>
            <a:endParaRPr lang="fr-FR"/>
          </a:p>
        </p:txBody>
      </p:sp>
      <p:sp>
        <p:nvSpPr>
          <p:cNvPr id="5" name="Espace réservé du texte 11">
            <a:extLst>
              <a:ext uri="{FF2B5EF4-FFF2-40B4-BE49-F238E27FC236}">
                <a16:creationId xmlns:a16="http://schemas.microsoft.com/office/drawing/2014/main" id="{342B26D2-F03E-7490-0963-2AD80C3B6A8B}"/>
              </a:ext>
            </a:extLst>
          </p:cNvPr>
          <p:cNvSpPr>
            <a:spLocks noGrp="1"/>
          </p:cNvSpPr>
          <p:nvPr>
            <p:ph type="body" sz="quarter" idx="14" hasCustomPrompt="1"/>
          </p:nvPr>
        </p:nvSpPr>
        <p:spPr>
          <a:xfrm>
            <a:off x="380997" y="1106551"/>
            <a:ext cx="7641002" cy="360000"/>
          </a:xfrm>
        </p:spPr>
        <p:txBody>
          <a:bodyPr vert="horz" lIns="91440" tIns="45720" rIns="91440" bIns="45720" rtlCol="0" anchor="t">
            <a:noAutofit/>
          </a:bodyPr>
          <a:lstStyle>
            <a:lvl1pPr marL="0" indent="0" algn="ctr">
              <a:buFont typeface="+mj-lt"/>
              <a:buNone/>
              <a:defRPr lang="fr-FR" sz="1600" kern="1200" dirty="0">
                <a:solidFill>
                  <a:schemeClr val="tx2"/>
                </a:solidFill>
                <a:latin typeface="+mj-lt"/>
                <a:ea typeface="+mn-ea"/>
                <a:cs typeface="+mn-cs"/>
              </a:defRPr>
            </a:lvl1pPr>
          </a:lstStyle>
          <a:p>
            <a:pPr marL="228600" lvl="0" indent="-228600" algn="l" defTabSz="914400" rtl="0" eaLnBrk="1" latinLnBrk="0" hangingPunct="1">
              <a:lnSpc>
                <a:spcPct val="90000"/>
              </a:lnSpc>
              <a:spcBef>
                <a:spcPts val="1000"/>
              </a:spcBef>
              <a:buClr>
                <a:schemeClr val="tx2"/>
              </a:buClr>
            </a:pPr>
            <a:r>
              <a:rPr lang="fr-FR"/>
              <a:t>Sous titre</a:t>
            </a:r>
          </a:p>
        </p:txBody>
      </p:sp>
      <p:sp>
        <p:nvSpPr>
          <p:cNvPr id="12" name="Espace réservé du contenu 11">
            <a:extLst>
              <a:ext uri="{FF2B5EF4-FFF2-40B4-BE49-F238E27FC236}">
                <a16:creationId xmlns:a16="http://schemas.microsoft.com/office/drawing/2014/main" id="{BCE084AA-AC21-A352-45C9-B15AF5C04C30}"/>
              </a:ext>
            </a:extLst>
          </p:cNvPr>
          <p:cNvSpPr>
            <a:spLocks noGrp="1"/>
          </p:cNvSpPr>
          <p:nvPr>
            <p:ph sz="quarter" idx="12"/>
          </p:nvPr>
        </p:nvSpPr>
        <p:spPr>
          <a:xfrm>
            <a:off x="380996" y="1825624"/>
            <a:ext cx="7641001"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4" name="Espace réservé du texte 11">
            <a:extLst>
              <a:ext uri="{FF2B5EF4-FFF2-40B4-BE49-F238E27FC236}">
                <a16:creationId xmlns:a16="http://schemas.microsoft.com/office/drawing/2014/main" id="{9DBA95B2-8684-CA04-5C78-DBBABC955808}"/>
              </a:ext>
            </a:extLst>
          </p:cNvPr>
          <p:cNvSpPr>
            <a:spLocks noGrp="1"/>
          </p:cNvSpPr>
          <p:nvPr>
            <p:ph type="body" sz="quarter" idx="17" hasCustomPrompt="1"/>
          </p:nvPr>
        </p:nvSpPr>
        <p:spPr>
          <a:xfrm>
            <a:off x="8103000" y="1106551"/>
            <a:ext cx="3708000" cy="360000"/>
          </a:xfrm>
        </p:spPr>
        <p:txBody>
          <a:bodyPr vert="horz" lIns="91440" tIns="45720" rIns="91440" bIns="45720" rtlCol="0" anchor="t">
            <a:noAutofit/>
          </a:bodyPr>
          <a:lstStyle>
            <a:lvl1pPr marL="0" indent="0" algn="ctr">
              <a:buFont typeface="+mj-lt"/>
              <a:buNone/>
              <a:defRPr lang="fr-FR" sz="1600" kern="1200" dirty="0">
                <a:solidFill>
                  <a:schemeClr val="tx2"/>
                </a:solidFill>
                <a:latin typeface="+mj-lt"/>
                <a:ea typeface="+mn-ea"/>
                <a:cs typeface="+mn-cs"/>
              </a:defRPr>
            </a:lvl1pPr>
          </a:lstStyle>
          <a:p>
            <a:pPr marL="228600" lvl="0" indent="-228600" algn="l" defTabSz="914400" rtl="0" eaLnBrk="1" latinLnBrk="0" hangingPunct="1">
              <a:lnSpc>
                <a:spcPct val="90000"/>
              </a:lnSpc>
              <a:spcBef>
                <a:spcPts val="1000"/>
              </a:spcBef>
              <a:buClr>
                <a:schemeClr val="tx2"/>
              </a:buClr>
            </a:pPr>
            <a:r>
              <a:rPr lang="fr-FR"/>
              <a:t>Sous titre</a:t>
            </a:r>
          </a:p>
        </p:txBody>
      </p:sp>
      <p:sp>
        <p:nvSpPr>
          <p:cNvPr id="15" name="Espace réservé du contenu 11">
            <a:extLst>
              <a:ext uri="{FF2B5EF4-FFF2-40B4-BE49-F238E27FC236}">
                <a16:creationId xmlns:a16="http://schemas.microsoft.com/office/drawing/2014/main" id="{C27C6CE7-CF8F-073D-79CA-F6870172FD5D}"/>
              </a:ext>
            </a:extLst>
          </p:cNvPr>
          <p:cNvSpPr>
            <a:spLocks noGrp="1"/>
          </p:cNvSpPr>
          <p:nvPr>
            <p:ph sz="quarter" idx="18"/>
          </p:nvPr>
        </p:nvSpPr>
        <p:spPr>
          <a:xfrm>
            <a:off x="8103000" y="1825624"/>
            <a:ext cx="3708000"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949580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rois contenus">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E584D3DA-06A6-90D1-6DF7-2FEA8FFF468E}"/>
              </a:ext>
            </a:extLst>
          </p:cNvPr>
          <p:cNvGraphicFramePr>
            <a:graphicFrameLocks noChangeAspect="1"/>
          </p:cNvGraphicFramePr>
          <p:nvPr>
            <p:custDataLst>
              <p:tags r:id="rId1"/>
            </p:custDataLst>
            <p:extLst>
              <p:ext uri="{D42A27DB-BD31-4B8C-83A1-F6EECF244321}">
                <p14:modId xmlns:p14="http://schemas.microsoft.com/office/powerpoint/2010/main" val="40966173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E584D3DA-06A6-90D1-6DF7-2FEA8FFF468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D311293C-4E46-DE81-1031-5F6DB6582B31}"/>
              </a:ext>
            </a:extLst>
          </p:cNvPr>
          <p:cNvSpPr>
            <a:spLocks noGrp="1"/>
          </p:cNvSpPr>
          <p:nvPr>
            <p:ph type="title" hasCustomPrompt="1"/>
          </p:nvPr>
        </p:nvSpPr>
        <p:spPr>
          <a:xfrm>
            <a:off x="380997" y="485693"/>
            <a:ext cx="11430003" cy="360000"/>
          </a:xfrm>
        </p:spPr>
        <p:txBody>
          <a:bodyPr vert="horz"/>
          <a:lstStyle/>
          <a:p>
            <a:r>
              <a:rPr lang="fr-FR"/>
              <a:t>Titre</a:t>
            </a:r>
          </a:p>
        </p:txBody>
      </p:sp>
      <p:sp>
        <p:nvSpPr>
          <p:cNvPr id="3" name="Espace réservé du pied de page 2">
            <a:extLst>
              <a:ext uri="{FF2B5EF4-FFF2-40B4-BE49-F238E27FC236}">
                <a16:creationId xmlns:a16="http://schemas.microsoft.com/office/drawing/2014/main" id="{A2871FB5-AB60-3571-CD21-C2CCF30D22D3}"/>
              </a:ext>
            </a:extLst>
          </p:cNvPr>
          <p:cNvSpPr>
            <a:spLocks noGrp="1"/>
          </p:cNvSpPr>
          <p:nvPr>
            <p:ph type="ftr" sz="quarter" idx="10"/>
          </p:nvPr>
        </p:nvSpPr>
        <p:spPr/>
        <p:txBody>
          <a:bodyPr/>
          <a:lstStyle/>
          <a:p>
            <a:endParaRPr lang="fr-FR"/>
          </a:p>
        </p:txBody>
      </p:sp>
      <p:sp>
        <p:nvSpPr>
          <p:cNvPr id="4" name="Espace réservé du numéro de diapositive 3">
            <a:extLst>
              <a:ext uri="{FF2B5EF4-FFF2-40B4-BE49-F238E27FC236}">
                <a16:creationId xmlns:a16="http://schemas.microsoft.com/office/drawing/2014/main" id="{F5BDFD3E-908E-E3D9-AB3A-B8B70C08788C}"/>
              </a:ext>
            </a:extLst>
          </p:cNvPr>
          <p:cNvSpPr>
            <a:spLocks noGrp="1"/>
          </p:cNvSpPr>
          <p:nvPr>
            <p:ph type="sldNum" sz="quarter" idx="11"/>
          </p:nvPr>
        </p:nvSpPr>
        <p:spPr/>
        <p:txBody>
          <a:bodyPr/>
          <a:lstStyle/>
          <a:p>
            <a:fld id="{BE9517EC-C298-4848-B090-11602D956FCE}" type="slidenum">
              <a:rPr lang="fr-FR" smtClean="0"/>
              <a:pPr/>
              <a:t>‹N°›</a:t>
            </a:fld>
            <a:endParaRPr lang="fr-FR"/>
          </a:p>
        </p:txBody>
      </p:sp>
      <p:sp>
        <p:nvSpPr>
          <p:cNvPr id="5" name="Espace réservé du texte 11">
            <a:extLst>
              <a:ext uri="{FF2B5EF4-FFF2-40B4-BE49-F238E27FC236}">
                <a16:creationId xmlns:a16="http://schemas.microsoft.com/office/drawing/2014/main" id="{342B26D2-F03E-7490-0963-2AD80C3B6A8B}"/>
              </a:ext>
            </a:extLst>
          </p:cNvPr>
          <p:cNvSpPr>
            <a:spLocks noGrp="1"/>
          </p:cNvSpPr>
          <p:nvPr>
            <p:ph type="body" sz="quarter" idx="14" hasCustomPrompt="1"/>
          </p:nvPr>
        </p:nvSpPr>
        <p:spPr>
          <a:xfrm>
            <a:off x="380997" y="1106551"/>
            <a:ext cx="3780000" cy="360000"/>
          </a:xfrm>
        </p:spPr>
        <p:txBody>
          <a:bodyPr vert="horz" lIns="91440" tIns="45720" rIns="91440" bIns="45720" rtlCol="0" anchor="t">
            <a:noAutofit/>
          </a:bodyPr>
          <a:lstStyle>
            <a:lvl1pPr marL="0" indent="0" algn="ctr">
              <a:buFont typeface="+mj-lt"/>
              <a:buNone/>
              <a:defRPr lang="fr-FR" sz="1600" kern="1200" dirty="0">
                <a:solidFill>
                  <a:schemeClr val="tx2"/>
                </a:solidFill>
                <a:latin typeface="+mj-lt"/>
                <a:ea typeface="+mn-ea"/>
                <a:cs typeface="+mn-cs"/>
              </a:defRPr>
            </a:lvl1pPr>
          </a:lstStyle>
          <a:p>
            <a:pPr marL="228600" lvl="0" indent="-228600" algn="l" defTabSz="914400" rtl="0" eaLnBrk="1" latinLnBrk="0" hangingPunct="1">
              <a:lnSpc>
                <a:spcPct val="90000"/>
              </a:lnSpc>
              <a:spcBef>
                <a:spcPts val="1000"/>
              </a:spcBef>
              <a:buClr>
                <a:schemeClr val="tx2"/>
              </a:buClr>
            </a:pPr>
            <a:r>
              <a:rPr lang="fr-FR"/>
              <a:t>Sous titre</a:t>
            </a:r>
          </a:p>
        </p:txBody>
      </p:sp>
      <p:sp>
        <p:nvSpPr>
          <p:cNvPr id="12" name="Espace réservé du contenu 11">
            <a:extLst>
              <a:ext uri="{FF2B5EF4-FFF2-40B4-BE49-F238E27FC236}">
                <a16:creationId xmlns:a16="http://schemas.microsoft.com/office/drawing/2014/main" id="{BCE084AA-AC21-A352-45C9-B15AF5C04C30}"/>
              </a:ext>
            </a:extLst>
          </p:cNvPr>
          <p:cNvSpPr>
            <a:spLocks noGrp="1"/>
          </p:cNvSpPr>
          <p:nvPr>
            <p:ph sz="quarter" idx="12"/>
          </p:nvPr>
        </p:nvSpPr>
        <p:spPr>
          <a:xfrm>
            <a:off x="380997" y="1825624"/>
            <a:ext cx="3780000"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0" name="Espace réservé du texte 11">
            <a:extLst>
              <a:ext uri="{FF2B5EF4-FFF2-40B4-BE49-F238E27FC236}">
                <a16:creationId xmlns:a16="http://schemas.microsoft.com/office/drawing/2014/main" id="{061B42E4-1FCD-A654-7B40-D184085DD133}"/>
              </a:ext>
            </a:extLst>
          </p:cNvPr>
          <p:cNvSpPr>
            <a:spLocks noGrp="1"/>
          </p:cNvSpPr>
          <p:nvPr>
            <p:ph type="body" sz="quarter" idx="15" hasCustomPrompt="1"/>
          </p:nvPr>
        </p:nvSpPr>
        <p:spPr>
          <a:xfrm>
            <a:off x="4205998" y="1106551"/>
            <a:ext cx="3780000" cy="360000"/>
          </a:xfrm>
        </p:spPr>
        <p:txBody>
          <a:bodyPr vert="horz" lIns="91440" tIns="45720" rIns="91440" bIns="45720" rtlCol="0" anchor="t">
            <a:noAutofit/>
          </a:bodyPr>
          <a:lstStyle>
            <a:lvl1pPr marL="0" indent="0" algn="ctr">
              <a:buFont typeface="+mj-lt"/>
              <a:buNone/>
              <a:defRPr lang="fr-FR" sz="1600" kern="1200" dirty="0">
                <a:solidFill>
                  <a:schemeClr val="tx2"/>
                </a:solidFill>
                <a:latin typeface="+mj-lt"/>
                <a:ea typeface="+mn-ea"/>
                <a:cs typeface="+mn-cs"/>
              </a:defRPr>
            </a:lvl1pPr>
          </a:lstStyle>
          <a:p>
            <a:pPr marL="228600" lvl="0" indent="-228600" algn="l" defTabSz="914400" rtl="0" eaLnBrk="1" latinLnBrk="0" hangingPunct="1">
              <a:lnSpc>
                <a:spcPct val="90000"/>
              </a:lnSpc>
              <a:spcBef>
                <a:spcPts val="1000"/>
              </a:spcBef>
              <a:buClr>
                <a:schemeClr val="tx2"/>
              </a:buClr>
            </a:pPr>
            <a:r>
              <a:rPr lang="fr-FR"/>
              <a:t>Sous titre</a:t>
            </a:r>
          </a:p>
        </p:txBody>
      </p:sp>
      <p:sp>
        <p:nvSpPr>
          <p:cNvPr id="11" name="Espace réservé du contenu 11">
            <a:extLst>
              <a:ext uri="{FF2B5EF4-FFF2-40B4-BE49-F238E27FC236}">
                <a16:creationId xmlns:a16="http://schemas.microsoft.com/office/drawing/2014/main" id="{5C41A9E7-AEDF-C9A6-A6FC-31C65E7147D2}"/>
              </a:ext>
            </a:extLst>
          </p:cNvPr>
          <p:cNvSpPr>
            <a:spLocks noGrp="1"/>
          </p:cNvSpPr>
          <p:nvPr>
            <p:ph sz="quarter" idx="16"/>
          </p:nvPr>
        </p:nvSpPr>
        <p:spPr>
          <a:xfrm>
            <a:off x="4205998" y="1825624"/>
            <a:ext cx="3780000"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4" name="Espace réservé du texte 11">
            <a:extLst>
              <a:ext uri="{FF2B5EF4-FFF2-40B4-BE49-F238E27FC236}">
                <a16:creationId xmlns:a16="http://schemas.microsoft.com/office/drawing/2014/main" id="{9DBA95B2-8684-CA04-5C78-DBBABC955808}"/>
              </a:ext>
            </a:extLst>
          </p:cNvPr>
          <p:cNvSpPr>
            <a:spLocks noGrp="1"/>
          </p:cNvSpPr>
          <p:nvPr>
            <p:ph type="body" sz="quarter" idx="17" hasCustomPrompt="1"/>
          </p:nvPr>
        </p:nvSpPr>
        <p:spPr>
          <a:xfrm>
            <a:off x="8031000" y="1106551"/>
            <a:ext cx="3780000" cy="360000"/>
          </a:xfrm>
        </p:spPr>
        <p:txBody>
          <a:bodyPr vert="horz" lIns="91440" tIns="45720" rIns="91440" bIns="45720" rtlCol="0" anchor="t">
            <a:noAutofit/>
          </a:bodyPr>
          <a:lstStyle>
            <a:lvl1pPr marL="0" indent="0" algn="ctr">
              <a:buFont typeface="+mj-lt"/>
              <a:buNone/>
              <a:defRPr lang="fr-FR" sz="1600" kern="1200" dirty="0">
                <a:solidFill>
                  <a:schemeClr val="tx2"/>
                </a:solidFill>
                <a:latin typeface="+mj-lt"/>
                <a:ea typeface="+mn-ea"/>
                <a:cs typeface="+mn-cs"/>
              </a:defRPr>
            </a:lvl1pPr>
          </a:lstStyle>
          <a:p>
            <a:pPr marL="228600" lvl="0" indent="-228600" algn="l" defTabSz="914400" rtl="0" eaLnBrk="1" latinLnBrk="0" hangingPunct="1">
              <a:lnSpc>
                <a:spcPct val="90000"/>
              </a:lnSpc>
              <a:spcBef>
                <a:spcPts val="1000"/>
              </a:spcBef>
              <a:buClr>
                <a:schemeClr val="tx2"/>
              </a:buClr>
            </a:pPr>
            <a:r>
              <a:rPr lang="fr-FR"/>
              <a:t>Sous titre</a:t>
            </a:r>
          </a:p>
        </p:txBody>
      </p:sp>
      <p:sp>
        <p:nvSpPr>
          <p:cNvPr id="15" name="Espace réservé du contenu 11">
            <a:extLst>
              <a:ext uri="{FF2B5EF4-FFF2-40B4-BE49-F238E27FC236}">
                <a16:creationId xmlns:a16="http://schemas.microsoft.com/office/drawing/2014/main" id="{C27C6CE7-CF8F-073D-79CA-F6870172FD5D}"/>
              </a:ext>
            </a:extLst>
          </p:cNvPr>
          <p:cNvSpPr>
            <a:spLocks noGrp="1"/>
          </p:cNvSpPr>
          <p:nvPr>
            <p:ph sz="quarter" idx="18"/>
          </p:nvPr>
        </p:nvSpPr>
        <p:spPr>
          <a:xfrm>
            <a:off x="8031000" y="1825624"/>
            <a:ext cx="3780000"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13339582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re &amp; sous titre">
    <p:spTree>
      <p:nvGrpSpPr>
        <p:cNvPr id="1" name=""/>
        <p:cNvGrpSpPr/>
        <p:nvPr/>
      </p:nvGrpSpPr>
      <p:grpSpPr>
        <a:xfrm>
          <a:off x="0" y="0"/>
          <a:ext cx="0" cy="0"/>
          <a:chOff x="0" y="0"/>
          <a:chExt cx="0" cy="0"/>
        </a:xfrm>
      </p:grpSpPr>
      <p:graphicFrame>
        <p:nvGraphicFramePr>
          <p:cNvPr id="6" name="Objet 5" hidden="1">
            <a:extLst>
              <a:ext uri="{FF2B5EF4-FFF2-40B4-BE49-F238E27FC236}">
                <a16:creationId xmlns:a16="http://schemas.microsoft.com/office/drawing/2014/main" id="{96B5FBC2-58AC-2FAF-7D78-BF6E106ED017}"/>
              </a:ext>
            </a:extLst>
          </p:cNvPr>
          <p:cNvGraphicFramePr>
            <a:graphicFrameLocks noChangeAspect="1"/>
          </p:cNvGraphicFramePr>
          <p:nvPr>
            <p:custDataLst>
              <p:tags r:id="rId1"/>
            </p:custDataLst>
            <p:extLst>
              <p:ext uri="{D42A27DB-BD31-4B8C-83A1-F6EECF244321}">
                <p14:modId xmlns:p14="http://schemas.microsoft.com/office/powerpoint/2010/main" val="232287805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6" name="Objet 5" hidden="1">
                        <a:extLst>
                          <a:ext uri="{FF2B5EF4-FFF2-40B4-BE49-F238E27FC236}">
                            <a16:creationId xmlns:a16="http://schemas.microsoft.com/office/drawing/2014/main" id="{96B5FBC2-58AC-2FAF-7D78-BF6E106ED0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0934E31E-55AD-3016-4711-D984139036C6}"/>
              </a:ext>
            </a:extLst>
          </p:cNvPr>
          <p:cNvSpPr>
            <a:spLocks noGrp="1"/>
          </p:cNvSpPr>
          <p:nvPr>
            <p:ph type="title" hasCustomPrompt="1"/>
          </p:nvPr>
        </p:nvSpPr>
        <p:spPr/>
        <p:txBody>
          <a:bodyPr vert="horz"/>
          <a:lstStyle/>
          <a:p>
            <a:r>
              <a:rPr lang="fr-FR"/>
              <a:t>Titre</a:t>
            </a:r>
          </a:p>
        </p:txBody>
      </p:sp>
      <p:sp>
        <p:nvSpPr>
          <p:cNvPr id="3" name="Espace réservé du pied de page 2">
            <a:extLst>
              <a:ext uri="{FF2B5EF4-FFF2-40B4-BE49-F238E27FC236}">
                <a16:creationId xmlns:a16="http://schemas.microsoft.com/office/drawing/2014/main" id="{48959EE3-0C1B-69B4-97CA-86F4273E5DE0}"/>
              </a:ext>
            </a:extLst>
          </p:cNvPr>
          <p:cNvSpPr>
            <a:spLocks noGrp="1"/>
          </p:cNvSpPr>
          <p:nvPr>
            <p:ph type="ftr" sz="quarter" idx="10"/>
          </p:nvPr>
        </p:nvSpPr>
        <p:spPr/>
        <p:txBody>
          <a:bodyPr/>
          <a:lstStyle/>
          <a:p>
            <a:endParaRPr lang="fr-FR"/>
          </a:p>
        </p:txBody>
      </p:sp>
      <p:sp>
        <p:nvSpPr>
          <p:cNvPr id="4" name="Espace réservé du numéro de diapositive 3">
            <a:extLst>
              <a:ext uri="{FF2B5EF4-FFF2-40B4-BE49-F238E27FC236}">
                <a16:creationId xmlns:a16="http://schemas.microsoft.com/office/drawing/2014/main" id="{72DF3A06-8A18-CB78-2E4B-836454BCF124}"/>
              </a:ext>
            </a:extLst>
          </p:cNvPr>
          <p:cNvSpPr>
            <a:spLocks noGrp="1"/>
          </p:cNvSpPr>
          <p:nvPr>
            <p:ph type="sldNum" sz="quarter" idx="11"/>
          </p:nvPr>
        </p:nvSpPr>
        <p:spPr/>
        <p:txBody>
          <a:bodyPr/>
          <a:lstStyle/>
          <a:p>
            <a:fld id="{BE9517EC-C298-4848-B090-11602D956FCE}" type="slidenum">
              <a:rPr lang="fr-FR" smtClean="0"/>
              <a:pPr/>
              <a:t>‹N°›</a:t>
            </a:fld>
            <a:endParaRPr lang="fr-FR"/>
          </a:p>
        </p:txBody>
      </p:sp>
      <p:sp>
        <p:nvSpPr>
          <p:cNvPr id="5" name="Espace réservé du texte 13">
            <a:extLst>
              <a:ext uri="{FF2B5EF4-FFF2-40B4-BE49-F238E27FC236}">
                <a16:creationId xmlns:a16="http://schemas.microsoft.com/office/drawing/2014/main" id="{317CE532-FD4B-B975-10B5-801C19408195}"/>
              </a:ext>
            </a:extLst>
          </p:cNvPr>
          <p:cNvSpPr>
            <a:spLocks noGrp="1"/>
          </p:cNvSpPr>
          <p:nvPr>
            <p:ph type="body" sz="quarter" idx="13" hasCustomPrompt="1"/>
          </p:nvPr>
        </p:nvSpPr>
        <p:spPr>
          <a:xfrm>
            <a:off x="380995" y="1106551"/>
            <a:ext cx="11430003" cy="360000"/>
          </a:xfrm>
        </p:spPr>
        <p:txBody>
          <a:bodyPr anchor="t">
            <a:noAutofit/>
          </a:bodyPr>
          <a:lstStyle>
            <a:lvl1pPr marL="0" indent="0">
              <a:buNone/>
              <a:defRPr sz="1600">
                <a:solidFill>
                  <a:schemeClr val="tx2"/>
                </a:solidFill>
                <a:latin typeface="+mj-lt"/>
              </a:defRPr>
            </a:lvl1pPr>
          </a:lstStyle>
          <a:p>
            <a:pPr lvl="0"/>
            <a:r>
              <a:rPr lang="fr-FR"/>
              <a:t>Sous titre</a:t>
            </a:r>
          </a:p>
        </p:txBody>
      </p:sp>
    </p:spTree>
    <p:extLst>
      <p:ext uri="{BB962C8B-B14F-4D97-AF65-F5344CB8AC3E}">
        <p14:creationId xmlns:p14="http://schemas.microsoft.com/office/powerpoint/2010/main" val="2350604689"/>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4e de couverture - 1">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FB72EC17-0D72-371F-B7F7-6B24EF2DDF18}"/>
              </a:ext>
            </a:extLst>
          </p:cNvPr>
          <p:cNvSpPr/>
          <p:nvPr/>
        </p:nvSpPr>
        <p:spPr>
          <a:xfrm>
            <a:off x="5059649" y="152400"/>
            <a:ext cx="6977863" cy="655320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fr-FR">
                <a:latin typeface="Raleway" panose="020B0003030101060003" pitchFamily="34" charset="0"/>
                <a:cs typeface="Arial" panose="020B0604020202020204" pitchFamily="34" charset="0"/>
              </a:rPr>
              <a:t> </a:t>
            </a:r>
          </a:p>
        </p:txBody>
      </p:sp>
      <p:graphicFrame>
        <p:nvGraphicFramePr>
          <p:cNvPr id="17" name="Objet 16" hidden="1">
            <a:extLst>
              <a:ext uri="{FF2B5EF4-FFF2-40B4-BE49-F238E27FC236}">
                <a16:creationId xmlns:a16="http://schemas.microsoft.com/office/drawing/2014/main" id="{FBD27079-48C6-CB02-A232-308426EDF3AA}"/>
              </a:ext>
            </a:extLst>
          </p:cNvPr>
          <p:cNvGraphicFramePr>
            <a:graphicFrameLocks noChangeAspect="1"/>
          </p:cNvGraphicFramePr>
          <p:nvPr>
            <p:custDataLst>
              <p:tags r:id="rId1"/>
            </p:custDataLst>
            <p:extLst>
              <p:ext uri="{D42A27DB-BD31-4B8C-83A1-F6EECF244321}">
                <p14:modId xmlns:p14="http://schemas.microsoft.com/office/powerpoint/2010/main" val="251088551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4" imgW="359" imgH="360" progId="TCLayout.ActiveDocument.1">
                  <p:embed/>
                </p:oleObj>
              </mc:Choice>
              <mc:Fallback>
                <p:oleObj name="Diapositive think-cell" r:id="rId4" imgW="359" imgH="360" progId="TCLayout.ActiveDocument.1">
                  <p:embed/>
                  <p:pic>
                    <p:nvPicPr>
                      <p:cNvPr id="17" name="Objet 16" hidden="1">
                        <a:extLst>
                          <a:ext uri="{FF2B5EF4-FFF2-40B4-BE49-F238E27FC236}">
                            <a16:creationId xmlns:a16="http://schemas.microsoft.com/office/drawing/2014/main" id="{FBD27079-48C6-CB02-A232-308426EDF3A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5" name="Graphic 26">
            <a:extLst>
              <a:ext uri="{FF2B5EF4-FFF2-40B4-BE49-F238E27FC236}">
                <a16:creationId xmlns:a16="http://schemas.microsoft.com/office/drawing/2014/main" id="{8CD01FE5-5158-1105-33C2-61FDFB0EE9D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07957" y="2385080"/>
            <a:ext cx="4357228" cy="1481181"/>
          </a:xfrm>
          <a:prstGeom prst="rect">
            <a:avLst/>
          </a:prstGeom>
        </p:spPr>
      </p:pic>
      <p:sp>
        <p:nvSpPr>
          <p:cNvPr id="26" name="Rectangle 25">
            <a:extLst>
              <a:ext uri="{FF2B5EF4-FFF2-40B4-BE49-F238E27FC236}">
                <a16:creationId xmlns:a16="http://schemas.microsoft.com/office/drawing/2014/main" id="{AFC47A47-5D02-D40D-50B8-8F8AADFF00F7}"/>
              </a:ext>
            </a:extLst>
          </p:cNvPr>
          <p:cNvSpPr/>
          <p:nvPr/>
        </p:nvSpPr>
        <p:spPr>
          <a:xfrm>
            <a:off x="380999" y="6356350"/>
            <a:ext cx="1838325" cy="3651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Text Placeholder 14">
            <a:extLst>
              <a:ext uri="{FF2B5EF4-FFF2-40B4-BE49-F238E27FC236}">
                <a16:creationId xmlns:a16="http://schemas.microsoft.com/office/drawing/2014/main" id="{E65BC1D1-122B-5554-DB34-A1E8B0CD3AC0}"/>
              </a:ext>
            </a:extLst>
          </p:cNvPr>
          <p:cNvSpPr>
            <a:spLocks noGrp="1"/>
          </p:cNvSpPr>
          <p:nvPr>
            <p:ph type="body" sz="quarter" idx="30" hasCustomPrompt="1"/>
          </p:nvPr>
        </p:nvSpPr>
        <p:spPr>
          <a:xfrm>
            <a:off x="6816424" y="3001630"/>
            <a:ext cx="3464313" cy="619119"/>
          </a:xfrm>
        </p:spPr>
        <p:txBody>
          <a:bodyPr>
            <a:noAutofit/>
          </a:bodyPr>
          <a:lstStyle>
            <a:lvl1pPr marL="0" indent="0">
              <a:buNone/>
              <a:defRPr sz="2000" b="1" i="0">
                <a:solidFill>
                  <a:schemeClr val="bg1"/>
                </a:solidFill>
                <a:latin typeface="+mj-lt"/>
              </a:defRPr>
            </a:lvl1pPr>
          </a:lstStyle>
          <a:p>
            <a:pPr lvl="0"/>
            <a:r>
              <a:rPr lang="en-GB"/>
              <a:t>Click to edit Master title style</a:t>
            </a:r>
            <a:endParaRPr lang="fr-FR"/>
          </a:p>
        </p:txBody>
      </p:sp>
      <p:sp>
        <p:nvSpPr>
          <p:cNvPr id="28" name="Text Placeholder 18">
            <a:extLst>
              <a:ext uri="{FF2B5EF4-FFF2-40B4-BE49-F238E27FC236}">
                <a16:creationId xmlns:a16="http://schemas.microsoft.com/office/drawing/2014/main" id="{2E183326-D245-1406-CA99-58E2C3567CE0}"/>
              </a:ext>
            </a:extLst>
          </p:cNvPr>
          <p:cNvSpPr>
            <a:spLocks noGrp="1"/>
          </p:cNvSpPr>
          <p:nvPr>
            <p:ph type="body" sz="quarter" idx="31" hasCustomPrompt="1"/>
          </p:nvPr>
        </p:nvSpPr>
        <p:spPr>
          <a:xfrm>
            <a:off x="6816424" y="3684766"/>
            <a:ext cx="3464313" cy="242038"/>
          </a:xfrm>
        </p:spPr>
        <p:txBody>
          <a:bodyPr>
            <a:noAutofit/>
          </a:bodyPr>
          <a:lstStyle>
            <a:lvl1pPr marL="0" indent="0">
              <a:lnSpc>
                <a:spcPct val="100000"/>
              </a:lnSpc>
              <a:spcBef>
                <a:spcPts val="0"/>
              </a:spcBef>
              <a:buNone/>
              <a:defRPr sz="900" b="0" i="0">
                <a:solidFill>
                  <a:schemeClr val="bg1"/>
                </a:solidFill>
                <a:latin typeface="+mj-lt"/>
              </a:defRPr>
            </a:lvl1pPr>
          </a:lstStyle>
          <a:p>
            <a:r>
              <a:rPr lang="en-GB"/>
              <a:t>Click to edit Master title style</a:t>
            </a:r>
            <a:endParaRPr lang="fr-FR"/>
          </a:p>
        </p:txBody>
      </p:sp>
      <p:sp>
        <p:nvSpPr>
          <p:cNvPr id="12" name="Picture Placeholder 3">
            <a:extLst>
              <a:ext uri="{FF2B5EF4-FFF2-40B4-BE49-F238E27FC236}">
                <a16:creationId xmlns:a16="http://schemas.microsoft.com/office/drawing/2014/main" id="{DD8B5DCD-0FE5-F4AD-0455-D5B227CF482A}"/>
              </a:ext>
            </a:extLst>
          </p:cNvPr>
          <p:cNvSpPr>
            <a:spLocks noGrp="1"/>
          </p:cNvSpPr>
          <p:nvPr>
            <p:ph type="pic" sz="quarter" idx="33" hasCustomPrompt="1"/>
          </p:nvPr>
        </p:nvSpPr>
        <p:spPr>
          <a:xfrm>
            <a:off x="7385875" y="261954"/>
            <a:ext cx="2325411" cy="2433621"/>
          </a:xfrm>
        </p:spPr>
        <p:txBody>
          <a:bodyPr/>
          <a:lstStyle>
            <a:lvl1pPr marL="0" indent="0">
              <a:buNone/>
              <a:defRPr/>
            </a:lvl1pPr>
          </a:lstStyle>
          <a:p>
            <a:r>
              <a:rPr lang="fr-FR"/>
              <a:t> </a:t>
            </a:r>
          </a:p>
        </p:txBody>
      </p:sp>
      <p:sp>
        <p:nvSpPr>
          <p:cNvPr id="13" name="Text Placeholder 16">
            <a:extLst>
              <a:ext uri="{FF2B5EF4-FFF2-40B4-BE49-F238E27FC236}">
                <a16:creationId xmlns:a16="http://schemas.microsoft.com/office/drawing/2014/main" id="{504AF62D-622A-D8B8-3FE8-9BE1D7C55707}"/>
              </a:ext>
            </a:extLst>
          </p:cNvPr>
          <p:cNvSpPr txBox="1">
            <a:spLocks/>
          </p:cNvSpPr>
          <p:nvPr>
            <p:custDataLst>
              <p:tags r:id="rId2"/>
            </p:custDataLst>
          </p:nvPr>
        </p:nvSpPr>
        <p:spPr>
          <a:xfrm>
            <a:off x="747576" y="4296725"/>
            <a:ext cx="2511000" cy="282210"/>
          </a:xfrm>
          <a:prstGeom prst="rect">
            <a:avLst/>
          </a:prstGeom>
          <a:ln>
            <a:noFill/>
          </a:ln>
        </p:spPr>
        <p:txBody>
          <a:bodyPr lIns="0" tIns="81000" bIns="54000" anchor="ctr"/>
          <a:lstStyle>
            <a:defPPr>
              <a:defRPr lang="fr-FR"/>
            </a:defPPr>
            <a:lvl1pPr algn="ctr">
              <a:lnSpc>
                <a:spcPct val="90000"/>
              </a:lnSpc>
              <a:spcBef>
                <a:spcPts val="1000"/>
              </a:spcBef>
              <a:buClr>
                <a:schemeClr val="accent1"/>
              </a:buClr>
              <a:defRPr sz="1400" b="1">
                <a:solidFill>
                  <a:schemeClr val="tx2"/>
                </a:solidFill>
              </a:defRPr>
            </a:lvl1pPr>
          </a:lstStyle>
          <a:p>
            <a:pPr algn="l" fontAlgn="base">
              <a:spcBef>
                <a:spcPct val="0"/>
              </a:spcBef>
              <a:spcAft>
                <a:spcPct val="0"/>
              </a:spcAft>
            </a:pPr>
            <a:r>
              <a:rPr lang="fr-FR" sz="1200">
                <a:solidFill>
                  <a:schemeClr val="accent4"/>
                </a:solidFill>
                <a:latin typeface="+mn-lt"/>
              </a:rPr>
              <a:t>www.acipartners.fr</a:t>
            </a:r>
          </a:p>
        </p:txBody>
      </p:sp>
      <p:sp>
        <p:nvSpPr>
          <p:cNvPr id="14" name="Text Placeholder 16">
            <a:extLst>
              <a:ext uri="{FF2B5EF4-FFF2-40B4-BE49-F238E27FC236}">
                <a16:creationId xmlns:a16="http://schemas.microsoft.com/office/drawing/2014/main" id="{7D877059-911D-4C8C-1E64-B46C382ACAEF}"/>
              </a:ext>
            </a:extLst>
          </p:cNvPr>
          <p:cNvSpPr txBox="1">
            <a:spLocks/>
          </p:cNvSpPr>
          <p:nvPr/>
        </p:nvSpPr>
        <p:spPr>
          <a:xfrm>
            <a:off x="747575" y="3801517"/>
            <a:ext cx="3615769" cy="555626"/>
          </a:xfrm>
          <a:prstGeom prst="rect">
            <a:avLst/>
          </a:prstGeom>
          <a:ln>
            <a:noFill/>
          </a:ln>
        </p:spPr>
        <p:txBody>
          <a:bodyPr lIns="0" tIns="81000" bIns="54000" anchor="t"/>
          <a:lstStyle>
            <a:defPPr>
              <a:defRPr lang="en-US"/>
            </a:defPPr>
            <a:lvl1pPr algn="l" rtl="0" fontAlgn="base">
              <a:spcBef>
                <a:spcPct val="0"/>
              </a:spcBef>
              <a:spcAft>
                <a:spcPct val="0"/>
              </a:spcAft>
              <a:defRPr sz="2939" kern="1200">
                <a:solidFill>
                  <a:schemeClr val="tx1"/>
                </a:solidFill>
                <a:latin typeface="Arial" charset="0"/>
                <a:ea typeface="+mn-ea"/>
                <a:cs typeface="+mn-cs"/>
              </a:defRPr>
            </a:lvl1pPr>
            <a:lvl2pPr marL="478940" algn="l" rtl="0" fontAlgn="base">
              <a:spcBef>
                <a:spcPct val="0"/>
              </a:spcBef>
              <a:spcAft>
                <a:spcPct val="0"/>
              </a:spcAft>
              <a:defRPr sz="2939" kern="1200">
                <a:solidFill>
                  <a:schemeClr val="tx1"/>
                </a:solidFill>
                <a:latin typeface="Arial" charset="0"/>
                <a:ea typeface="+mn-ea"/>
                <a:cs typeface="+mn-cs"/>
              </a:defRPr>
            </a:lvl2pPr>
            <a:lvl3pPr marL="957879" algn="l" rtl="0" fontAlgn="base">
              <a:spcBef>
                <a:spcPct val="0"/>
              </a:spcBef>
              <a:spcAft>
                <a:spcPct val="0"/>
              </a:spcAft>
              <a:defRPr sz="2939" kern="1200">
                <a:solidFill>
                  <a:schemeClr val="tx1"/>
                </a:solidFill>
                <a:latin typeface="Arial" charset="0"/>
                <a:ea typeface="+mn-ea"/>
                <a:cs typeface="+mn-cs"/>
              </a:defRPr>
            </a:lvl3pPr>
            <a:lvl4pPr marL="1436819" algn="l" rtl="0" fontAlgn="base">
              <a:spcBef>
                <a:spcPct val="0"/>
              </a:spcBef>
              <a:spcAft>
                <a:spcPct val="0"/>
              </a:spcAft>
              <a:defRPr sz="2939" kern="1200">
                <a:solidFill>
                  <a:schemeClr val="tx1"/>
                </a:solidFill>
                <a:latin typeface="Arial" charset="0"/>
                <a:ea typeface="+mn-ea"/>
                <a:cs typeface="+mn-cs"/>
              </a:defRPr>
            </a:lvl4pPr>
            <a:lvl5pPr marL="1915758" algn="l" rtl="0" fontAlgn="base">
              <a:spcBef>
                <a:spcPct val="0"/>
              </a:spcBef>
              <a:spcAft>
                <a:spcPct val="0"/>
              </a:spcAft>
              <a:defRPr sz="2939" kern="1200">
                <a:solidFill>
                  <a:schemeClr val="tx1"/>
                </a:solidFill>
                <a:latin typeface="Arial" charset="0"/>
                <a:ea typeface="+mn-ea"/>
                <a:cs typeface="+mn-cs"/>
              </a:defRPr>
            </a:lvl5pPr>
            <a:lvl6pPr marL="2394698" algn="l" defTabSz="957879" rtl="0" eaLnBrk="1" latinLnBrk="0" hangingPunct="1">
              <a:defRPr sz="2939" kern="1200">
                <a:solidFill>
                  <a:schemeClr val="tx1"/>
                </a:solidFill>
                <a:latin typeface="Arial" charset="0"/>
                <a:ea typeface="+mn-ea"/>
                <a:cs typeface="+mn-cs"/>
              </a:defRPr>
            </a:lvl6pPr>
            <a:lvl7pPr marL="2873637" algn="l" defTabSz="957879" rtl="0" eaLnBrk="1" latinLnBrk="0" hangingPunct="1">
              <a:defRPr sz="2939" kern="1200">
                <a:solidFill>
                  <a:schemeClr val="tx1"/>
                </a:solidFill>
                <a:latin typeface="Arial" charset="0"/>
                <a:ea typeface="+mn-ea"/>
                <a:cs typeface="+mn-cs"/>
              </a:defRPr>
            </a:lvl7pPr>
            <a:lvl8pPr marL="3352576" algn="l" defTabSz="957879" rtl="0" eaLnBrk="1" latinLnBrk="0" hangingPunct="1">
              <a:defRPr sz="2939" kern="1200">
                <a:solidFill>
                  <a:schemeClr val="tx1"/>
                </a:solidFill>
                <a:latin typeface="Arial" charset="0"/>
                <a:ea typeface="+mn-ea"/>
                <a:cs typeface="+mn-cs"/>
              </a:defRPr>
            </a:lvl8pPr>
            <a:lvl9pPr marL="3831516" algn="l" defTabSz="957879" rtl="0" eaLnBrk="1" latinLnBrk="0" hangingPunct="1">
              <a:defRPr sz="2939" kern="1200">
                <a:solidFill>
                  <a:schemeClr val="tx1"/>
                </a:solidFill>
                <a:latin typeface="Arial" charset="0"/>
                <a:ea typeface="+mn-ea"/>
                <a:cs typeface="+mn-cs"/>
              </a:defRPr>
            </a:lvl9pPr>
          </a:lstStyle>
          <a:p>
            <a:r>
              <a:rPr lang="fr-FR" sz="1050">
                <a:solidFill>
                  <a:schemeClr val="accent4"/>
                </a:solidFill>
                <a:latin typeface="+mn-lt"/>
              </a:rPr>
              <a:t>153 Bd Haussmann 75008 Paris</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fr-FR" sz="900" b="0" i="0" u="none" strike="noStrike" kern="1200" cap="none" spc="0" normalizeH="0" baseline="0" noProof="0">
                <a:ln>
                  <a:noFill/>
                </a:ln>
                <a:solidFill>
                  <a:srgbClr val="8397B0"/>
                </a:solidFill>
                <a:effectLst/>
                <a:uLnTx/>
                <a:uFillTx/>
                <a:latin typeface="+mn-lt"/>
                <a:ea typeface="+mn-ea"/>
                <a:cs typeface="+mn-cs"/>
              </a:rPr>
              <a:t>RCS Paris 844 224 881 </a:t>
            </a:r>
            <a:r>
              <a:rPr kumimoji="0" lang="fr-FR" sz="900" b="0" i="0" u="none" strike="noStrike" kern="1200" cap="none" spc="0" normalizeH="0" baseline="0" noProof="0">
                <a:ln>
                  <a:noFill/>
                </a:ln>
                <a:solidFill>
                  <a:srgbClr val="8397B0">
                    <a:lumMod val="40000"/>
                    <a:lumOff val="60000"/>
                  </a:srgbClr>
                </a:solidFill>
                <a:effectLst/>
                <a:uLnTx/>
                <a:uFillTx/>
                <a:latin typeface="+mn-lt"/>
                <a:ea typeface="+mn-ea"/>
                <a:cs typeface="+mn-cs"/>
              </a:rPr>
              <a:t>| </a:t>
            </a:r>
            <a:r>
              <a:rPr kumimoji="0" lang="fr-FR" sz="900" b="0" i="0" u="none" strike="noStrike" kern="1200" cap="none" spc="0" normalizeH="0" baseline="0" noProof="0">
                <a:ln>
                  <a:noFill/>
                </a:ln>
                <a:solidFill>
                  <a:srgbClr val="8397B0"/>
                </a:solidFill>
                <a:effectLst/>
                <a:uLnTx/>
                <a:uFillTx/>
                <a:latin typeface="+mn-lt"/>
                <a:ea typeface="+mn-ea"/>
                <a:cs typeface="+mn-cs"/>
              </a:rPr>
              <a:t>APE 7022 Z</a:t>
            </a:r>
            <a:r>
              <a:rPr kumimoji="0" lang="fr-FR" sz="900" b="0" i="0" u="none" strike="noStrike" kern="1200" cap="none" spc="0" normalizeH="0" baseline="0" noProof="0">
                <a:ln>
                  <a:noFill/>
                </a:ln>
                <a:solidFill>
                  <a:srgbClr val="8397B0">
                    <a:lumMod val="40000"/>
                    <a:lumOff val="60000"/>
                  </a:srgbClr>
                </a:solidFill>
                <a:effectLst/>
                <a:uLnTx/>
                <a:uFillTx/>
                <a:latin typeface="+mn-lt"/>
                <a:ea typeface="+mn-ea"/>
                <a:cs typeface="+mn-cs"/>
              </a:rPr>
              <a:t> | </a:t>
            </a:r>
            <a:r>
              <a:rPr kumimoji="0" lang="fr-FR" sz="900" b="0" i="0" u="none" strike="noStrike" kern="1200" cap="none" spc="0" normalizeH="0" baseline="0" noProof="0">
                <a:ln>
                  <a:noFill/>
                </a:ln>
                <a:solidFill>
                  <a:srgbClr val="8397B0"/>
                </a:solidFill>
                <a:effectLst/>
                <a:uLnTx/>
                <a:uFillTx/>
                <a:latin typeface="+mn-lt"/>
                <a:ea typeface="+mn-ea"/>
                <a:cs typeface="+mn-cs"/>
              </a:rPr>
              <a:t>SAS au capital de 100 000 €</a:t>
            </a:r>
          </a:p>
        </p:txBody>
      </p:sp>
    </p:spTree>
    <p:extLst>
      <p:ext uri="{BB962C8B-B14F-4D97-AF65-F5344CB8AC3E}">
        <p14:creationId xmlns:p14="http://schemas.microsoft.com/office/powerpoint/2010/main" val="296366107"/>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4e de couverture - 2">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414CA6A9-229C-B726-0D5C-A6028A87561D}"/>
              </a:ext>
            </a:extLst>
          </p:cNvPr>
          <p:cNvSpPr/>
          <p:nvPr/>
        </p:nvSpPr>
        <p:spPr>
          <a:xfrm>
            <a:off x="8547708" y="152400"/>
            <a:ext cx="3488401" cy="655320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latin typeface="Raleway" panose="020B0003030101060003" pitchFamily="34" charset="0"/>
                <a:cs typeface="Arial" panose="020B0604020202020204" pitchFamily="34" charset="0"/>
              </a:rPr>
              <a:t> </a:t>
            </a:r>
          </a:p>
        </p:txBody>
      </p:sp>
      <p:graphicFrame>
        <p:nvGraphicFramePr>
          <p:cNvPr id="17" name="Objet 16" hidden="1">
            <a:extLst>
              <a:ext uri="{FF2B5EF4-FFF2-40B4-BE49-F238E27FC236}">
                <a16:creationId xmlns:a16="http://schemas.microsoft.com/office/drawing/2014/main" id="{FBD27079-48C6-CB02-A232-308426EDF3AA}"/>
              </a:ext>
            </a:extLst>
          </p:cNvPr>
          <p:cNvGraphicFramePr>
            <a:graphicFrameLocks noChangeAspect="1"/>
          </p:cNvGraphicFramePr>
          <p:nvPr>
            <p:custDataLst>
              <p:tags r:id="rId1"/>
            </p:custDataLst>
            <p:extLst>
              <p:ext uri="{D42A27DB-BD31-4B8C-83A1-F6EECF244321}">
                <p14:modId xmlns:p14="http://schemas.microsoft.com/office/powerpoint/2010/main" val="251088551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4" imgW="359" imgH="360" progId="TCLayout.ActiveDocument.1">
                  <p:embed/>
                </p:oleObj>
              </mc:Choice>
              <mc:Fallback>
                <p:oleObj name="Diapositive think-cell" r:id="rId4" imgW="359" imgH="360" progId="TCLayout.ActiveDocument.1">
                  <p:embed/>
                  <p:pic>
                    <p:nvPicPr>
                      <p:cNvPr id="17" name="Objet 16" hidden="1">
                        <a:extLst>
                          <a:ext uri="{FF2B5EF4-FFF2-40B4-BE49-F238E27FC236}">
                            <a16:creationId xmlns:a16="http://schemas.microsoft.com/office/drawing/2014/main" id="{FBD27079-48C6-CB02-A232-308426EDF3A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5" name="Graphic 26">
            <a:extLst>
              <a:ext uri="{FF2B5EF4-FFF2-40B4-BE49-F238E27FC236}">
                <a16:creationId xmlns:a16="http://schemas.microsoft.com/office/drawing/2014/main" id="{8CD01FE5-5158-1105-33C2-61FDFB0EE9D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07957" y="2385080"/>
            <a:ext cx="4357228" cy="1481181"/>
          </a:xfrm>
          <a:prstGeom prst="rect">
            <a:avLst/>
          </a:prstGeom>
        </p:spPr>
      </p:pic>
      <p:sp>
        <p:nvSpPr>
          <p:cNvPr id="25" name="Rectangle 24">
            <a:extLst>
              <a:ext uri="{FF2B5EF4-FFF2-40B4-BE49-F238E27FC236}">
                <a16:creationId xmlns:a16="http://schemas.microsoft.com/office/drawing/2014/main" id="{FB72EC17-0D72-371F-B7F7-6B24EF2DDF18}"/>
              </a:ext>
            </a:extLst>
          </p:cNvPr>
          <p:cNvSpPr/>
          <p:nvPr/>
        </p:nvSpPr>
        <p:spPr>
          <a:xfrm>
            <a:off x="5059650" y="152400"/>
            <a:ext cx="3488060" cy="655320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fr-FR">
                <a:latin typeface="Raleway" panose="020B0003030101060003" pitchFamily="34" charset="0"/>
                <a:cs typeface="Arial" panose="020B0604020202020204" pitchFamily="34" charset="0"/>
              </a:rPr>
              <a:t> </a:t>
            </a:r>
          </a:p>
        </p:txBody>
      </p:sp>
      <p:sp>
        <p:nvSpPr>
          <p:cNvPr id="26" name="Rectangle 25">
            <a:extLst>
              <a:ext uri="{FF2B5EF4-FFF2-40B4-BE49-F238E27FC236}">
                <a16:creationId xmlns:a16="http://schemas.microsoft.com/office/drawing/2014/main" id="{AFC47A47-5D02-D40D-50B8-8F8AADFF00F7}"/>
              </a:ext>
            </a:extLst>
          </p:cNvPr>
          <p:cNvSpPr/>
          <p:nvPr/>
        </p:nvSpPr>
        <p:spPr>
          <a:xfrm>
            <a:off x="380999" y="6356350"/>
            <a:ext cx="1838325" cy="3651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Text Placeholder 14">
            <a:extLst>
              <a:ext uri="{FF2B5EF4-FFF2-40B4-BE49-F238E27FC236}">
                <a16:creationId xmlns:a16="http://schemas.microsoft.com/office/drawing/2014/main" id="{E65BC1D1-122B-5554-DB34-A1E8B0CD3AC0}"/>
              </a:ext>
            </a:extLst>
          </p:cNvPr>
          <p:cNvSpPr>
            <a:spLocks noGrp="1"/>
          </p:cNvSpPr>
          <p:nvPr>
            <p:ph type="body" sz="quarter" idx="30" hasCustomPrompt="1"/>
          </p:nvPr>
        </p:nvSpPr>
        <p:spPr>
          <a:xfrm>
            <a:off x="5164430" y="3001630"/>
            <a:ext cx="3273825" cy="619119"/>
          </a:xfrm>
        </p:spPr>
        <p:txBody>
          <a:bodyPr>
            <a:noAutofit/>
          </a:bodyPr>
          <a:lstStyle>
            <a:lvl1pPr marL="0" indent="0">
              <a:buNone/>
              <a:defRPr sz="2000" b="1" i="0">
                <a:solidFill>
                  <a:schemeClr val="bg1"/>
                </a:solidFill>
                <a:latin typeface="+mj-lt"/>
              </a:defRPr>
            </a:lvl1pPr>
          </a:lstStyle>
          <a:p>
            <a:pPr lvl="0"/>
            <a:r>
              <a:rPr lang="en-GB"/>
              <a:t>Click to edit Master title style</a:t>
            </a:r>
            <a:endParaRPr lang="fr-FR"/>
          </a:p>
        </p:txBody>
      </p:sp>
      <p:sp>
        <p:nvSpPr>
          <p:cNvPr id="28" name="Text Placeholder 18">
            <a:extLst>
              <a:ext uri="{FF2B5EF4-FFF2-40B4-BE49-F238E27FC236}">
                <a16:creationId xmlns:a16="http://schemas.microsoft.com/office/drawing/2014/main" id="{2E183326-D245-1406-CA99-58E2C3567CE0}"/>
              </a:ext>
            </a:extLst>
          </p:cNvPr>
          <p:cNvSpPr>
            <a:spLocks noGrp="1"/>
          </p:cNvSpPr>
          <p:nvPr>
            <p:ph type="body" sz="quarter" idx="31" hasCustomPrompt="1"/>
          </p:nvPr>
        </p:nvSpPr>
        <p:spPr>
          <a:xfrm>
            <a:off x="5164622" y="3684766"/>
            <a:ext cx="3273633" cy="242037"/>
          </a:xfrm>
        </p:spPr>
        <p:txBody>
          <a:bodyPr>
            <a:noAutofit/>
          </a:bodyPr>
          <a:lstStyle>
            <a:lvl1pPr marL="0" indent="0">
              <a:lnSpc>
                <a:spcPct val="100000"/>
              </a:lnSpc>
              <a:spcBef>
                <a:spcPts val="0"/>
              </a:spcBef>
              <a:buNone/>
              <a:defRPr sz="900" b="0" i="0">
                <a:solidFill>
                  <a:schemeClr val="bg1"/>
                </a:solidFill>
                <a:latin typeface="+mj-lt"/>
              </a:defRPr>
            </a:lvl1pPr>
          </a:lstStyle>
          <a:p>
            <a:r>
              <a:rPr lang="en-GB"/>
              <a:t>Click to edit Master title style</a:t>
            </a:r>
            <a:endParaRPr lang="fr-FR"/>
          </a:p>
        </p:txBody>
      </p:sp>
      <p:sp>
        <p:nvSpPr>
          <p:cNvPr id="16" name="Picture Placeholder 3">
            <a:extLst>
              <a:ext uri="{FF2B5EF4-FFF2-40B4-BE49-F238E27FC236}">
                <a16:creationId xmlns:a16="http://schemas.microsoft.com/office/drawing/2014/main" id="{1E1B4779-6E96-2CA5-5365-456599D8CBFF}"/>
              </a:ext>
            </a:extLst>
          </p:cNvPr>
          <p:cNvSpPr>
            <a:spLocks noGrp="1"/>
          </p:cNvSpPr>
          <p:nvPr>
            <p:ph type="pic" sz="quarter" idx="32" hasCustomPrompt="1"/>
          </p:nvPr>
        </p:nvSpPr>
        <p:spPr>
          <a:xfrm>
            <a:off x="5652535" y="261954"/>
            <a:ext cx="2325411" cy="2433621"/>
          </a:xfrm>
        </p:spPr>
        <p:txBody>
          <a:bodyPr/>
          <a:lstStyle>
            <a:lvl1pPr marL="0" indent="0">
              <a:buNone/>
              <a:defRPr/>
            </a:lvl1pPr>
          </a:lstStyle>
          <a:p>
            <a:r>
              <a:rPr lang="fr-FR"/>
              <a:t> </a:t>
            </a:r>
          </a:p>
        </p:txBody>
      </p:sp>
      <p:sp>
        <p:nvSpPr>
          <p:cNvPr id="18" name="Picture Placeholder 3">
            <a:extLst>
              <a:ext uri="{FF2B5EF4-FFF2-40B4-BE49-F238E27FC236}">
                <a16:creationId xmlns:a16="http://schemas.microsoft.com/office/drawing/2014/main" id="{C7704363-0CA5-9867-A073-FE0383F81B1E}"/>
              </a:ext>
            </a:extLst>
          </p:cNvPr>
          <p:cNvSpPr>
            <a:spLocks noGrp="1"/>
          </p:cNvSpPr>
          <p:nvPr>
            <p:ph type="pic" sz="quarter" idx="33" hasCustomPrompt="1"/>
          </p:nvPr>
        </p:nvSpPr>
        <p:spPr>
          <a:xfrm>
            <a:off x="9129203" y="261954"/>
            <a:ext cx="2325411" cy="2433621"/>
          </a:xfrm>
        </p:spPr>
        <p:txBody>
          <a:bodyPr/>
          <a:lstStyle>
            <a:lvl1pPr marL="0" indent="0">
              <a:buNone/>
              <a:defRPr/>
            </a:lvl1pPr>
          </a:lstStyle>
          <a:p>
            <a:r>
              <a:rPr lang="fr-FR"/>
              <a:t> </a:t>
            </a:r>
          </a:p>
        </p:txBody>
      </p:sp>
      <p:sp>
        <p:nvSpPr>
          <p:cNvPr id="19" name="Text Placeholder 16">
            <a:extLst>
              <a:ext uri="{FF2B5EF4-FFF2-40B4-BE49-F238E27FC236}">
                <a16:creationId xmlns:a16="http://schemas.microsoft.com/office/drawing/2014/main" id="{D83F5E8D-DC34-CB01-5C9C-813B260B8915}"/>
              </a:ext>
            </a:extLst>
          </p:cNvPr>
          <p:cNvSpPr txBox="1">
            <a:spLocks/>
          </p:cNvSpPr>
          <p:nvPr>
            <p:custDataLst>
              <p:tags r:id="rId2"/>
            </p:custDataLst>
          </p:nvPr>
        </p:nvSpPr>
        <p:spPr>
          <a:xfrm>
            <a:off x="747576" y="4296725"/>
            <a:ext cx="2511000" cy="282210"/>
          </a:xfrm>
          <a:prstGeom prst="rect">
            <a:avLst/>
          </a:prstGeom>
          <a:ln>
            <a:noFill/>
          </a:ln>
        </p:spPr>
        <p:txBody>
          <a:bodyPr lIns="0" tIns="81000" bIns="54000" anchor="ctr"/>
          <a:lstStyle>
            <a:defPPr>
              <a:defRPr lang="fr-FR"/>
            </a:defPPr>
            <a:lvl1pPr algn="ctr">
              <a:lnSpc>
                <a:spcPct val="90000"/>
              </a:lnSpc>
              <a:spcBef>
                <a:spcPts val="1000"/>
              </a:spcBef>
              <a:buClr>
                <a:schemeClr val="accent1"/>
              </a:buClr>
              <a:defRPr sz="1400" b="1">
                <a:solidFill>
                  <a:schemeClr val="tx2"/>
                </a:solidFill>
              </a:defRPr>
            </a:lvl1pPr>
          </a:lstStyle>
          <a:p>
            <a:pPr algn="l" fontAlgn="base">
              <a:spcBef>
                <a:spcPct val="0"/>
              </a:spcBef>
              <a:spcAft>
                <a:spcPct val="0"/>
              </a:spcAft>
            </a:pPr>
            <a:r>
              <a:rPr lang="fr-FR" sz="1200">
                <a:solidFill>
                  <a:schemeClr val="accent4"/>
                </a:solidFill>
                <a:latin typeface="+mn-lt"/>
              </a:rPr>
              <a:t>www.acipartners.fr</a:t>
            </a:r>
          </a:p>
        </p:txBody>
      </p:sp>
      <p:sp>
        <p:nvSpPr>
          <p:cNvPr id="20" name="Text Placeholder 16">
            <a:extLst>
              <a:ext uri="{FF2B5EF4-FFF2-40B4-BE49-F238E27FC236}">
                <a16:creationId xmlns:a16="http://schemas.microsoft.com/office/drawing/2014/main" id="{5C0554B0-77F5-A099-E6B3-4C58136521C5}"/>
              </a:ext>
            </a:extLst>
          </p:cNvPr>
          <p:cNvSpPr txBox="1">
            <a:spLocks/>
          </p:cNvSpPr>
          <p:nvPr/>
        </p:nvSpPr>
        <p:spPr>
          <a:xfrm>
            <a:off x="747575" y="3801517"/>
            <a:ext cx="3615769" cy="555626"/>
          </a:xfrm>
          <a:prstGeom prst="rect">
            <a:avLst/>
          </a:prstGeom>
          <a:ln>
            <a:noFill/>
          </a:ln>
        </p:spPr>
        <p:txBody>
          <a:bodyPr lIns="0" tIns="81000" bIns="54000" anchor="t"/>
          <a:lstStyle>
            <a:defPPr>
              <a:defRPr lang="en-US"/>
            </a:defPPr>
            <a:lvl1pPr algn="l" rtl="0" fontAlgn="base">
              <a:spcBef>
                <a:spcPct val="0"/>
              </a:spcBef>
              <a:spcAft>
                <a:spcPct val="0"/>
              </a:spcAft>
              <a:defRPr sz="2939" kern="1200">
                <a:solidFill>
                  <a:schemeClr val="tx1"/>
                </a:solidFill>
                <a:latin typeface="Arial" charset="0"/>
                <a:ea typeface="+mn-ea"/>
                <a:cs typeface="+mn-cs"/>
              </a:defRPr>
            </a:lvl1pPr>
            <a:lvl2pPr marL="478940" algn="l" rtl="0" fontAlgn="base">
              <a:spcBef>
                <a:spcPct val="0"/>
              </a:spcBef>
              <a:spcAft>
                <a:spcPct val="0"/>
              </a:spcAft>
              <a:defRPr sz="2939" kern="1200">
                <a:solidFill>
                  <a:schemeClr val="tx1"/>
                </a:solidFill>
                <a:latin typeface="Arial" charset="0"/>
                <a:ea typeface="+mn-ea"/>
                <a:cs typeface="+mn-cs"/>
              </a:defRPr>
            </a:lvl2pPr>
            <a:lvl3pPr marL="957879" algn="l" rtl="0" fontAlgn="base">
              <a:spcBef>
                <a:spcPct val="0"/>
              </a:spcBef>
              <a:spcAft>
                <a:spcPct val="0"/>
              </a:spcAft>
              <a:defRPr sz="2939" kern="1200">
                <a:solidFill>
                  <a:schemeClr val="tx1"/>
                </a:solidFill>
                <a:latin typeface="Arial" charset="0"/>
                <a:ea typeface="+mn-ea"/>
                <a:cs typeface="+mn-cs"/>
              </a:defRPr>
            </a:lvl3pPr>
            <a:lvl4pPr marL="1436819" algn="l" rtl="0" fontAlgn="base">
              <a:spcBef>
                <a:spcPct val="0"/>
              </a:spcBef>
              <a:spcAft>
                <a:spcPct val="0"/>
              </a:spcAft>
              <a:defRPr sz="2939" kern="1200">
                <a:solidFill>
                  <a:schemeClr val="tx1"/>
                </a:solidFill>
                <a:latin typeface="Arial" charset="0"/>
                <a:ea typeface="+mn-ea"/>
                <a:cs typeface="+mn-cs"/>
              </a:defRPr>
            </a:lvl4pPr>
            <a:lvl5pPr marL="1915758" algn="l" rtl="0" fontAlgn="base">
              <a:spcBef>
                <a:spcPct val="0"/>
              </a:spcBef>
              <a:spcAft>
                <a:spcPct val="0"/>
              </a:spcAft>
              <a:defRPr sz="2939" kern="1200">
                <a:solidFill>
                  <a:schemeClr val="tx1"/>
                </a:solidFill>
                <a:latin typeface="Arial" charset="0"/>
                <a:ea typeface="+mn-ea"/>
                <a:cs typeface="+mn-cs"/>
              </a:defRPr>
            </a:lvl5pPr>
            <a:lvl6pPr marL="2394698" algn="l" defTabSz="957879" rtl="0" eaLnBrk="1" latinLnBrk="0" hangingPunct="1">
              <a:defRPr sz="2939" kern="1200">
                <a:solidFill>
                  <a:schemeClr val="tx1"/>
                </a:solidFill>
                <a:latin typeface="Arial" charset="0"/>
                <a:ea typeface="+mn-ea"/>
                <a:cs typeface="+mn-cs"/>
              </a:defRPr>
            </a:lvl6pPr>
            <a:lvl7pPr marL="2873637" algn="l" defTabSz="957879" rtl="0" eaLnBrk="1" latinLnBrk="0" hangingPunct="1">
              <a:defRPr sz="2939" kern="1200">
                <a:solidFill>
                  <a:schemeClr val="tx1"/>
                </a:solidFill>
                <a:latin typeface="Arial" charset="0"/>
                <a:ea typeface="+mn-ea"/>
                <a:cs typeface="+mn-cs"/>
              </a:defRPr>
            </a:lvl7pPr>
            <a:lvl8pPr marL="3352576" algn="l" defTabSz="957879" rtl="0" eaLnBrk="1" latinLnBrk="0" hangingPunct="1">
              <a:defRPr sz="2939" kern="1200">
                <a:solidFill>
                  <a:schemeClr val="tx1"/>
                </a:solidFill>
                <a:latin typeface="Arial" charset="0"/>
                <a:ea typeface="+mn-ea"/>
                <a:cs typeface="+mn-cs"/>
              </a:defRPr>
            </a:lvl8pPr>
            <a:lvl9pPr marL="3831516" algn="l" defTabSz="957879" rtl="0" eaLnBrk="1" latinLnBrk="0" hangingPunct="1">
              <a:defRPr sz="2939" kern="1200">
                <a:solidFill>
                  <a:schemeClr val="tx1"/>
                </a:solidFill>
                <a:latin typeface="Arial" charset="0"/>
                <a:ea typeface="+mn-ea"/>
                <a:cs typeface="+mn-cs"/>
              </a:defRPr>
            </a:lvl9pPr>
          </a:lstStyle>
          <a:p>
            <a:r>
              <a:rPr lang="fr-FR" sz="1050">
                <a:solidFill>
                  <a:schemeClr val="accent4"/>
                </a:solidFill>
                <a:latin typeface="+mn-lt"/>
              </a:rPr>
              <a:t>153 Bd Haussmann 75008 Paris</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fr-FR" sz="900" b="0" i="0" u="none" strike="noStrike" kern="1200" cap="none" spc="0" normalizeH="0" baseline="0" noProof="0">
                <a:ln>
                  <a:noFill/>
                </a:ln>
                <a:solidFill>
                  <a:srgbClr val="8397B0"/>
                </a:solidFill>
                <a:effectLst/>
                <a:uLnTx/>
                <a:uFillTx/>
                <a:latin typeface="+mn-lt"/>
                <a:ea typeface="+mn-ea"/>
                <a:cs typeface="+mn-cs"/>
              </a:rPr>
              <a:t>RCS Paris 844 224 881 </a:t>
            </a:r>
            <a:r>
              <a:rPr kumimoji="0" lang="fr-FR" sz="900" b="0" i="0" u="none" strike="noStrike" kern="1200" cap="none" spc="0" normalizeH="0" baseline="0" noProof="0">
                <a:ln>
                  <a:noFill/>
                </a:ln>
                <a:solidFill>
                  <a:srgbClr val="8397B0">
                    <a:lumMod val="40000"/>
                    <a:lumOff val="60000"/>
                  </a:srgbClr>
                </a:solidFill>
                <a:effectLst/>
                <a:uLnTx/>
                <a:uFillTx/>
                <a:latin typeface="+mn-lt"/>
                <a:ea typeface="+mn-ea"/>
                <a:cs typeface="+mn-cs"/>
              </a:rPr>
              <a:t>| </a:t>
            </a:r>
            <a:r>
              <a:rPr kumimoji="0" lang="fr-FR" sz="900" b="0" i="0" u="none" strike="noStrike" kern="1200" cap="none" spc="0" normalizeH="0" baseline="0" noProof="0">
                <a:ln>
                  <a:noFill/>
                </a:ln>
                <a:solidFill>
                  <a:srgbClr val="8397B0"/>
                </a:solidFill>
                <a:effectLst/>
                <a:uLnTx/>
                <a:uFillTx/>
                <a:latin typeface="+mn-lt"/>
                <a:ea typeface="+mn-ea"/>
                <a:cs typeface="+mn-cs"/>
              </a:rPr>
              <a:t>APE 7022 Z</a:t>
            </a:r>
            <a:r>
              <a:rPr kumimoji="0" lang="fr-FR" sz="900" b="0" i="0" u="none" strike="noStrike" kern="1200" cap="none" spc="0" normalizeH="0" baseline="0" noProof="0">
                <a:ln>
                  <a:noFill/>
                </a:ln>
                <a:solidFill>
                  <a:srgbClr val="8397B0">
                    <a:lumMod val="40000"/>
                    <a:lumOff val="60000"/>
                  </a:srgbClr>
                </a:solidFill>
                <a:effectLst/>
                <a:uLnTx/>
                <a:uFillTx/>
                <a:latin typeface="+mn-lt"/>
                <a:ea typeface="+mn-ea"/>
                <a:cs typeface="+mn-cs"/>
              </a:rPr>
              <a:t> | </a:t>
            </a:r>
            <a:r>
              <a:rPr kumimoji="0" lang="fr-FR" sz="900" b="0" i="0" u="none" strike="noStrike" kern="1200" cap="none" spc="0" normalizeH="0" baseline="0" noProof="0">
                <a:ln>
                  <a:noFill/>
                </a:ln>
                <a:solidFill>
                  <a:srgbClr val="8397B0"/>
                </a:solidFill>
                <a:effectLst/>
                <a:uLnTx/>
                <a:uFillTx/>
                <a:latin typeface="+mn-lt"/>
                <a:ea typeface="+mn-ea"/>
                <a:cs typeface="+mn-cs"/>
              </a:rPr>
              <a:t>SAS au capital de 100 000 €</a:t>
            </a:r>
          </a:p>
        </p:txBody>
      </p:sp>
      <p:sp>
        <p:nvSpPr>
          <p:cNvPr id="29" name="Text Placeholder 14">
            <a:extLst>
              <a:ext uri="{FF2B5EF4-FFF2-40B4-BE49-F238E27FC236}">
                <a16:creationId xmlns:a16="http://schemas.microsoft.com/office/drawing/2014/main" id="{9E3DB172-92D7-C172-A50E-E0AD69B3B44B}"/>
              </a:ext>
            </a:extLst>
          </p:cNvPr>
          <p:cNvSpPr>
            <a:spLocks noGrp="1"/>
          </p:cNvSpPr>
          <p:nvPr>
            <p:ph type="body" sz="quarter" idx="34" hasCustomPrompt="1"/>
          </p:nvPr>
        </p:nvSpPr>
        <p:spPr>
          <a:xfrm>
            <a:off x="8652488" y="3001630"/>
            <a:ext cx="3273825" cy="619119"/>
          </a:xfrm>
        </p:spPr>
        <p:txBody>
          <a:bodyPr>
            <a:noAutofit/>
          </a:bodyPr>
          <a:lstStyle>
            <a:lvl1pPr marL="0" indent="0">
              <a:buNone/>
              <a:defRPr sz="2000" b="1" i="0">
                <a:solidFill>
                  <a:schemeClr val="bg1"/>
                </a:solidFill>
                <a:latin typeface="+mj-lt"/>
              </a:defRPr>
            </a:lvl1pPr>
          </a:lstStyle>
          <a:p>
            <a:pPr lvl="0"/>
            <a:r>
              <a:rPr lang="en-GB"/>
              <a:t>Click to edit Master title style</a:t>
            </a:r>
            <a:endParaRPr lang="fr-FR"/>
          </a:p>
        </p:txBody>
      </p:sp>
      <p:sp>
        <p:nvSpPr>
          <p:cNvPr id="32" name="Text Placeholder 18">
            <a:extLst>
              <a:ext uri="{FF2B5EF4-FFF2-40B4-BE49-F238E27FC236}">
                <a16:creationId xmlns:a16="http://schemas.microsoft.com/office/drawing/2014/main" id="{F88450C6-721F-B2DE-95DE-354A7DBC9906}"/>
              </a:ext>
            </a:extLst>
          </p:cNvPr>
          <p:cNvSpPr>
            <a:spLocks noGrp="1"/>
          </p:cNvSpPr>
          <p:nvPr>
            <p:ph type="body" sz="quarter" idx="35" hasCustomPrompt="1"/>
          </p:nvPr>
        </p:nvSpPr>
        <p:spPr>
          <a:xfrm>
            <a:off x="8652680" y="3684766"/>
            <a:ext cx="3273633" cy="242037"/>
          </a:xfrm>
        </p:spPr>
        <p:txBody>
          <a:bodyPr>
            <a:noAutofit/>
          </a:bodyPr>
          <a:lstStyle>
            <a:lvl1pPr marL="0" indent="0">
              <a:lnSpc>
                <a:spcPct val="100000"/>
              </a:lnSpc>
              <a:spcBef>
                <a:spcPts val="0"/>
              </a:spcBef>
              <a:buNone/>
              <a:defRPr sz="900" b="0" i="0">
                <a:solidFill>
                  <a:schemeClr val="bg1"/>
                </a:solidFill>
                <a:latin typeface="+mj-lt"/>
              </a:defRPr>
            </a:lvl1pPr>
          </a:lstStyle>
          <a:p>
            <a:r>
              <a:rPr lang="en-GB"/>
              <a:t>Click to edit Master title style</a:t>
            </a:r>
            <a:endParaRPr lang="fr-FR"/>
          </a:p>
        </p:txBody>
      </p:sp>
    </p:spTree>
    <p:extLst>
      <p:ext uri="{BB962C8B-B14F-4D97-AF65-F5344CB8AC3E}">
        <p14:creationId xmlns:p14="http://schemas.microsoft.com/office/powerpoint/2010/main" val="1980586184"/>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4e de couverture - 3">
    <p:spTree>
      <p:nvGrpSpPr>
        <p:cNvPr id="1" name=""/>
        <p:cNvGrpSpPr/>
        <p:nvPr/>
      </p:nvGrpSpPr>
      <p:grpSpPr>
        <a:xfrm>
          <a:off x="0" y="0"/>
          <a:ext cx="0" cy="0"/>
          <a:chOff x="0" y="0"/>
          <a:chExt cx="0" cy="0"/>
        </a:xfrm>
      </p:grpSpPr>
      <p:graphicFrame>
        <p:nvGraphicFramePr>
          <p:cNvPr id="17" name="Objet 16" hidden="1">
            <a:extLst>
              <a:ext uri="{FF2B5EF4-FFF2-40B4-BE49-F238E27FC236}">
                <a16:creationId xmlns:a16="http://schemas.microsoft.com/office/drawing/2014/main" id="{FBD27079-48C6-CB02-A232-308426EDF3AA}"/>
              </a:ext>
            </a:extLst>
          </p:cNvPr>
          <p:cNvGraphicFramePr>
            <a:graphicFrameLocks noChangeAspect="1"/>
          </p:cNvGraphicFramePr>
          <p:nvPr>
            <p:custDataLst>
              <p:tags r:id="rId1"/>
            </p:custDataLst>
            <p:extLst>
              <p:ext uri="{D42A27DB-BD31-4B8C-83A1-F6EECF244321}">
                <p14:modId xmlns:p14="http://schemas.microsoft.com/office/powerpoint/2010/main" val="251088551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4" imgW="359" imgH="360" progId="TCLayout.ActiveDocument.1">
                  <p:embed/>
                </p:oleObj>
              </mc:Choice>
              <mc:Fallback>
                <p:oleObj name="Diapositive think-cell" r:id="rId4" imgW="359" imgH="360" progId="TCLayout.ActiveDocument.1">
                  <p:embed/>
                  <p:pic>
                    <p:nvPicPr>
                      <p:cNvPr id="17" name="Objet 16" hidden="1">
                        <a:extLst>
                          <a:ext uri="{FF2B5EF4-FFF2-40B4-BE49-F238E27FC236}">
                            <a16:creationId xmlns:a16="http://schemas.microsoft.com/office/drawing/2014/main" id="{FBD27079-48C6-CB02-A232-308426EDF3A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Text Placeholder 16">
            <a:extLst>
              <a:ext uri="{FF2B5EF4-FFF2-40B4-BE49-F238E27FC236}">
                <a16:creationId xmlns:a16="http://schemas.microsoft.com/office/drawing/2014/main" id="{FAA9235A-9DEE-240D-62CA-3BB48AA0E804}"/>
              </a:ext>
            </a:extLst>
          </p:cNvPr>
          <p:cNvSpPr txBox="1">
            <a:spLocks/>
          </p:cNvSpPr>
          <p:nvPr>
            <p:custDataLst>
              <p:tags r:id="rId2"/>
            </p:custDataLst>
          </p:nvPr>
        </p:nvSpPr>
        <p:spPr>
          <a:xfrm>
            <a:off x="747576" y="4296725"/>
            <a:ext cx="2511000" cy="282210"/>
          </a:xfrm>
          <a:prstGeom prst="rect">
            <a:avLst/>
          </a:prstGeom>
          <a:ln>
            <a:noFill/>
          </a:ln>
        </p:spPr>
        <p:txBody>
          <a:bodyPr lIns="0" tIns="81000" bIns="54000" anchor="ctr"/>
          <a:lstStyle>
            <a:defPPr>
              <a:defRPr lang="fr-FR"/>
            </a:defPPr>
            <a:lvl1pPr algn="ctr">
              <a:lnSpc>
                <a:spcPct val="90000"/>
              </a:lnSpc>
              <a:spcBef>
                <a:spcPts val="1000"/>
              </a:spcBef>
              <a:buClr>
                <a:schemeClr val="accent1"/>
              </a:buClr>
              <a:defRPr sz="1400" b="1">
                <a:solidFill>
                  <a:schemeClr val="tx2"/>
                </a:solidFill>
              </a:defRPr>
            </a:lvl1pPr>
          </a:lstStyle>
          <a:p>
            <a:pPr algn="l" fontAlgn="base">
              <a:spcBef>
                <a:spcPct val="0"/>
              </a:spcBef>
              <a:spcAft>
                <a:spcPct val="0"/>
              </a:spcAft>
            </a:pPr>
            <a:r>
              <a:rPr lang="fr-FR" sz="1200">
                <a:solidFill>
                  <a:schemeClr val="accent4"/>
                </a:solidFill>
                <a:latin typeface="+mn-lt"/>
              </a:rPr>
              <a:t>www.acipartners.fr</a:t>
            </a:r>
          </a:p>
        </p:txBody>
      </p:sp>
      <p:sp>
        <p:nvSpPr>
          <p:cNvPr id="8" name="Text Placeholder 16">
            <a:extLst>
              <a:ext uri="{FF2B5EF4-FFF2-40B4-BE49-F238E27FC236}">
                <a16:creationId xmlns:a16="http://schemas.microsoft.com/office/drawing/2014/main" id="{9FF93BCF-02C7-5B52-B82D-E8ED9FA8B91E}"/>
              </a:ext>
            </a:extLst>
          </p:cNvPr>
          <p:cNvSpPr txBox="1">
            <a:spLocks/>
          </p:cNvSpPr>
          <p:nvPr/>
        </p:nvSpPr>
        <p:spPr>
          <a:xfrm>
            <a:off x="747575" y="3801517"/>
            <a:ext cx="3615769" cy="555626"/>
          </a:xfrm>
          <a:prstGeom prst="rect">
            <a:avLst/>
          </a:prstGeom>
          <a:ln>
            <a:noFill/>
          </a:ln>
        </p:spPr>
        <p:txBody>
          <a:bodyPr lIns="0" tIns="81000" bIns="54000" anchor="t"/>
          <a:lstStyle>
            <a:defPPr>
              <a:defRPr lang="en-US"/>
            </a:defPPr>
            <a:lvl1pPr algn="l" rtl="0" fontAlgn="base">
              <a:spcBef>
                <a:spcPct val="0"/>
              </a:spcBef>
              <a:spcAft>
                <a:spcPct val="0"/>
              </a:spcAft>
              <a:defRPr sz="2939" kern="1200">
                <a:solidFill>
                  <a:schemeClr val="tx1"/>
                </a:solidFill>
                <a:latin typeface="Arial" charset="0"/>
                <a:ea typeface="+mn-ea"/>
                <a:cs typeface="+mn-cs"/>
              </a:defRPr>
            </a:lvl1pPr>
            <a:lvl2pPr marL="478940" algn="l" rtl="0" fontAlgn="base">
              <a:spcBef>
                <a:spcPct val="0"/>
              </a:spcBef>
              <a:spcAft>
                <a:spcPct val="0"/>
              </a:spcAft>
              <a:defRPr sz="2939" kern="1200">
                <a:solidFill>
                  <a:schemeClr val="tx1"/>
                </a:solidFill>
                <a:latin typeface="Arial" charset="0"/>
                <a:ea typeface="+mn-ea"/>
                <a:cs typeface="+mn-cs"/>
              </a:defRPr>
            </a:lvl2pPr>
            <a:lvl3pPr marL="957879" algn="l" rtl="0" fontAlgn="base">
              <a:spcBef>
                <a:spcPct val="0"/>
              </a:spcBef>
              <a:spcAft>
                <a:spcPct val="0"/>
              </a:spcAft>
              <a:defRPr sz="2939" kern="1200">
                <a:solidFill>
                  <a:schemeClr val="tx1"/>
                </a:solidFill>
                <a:latin typeface="Arial" charset="0"/>
                <a:ea typeface="+mn-ea"/>
                <a:cs typeface="+mn-cs"/>
              </a:defRPr>
            </a:lvl3pPr>
            <a:lvl4pPr marL="1436819" algn="l" rtl="0" fontAlgn="base">
              <a:spcBef>
                <a:spcPct val="0"/>
              </a:spcBef>
              <a:spcAft>
                <a:spcPct val="0"/>
              </a:spcAft>
              <a:defRPr sz="2939" kern="1200">
                <a:solidFill>
                  <a:schemeClr val="tx1"/>
                </a:solidFill>
                <a:latin typeface="Arial" charset="0"/>
                <a:ea typeface="+mn-ea"/>
                <a:cs typeface="+mn-cs"/>
              </a:defRPr>
            </a:lvl4pPr>
            <a:lvl5pPr marL="1915758" algn="l" rtl="0" fontAlgn="base">
              <a:spcBef>
                <a:spcPct val="0"/>
              </a:spcBef>
              <a:spcAft>
                <a:spcPct val="0"/>
              </a:spcAft>
              <a:defRPr sz="2939" kern="1200">
                <a:solidFill>
                  <a:schemeClr val="tx1"/>
                </a:solidFill>
                <a:latin typeface="Arial" charset="0"/>
                <a:ea typeface="+mn-ea"/>
                <a:cs typeface="+mn-cs"/>
              </a:defRPr>
            </a:lvl5pPr>
            <a:lvl6pPr marL="2394698" algn="l" defTabSz="957879" rtl="0" eaLnBrk="1" latinLnBrk="0" hangingPunct="1">
              <a:defRPr sz="2939" kern="1200">
                <a:solidFill>
                  <a:schemeClr val="tx1"/>
                </a:solidFill>
                <a:latin typeface="Arial" charset="0"/>
                <a:ea typeface="+mn-ea"/>
                <a:cs typeface="+mn-cs"/>
              </a:defRPr>
            </a:lvl6pPr>
            <a:lvl7pPr marL="2873637" algn="l" defTabSz="957879" rtl="0" eaLnBrk="1" latinLnBrk="0" hangingPunct="1">
              <a:defRPr sz="2939" kern="1200">
                <a:solidFill>
                  <a:schemeClr val="tx1"/>
                </a:solidFill>
                <a:latin typeface="Arial" charset="0"/>
                <a:ea typeface="+mn-ea"/>
                <a:cs typeface="+mn-cs"/>
              </a:defRPr>
            </a:lvl7pPr>
            <a:lvl8pPr marL="3352576" algn="l" defTabSz="957879" rtl="0" eaLnBrk="1" latinLnBrk="0" hangingPunct="1">
              <a:defRPr sz="2939" kern="1200">
                <a:solidFill>
                  <a:schemeClr val="tx1"/>
                </a:solidFill>
                <a:latin typeface="Arial" charset="0"/>
                <a:ea typeface="+mn-ea"/>
                <a:cs typeface="+mn-cs"/>
              </a:defRPr>
            </a:lvl8pPr>
            <a:lvl9pPr marL="3831516" algn="l" defTabSz="957879" rtl="0" eaLnBrk="1" latinLnBrk="0" hangingPunct="1">
              <a:defRPr sz="2939" kern="1200">
                <a:solidFill>
                  <a:schemeClr val="tx1"/>
                </a:solidFill>
                <a:latin typeface="Arial" charset="0"/>
                <a:ea typeface="+mn-ea"/>
                <a:cs typeface="+mn-cs"/>
              </a:defRPr>
            </a:lvl9pPr>
          </a:lstStyle>
          <a:p>
            <a:r>
              <a:rPr lang="fr-FR" sz="1050">
                <a:solidFill>
                  <a:schemeClr val="accent4"/>
                </a:solidFill>
                <a:latin typeface="+mn-lt"/>
              </a:rPr>
              <a:t>153 Bd Haussmann 75008 Paris</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fr-FR" sz="900" b="0" i="0" u="none" strike="noStrike" kern="1200" cap="none" spc="0" normalizeH="0" baseline="0" noProof="0">
                <a:ln>
                  <a:noFill/>
                </a:ln>
                <a:solidFill>
                  <a:srgbClr val="8397B0"/>
                </a:solidFill>
                <a:effectLst/>
                <a:uLnTx/>
                <a:uFillTx/>
                <a:latin typeface="+mn-lt"/>
                <a:ea typeface="+mn-ea"/>
                <a:cs typeface="+mn-cs"/>
              </a:rPr>
              <a:t>RCS Paris 844 224 881 </a:t>
            </a:r>
            <a:r>
              <a:rPr kumimoji="0" lang="fr-FR" sz="900" b="0" i="0" u="none" strike="noStrike" kern="1200" cap="none" spc="0" normalizeH="0" baseline="0" noProof="0">
                <a:ln>
                  <a:noFill/>
                </a:ln>
                <a:solidFill>
                  <a:srgbClr val="8397B0">
                    <a:lumMod val="40000"/>
                    <a:lumOff val="60000"/>
                  </a:srgbClr>
                </a:solidFill>
                <a:effectLst/>
                <a:uLnTx/>
                <a:uFillTx/>
                <a:latin typeface="+mn-lt"/>
                <a:ea typeface="+mn-ea"/>
                <a:cs typeface="+mn-cs"/>
              </a:rPr>
              <a:t>| </a:t>
            </a:r>
            <a:r>
              <a:rPr kumimoji="0" lang="fr-FR" sz="900" b="0" i="0" u="none" strike="noStrike" kern="1200" cap="none" spc="0" normalizeH="0" baseline="0" noProof="0">
                <a:ln>
                  <a:noFill/>
                </a:ln>
                <a:solidFill>
                  <a:srgbClr val="8397B0"/>
                </a:solidFill>
                <a:effectLst/>
                <a:uLnTx/>
                <a:uFillTx/>
                <a:latin typeface="+mn-lt"/>
                <a:ea typeface="+mn-ea"/>
                <a:cs typeface="+mn-cs"/>
              </a:rPr>
              <a:t>APE 7022 Z</a:t>
            </a:r>
            <a:r>
              <a:rPr kumimoji="0" lang="fr-FR" sz="900" b="0" i="0" u="none" strike="noStrike" kern="1200" cap="none" spc="0" normalizeH="0" baseline="0" noProof="0">
                <a:ln>
                  <a:noFill/>
                </a:ln>
                <a:solidFill>
                  <a:srgbClr val="8397B0">
                    <a:lumMod val="40000"/>
                    <a:lumOff val="60000"/>
                  </a:srgbClr>
                </a:solidFill>
                <a:effectLst/>
                <a:uLnTx/>
                <a:uFillTx/>
                <a:latin typeface="+mn-lt"/>
                <a:ea typeface="+mn-ea"/>
                <a:cs typeface="+mn-cs"/>
              </a:rPr>
              <a:t> | </a:t>
            </a:r>
            <a:r>
              <a:rPr kumimoji="0" lang="fr-FR" sz="900" b="0" i="0" u="none" strike="noStrike" kern="1200" cap="none" spc="0" normalizeH="0" baseline="0" noProof="0">
                <a:ln>
                  <a:noFill/>
                </a:ln>
                <a:solidFill>
                  <a:srgbClr val="8397B0"/>
                </a:solidFill>
                <a:effectLst/>
                <a:uLnTx/>
                <a:uFillTx/>
                <a:latin typeface="+mn-lt"/>
                <a:ea typeface="+mn-ea"/>
                <a:cs typeface="+mn-cs"/>
              </a:rPr>
              <a:t>SAS au capital de 100 000 €</a:t>
            </a:r>
          </a:p>
        </p:txBody>
      </p:sp>
      <p:sp>
        <p:nvSpPr>
          <p:cNvPr id="23" name="Rectangle 22">
            <a:extLst>
              <a:ext uri="{FF2B5EF4-FFF2-40B4-BE49-F238E27FC236}">
                <a16:creationId xmlns:a16="http://schemas.microsoft.com/office/drawing/2014/main" id="{47BD2340-73DA-9C03-F51E-998F2842EFEC}"/>
              </a:ext>
            </a:extLst>
          </p:cNvPr>
          <p:cNvSpPr/>
          <p:nvPr/>
        </p:nvSpPr>
        <p:spPr>
          <a:xfrm>
            <a:off x="9711014" y="152399"/>
            <a:ext cx="2325411" cy="6553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latin typeface="+mj-lt"/>
                <a:cs typeface="Arial" panose="020B0604020202020204" pitchFamily="34" charset="0"/>
              </a:rPr>
              <a:t> </a:t>
            </a:r>
          </a:p>
        </p:txBody>
      </p:sp>
      <p:sp>
        <p:nvSpPr>
          <p:cNvPr id="24" name="Rectangle 23">
            <a:extLst>
              <a:ext uri="{FF2B5EF4-FFF2-40B4-BE49-F238E27FC236}">
                <a16:creationId xmlns:a16="http://schemas.microsoft.com/office/drawing/2014/main" id="{414CA6A9-229C-B726-0D5C-A6028A87561D}"/>
              </a:ext>
            </a:extLst>
          </p:cNvPr>
          <p:cNvSpPr/>
          <p:nvPr/>
        </p:nvSpPr>
        <p:spPr>
          <a:xfrm>
            <a:off x="7385603" y="152400"/>
            <a:ext cx="2325411" cy="655320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latin typeface="+mj-lt"/>
                <a:cs typeface="Arial" panose="020B0604020202020204" pitchFamily="34" charset="0"/>
              </a:rPr>
              <a:t> </a:t>
            </a:r>
          </a:p>
        </p:txBody>
      </p:sp>
      <p:sp>
        <p:nvSpPr>
          <p:cNvPr id="25" name="Rectangle 24">
            <a:extLst>
              <a:ext uri="{FF2B5EF4-FFF2-40B4-BE49-F238E27FC236}">
                <a16:creationId xmlns:a16="http://schemas.microsoft.com/office/drawing/2014/main" id="{FB72EC17-0D72-371F-B7F7-6B24EF2DDF18}"/>
              </a:ext>
            </a:extLst>
          </p:cNvPr>
          <p:cNvSpPr/>
          <p:nvPr/>
        </p:nvSpPr>
        <p:spPr>
          <a:xfrm>
            <a:off x="5060192" y="152400"/>
            <a:ext cx="2325411" cy="655320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fr-FR">
                <a:latin typeface="+mj-lt"/>
                <a:cs typeface="Arial" panose="020B0604020202020204" pitchFamily="34" charset="0"/>
              </a:rPr>
              <a:t> </a:t>
            </a:r>
          </a:p>
        </p:txBody>
      </p:sp>
      <p:sp>
        <p:nvSpPr>
          <p:cNvPr id="9" name="Text Placeholder 14">
            <a:extLst>
              <a:ext uri="{FF2B5EF4-FFF2-40B4-BE49-F238E27FC236}">
                <a16:creationId xmlns:a16="http://schemas.microsoft.com/office/drawing/2014/main" id="{9919C13D-903B-D43A-1004-108D8D4CAE7E}"/>
              </a:ext>
            </a:extLst>
          </p:cNvPr>
          <p:cNvSpPr>
            <a:spLocks noGrp="1"/>
          </p:cNvSpPr>
          <p:nvPr>
            <p:ph type="body" sz="quarter" idx="23" hasCustomPrompt="1"/>
          </p:nvPr>
        </p:nvSpPr>
        <p:spPr>
          <a:xfrm>
            <a:off x="5160829" y="3001630"/>
            <a:ext cx="2124136" cy="619119"/>
          </a:xfrm>
        </p:spPr>
        <p:txBody>
          <a:bodyPr>
            <a:noAutofit/>
          </a:bodyPr>
          <a:lstStyle>
            <a:lvl1pPr marL="0" indent="0">
              <a:buNone/>
              <a:defRPr sz="2000" b="1" i="0">
                <a:solidFill>
                  <a:schemeClr val="bg1"/>
                </a:solidFill>
                <a:latin typeface="+mj-lt"/>
              </a:defRPr>
            </a:lvl1pPr>
          </a:lstStyle>
          <a:p>
            <a:pPr lvl="0"/>
            <a:r>
              <a:rPr lang="en-GB"/>
              <a:t>Click to edit Master title style</a:t>
            </a:r>
            <a:endParaRPr lang="fr-FR"/>
          </a:p>
        </p:txBody>
      </p:sp>
      <p:sp>
        <p:nvSpPr>
          <p:cNvPr id="10" name="Text Placeholder 18">
            <a:extLst>
              <a:ext uri="{FF2B5EF4-FFF2-40B4-BE49-F238E27FC236}">
                <a16:creationId xmlns:a16="http://schemas.microsoft.com/office/drawing/2014/main" id="{C2AC75B3-5077-A8E7-F76B-E38A6BAA97DB}"/>
              </a:ext>
            </a:extLst>
          </p:cNvPr>
          <p:cNvSpPr>
            <a:spLocks noGrp="1"/>
          </p:cNvSpPr>
          <p:nvPr>
            <p:ph type="body" sz="quarter" idx="24" hasCustomPrompt="1"/>
          </p:nvPr>
        </p:nvSpPr>
        <p:spPr>
          <a:xfrm>
            <a:off x="5161013" y="3684767"/>
            <a:ext cx="2123768" cy="237600"/>
          </a:xfrm>
        </p:spPr>
        <p:txBody>
          <a:bodyPr>
            <a:noAutofit/>
          </a:bodyPr>
          <a:lstStyle>
            <a:lvl1pPr marL="0" indent="0">
              <a:lnSpc>
                <a:spcPct val="100000"/>
              </a:lnSpc>
              <a:spcBef>
                <a:spcPts val="0"/>
              </a:spcBef>
              <a:buNone/>
              <a:defRPr sz="900" b="0" i="0">
                <a:solidFill>
                  <a:schemeClr val="bg1"/>
                </a:solidFill>
                <a:latin typeface="+mj-lt"/>
              </a:defRPr>
            </a:lvl1pPr>
          </a:lstStyle>
          <a:p>
            <a:r>
              <a:rPr lang="en-GB"/>
              <a:t>Click to edit Master title style</a:t>
            </a:r>
            <a:endParaRPr lang="fr-FR"/>
          </a:p>
        </p:txBody>
      </p:sp>
      <p:sp>
        <p:nvSpPr>
          <p:cNvPr id="11" name="Text Placeholder 14">
            <a:extLst>
              <a:ext uri="{FF2B5EF4-FFF2-40B4-BE49-F238E27FC236}">
                <a16:creationId xmlns:a16="http://schemas.microsoft.com/office/drawing/2014/main" id="{307A97C8-3D95-3EBF-02A0-2FC800E6D247}"/>
              </a:ext>
            </a:extLst>
          </p:cNvPr>
          <p:cNvSpPr>
            <a:spLocks noGrp="1"/>
          </p:cNvSpPr>
          <p:nvPr>
            <p:ph type="body" sz="quarter" idx="19" hasCustomPrompt="1"/>
          </p:nvPr>
        </p:nvSpPr>
        <p:spPr>
          <a:xfrm>
            <a:off x="7486240" y="3001630"/>
            <a:ext cx="2124136" cy="619119"/>
          </a:xfrm>
        </p:spPr>
        <p:txBody>
          <a:bodyPr>
            <a:noAutofit/>
          </a:bodyPr>
          <a:lstStyle>
            <a:lvl1pPr marL="0" indent="0">
              <a:buNone/>
              <a:defRPr sz="2000" b="1" i="0">
                <a:solidFill>
                  <a:schemeClr val="bg1"/>
                </a:solidFill>
                <a:latin typeface="+mj-lt"/>
              </a:defRPr>
            </a:lvl1pPr>
          </a:lstStyle>
          <a:p>
            <a:pPr lvl="0"/>
            <a:r>
              <a:rPr lang="en-GB"/>
              <a:t>Click to edit Master title style</a:t>
            </a:r>
            <a:endParaRPr lang="fr-FR"/>
          </a:p>
        </p:txBody>
      </p:sp>
      <p:sp>
        <p:nvSpPr>
          <p:cNvPr id="12" name="Text Placeholder 18">
            <a:extLst>
              <a:ext uri="{FF2B5EF4-FFF2-40B4-BE49-F238E27FC236}">
                <a16:creationId xmlns:a16="http://schemas.microsoft.com/office/drawing/2014/main" id="{70FBE1A0-53D3-A6FE-FC6D-A8478AAC1B65}"/>
              </a:ext>
            </a:extLst>
          </p:cNvPr>
          <p:cNvSpPr>
            <a:spLocks noGrp="1"/>
          </p:cNvSpPr>
          <p:nvPr>
            <p:ph type="body" sz="quarter" idx="20" hasCustomPrompt="1"/>
          </p:nvPr>
        </p:nvSpPr>
        <p:spPr>
          <a:xfrm>
            <a:off x="7486424" y="3684767"/>
            <a:ext cx="2123768" cy="237600"/>
          </a:xfrm>
        </p:spPr>
        <p:txBody>
          <a:bodyPr>
            <a:noAutofit/>
          </a:bodyPr>
          <a:lstStyle>
            <a:lvl1pPr marL="0" indent="0">
              <a:lnSpc>
                <a:spcPct val="100000"/>
              </a:lnSpc>
              <a:spcBef>
                <a:spcPts val="0"/>
              </a:spcBef>
              <a:buNone/>
              <a:defRPr sz="900" b="0" i="0">
                <a:solidFill>
                  <a:schemeClr val="bg1"/>
                </a:solidFill>
                <a:latin typeface="+mj-lt"/>
              </a:defRPr>
            </a:lvl1pPr>
          </a:lstStyle>
          <a:p>
            <a:r>
              <a:rPr lang="en-GB"/>
              <a:t>Click to edit Master title style</a:t>
            </a:r>
            <a:endParaRPr lang="fr-FR"/>
          </a:p>
        </p:txBody>
      </p:sp>
      <p:sp>
        <p:nvSpPr>
          <p:cNvPr id="13" name="Text Placeholder 14">
            <a:extLst>
              <a:ext uri="{FF2B5EF4-FFF2-40B4-BE49-F238E27FC236}">
                <a16:creationId xmlns:a16="http://schemas.microsoft.com/office/drawing/2014/main" id="{BEC0B694-A32E-D8D4-5AEB-39330B9DBB2B}"/>
              </a:ext>
            </a:extLst>
          </p:cNvPr>
          <p:cNvSpPr>
            <a:spLocks noGrp="1"/>
          </p:cNvSpPr>
          <p:nvPr>
            <p:ph type="body" sz="quarter" idx="21" hasCustomPrompt="1"/>
          </p:nvPr>
        </p:nvSpPr>
        <p:spPr>
          <a:xfrm>
            <a:off x="9811651" y="3001630"/>
            <a:ext cx="2124136" cy="619119"/>
          </a:xfrm>
        </p:spPr>
        <p:txBody>
          <a:bodyPr>
            <a:noAutofit/>
          </a:bodyPr>
          <a:lstStyle>
            <a:lvl1pPr marL="0" indent="0">
              <a:buNone/>
              <a:defRPr sz="2000" b="1" i="0">
                <a:solidFill>
                  <a:schemeClr val="bg1"/>
                </a:solidFill>
                <a:latin typeface="+mj-lt"/>
              </a:defRPr>
            </a:lvl1pPr>
          </a:lstStyle>
          <a:p>
            <a:pPr lvl="0"/>
            <a:r>
              <a:rPr lang="en-GB"/>
              <a:t>Click to edit Master title style</a:t>
            </a:r>
            <a:endParaRPr lang="fr-FR"/>
          </a:p>
        </p:txBody>
      </p:sp>
      <p:sp>
        <p:nvSpPr>
          <p:cNvPr id="14" name="Text Placeholder 18">
            <a:extLst>
              <a:ext uri="{FF2B5EF4-FFF2-40B4-BE49-F238E27FC236}">
                <a16:creationId xmlns:a16="http://schemas.microsoft.com/office/drawing/2014/main" id="{2A1B7DB9-8E34-E736-7AD2-27C2B584495A}"/>
              </a:ext>
            </a:extLst>
          </p:cNvPr>
          <p:cNvSpPr>
            <a:spLocks noGrp="1"/>
          </p:cNvSpPr>
          <p:nvPr>
            <p:ph type="body" sz="quarter" idx="22" hasCustomPrompt="1"/>
          </p:nvPr>
        </p:nvSpPr>
        <p:spPr>
          <a:xfrm>
            <a:off x="9811835" y="3684767"/>
            <a:ext cx="2123768" cy="237600"/>
          </a:xfrm>
        </p:spPr>
        <p:txBody>
          <a:bodyPr>
            <a:noAutofit/>
          </a:bodyPr>
          <a:lstStyle>
            <a:lvl1pPr marL="0" indent="0">
              <a:lnSpc>
                <a:spcPct val="100000"/>
              </a:lnSpc>
              <a:spcBef>
                <a:spcPts val="0"/>
              </a:spcBef>
              <a:buNone/>
              <a:defRPr sz="900" b="0" i="0">
                <a:solidFill>
                  <a:schemeClr val="bg1"/>
                </a:solidFill>
                <a:latin typeface="+mj-lt"/>
              </a:defRPr>
            </a:lvl1pPr>
          </a:lstStyle>
          <a:p>
            <a:r>
              <a:rPr lang="en-GB"/>
              <a:t>Click to edit Master title style</a:t>
            </a:r>
            <a:endParaRPr lang="fr-FR"/>
          </a:p>
        </p:txBody>
      </p:sp>
      <p:sp>
        <p:nvSpPr>
          <p:cNvPr id="26" name="Rectangle 25">
            <a:extLst>
              <a:ext uri="{FF2B5EF4-FFF2-40B4-BE49-F238E27FC236}">
                <a16:creationId xmlns:a16="http://schemas.microsoft.com/office/drawing/2014/main" id="{AFC47A47-5D02-D40D-50B8-8F8AADFF00F7}"/>
              </a:ext>
            </a:extLst>
          </p:cNvPr>
          <p:cNvSpPr/>
          <p:nvPr/>
        </p:nvSpPr>
        <p:spPr>
          <a:xfrm>
            <a:off x="380999" y="6356350"/>
            <a:ext cx="1838325" cy="3651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 name="Picture Placeholder 3">
            <a:extLst>
              <a:ext uri="{FF2B5EF4-FFF2-40B4-BE49-F238E27FC236}">
                <a16:creationId xmlns:a16="http://schemas.microsoft.com/office/drawing/2014/main" id="{33707480-81A3-6CB5-CA74-7672CEA94145}"/>
              </a:ext>
            </a:extLst>
          </p:cNvPr>
          <p:cNvSpPr>
            <a:spLocks noGrp="1"/>
          </p:cNvSpPr>
          <p:nvPr>
            <p:ph type="pic" sz="quarter" idx="27" hasCustomPrompt="1"/>
          </p:nvPr>
        </p:nvSpPr>
        <p:spPr>
          <a:xfrm>
            <a:off x="9710471" y="261954"/>
            <a:ext cx="2325411" cy="2433621"/>
          </a:xfrm>
        </p:spPr>
        <p:txBody>
          <a:bodyPr/>
          <a:lstStyle>
            <a:lvl1pPr marL="0" indent="0">
              <a:buNone/>
              <a:defRPr/>
            </a:lvl1pPr>
          </a:lstStyle>
          <a:p>
            <a:r>
              <a:rPr lang="fr-FR"/>
              <a:t> </a:t>
            </a:r>
          </a:p>
        </p:txBody>
      </p:sp>
      <p:sp>
        <p:nvSpPr>
          <p:cNvPr id="30" name="Picture Placeholder 3">
            <a:extLst>
              <a:ext uri="{FF2B5EF4-FFF2-40B4-BE49-F238E27FC236}">
                <a16:creationId xmlns:a16="http://schemas.microsoft.com/office/drawing/2014/main" id="{A1A5CE3D-0051-E316-AF39-06D78C0D6351}"/>
              </a:ext>
            </a:extLst>
          </p:cNvPr>
          <p:cNvSpPr>
            <a:spLocks noGrp="1"/>
          </p:cNvSpPr>
          <p:nvPr>
            <p:ph type="pic" sz="quarter" idx="28" hasCustomPrompt="1"/>
          </p:nvPr>
        </p:nvSpPr>
        <p:spPr>
          <a:xfrm>
            <a:off x="7385060" y="261954"/>
            <a:ext cx="2325411" cy="2433621"/>
          </a:xfrm>
        </p:spPr>
        <p:txBody>
          <a:bodyPr/>
          <a:lstStyle>
            <a:lvl1pPr marL="0" indent="0">
              <a:buNone/>
              <a:defRPr/>
            </a:lvl1pPr>
          </a:lstStyle>
          <a:p>
            <a:r>
              <a:rPr lang="fr-FR"/>
              <a:t> </a:t>
            </a:r>
          </a:p>
        </p:txBody>
      </p:sp>
      <p:sp>
        <p:nvSpPr>
          <p:cNvPr id="31" name="Picture Placeholder 3">
            <a:extLst>
              <a:ext uri="{FF2B5EF4-FFF2-40B4-BE49-F238E27FC236}">
                <a16:creationId xmlns:a16="http://schemas.microsoft.com/office/drawing/2014/main" id="{0F88CFB0-191C-5F38-84E6-E8F622972A33}"/>
              </a:ext>
            </a:extLst>
          </p:cNvPr>
          <p:cNvSpPr>
            <a:spLocks noGrp="1"/>
          </p:cNvSpPr>
          <p:nvPr>
            <p:ph type="pic" sz="quarter" idx="29" hasCustomPrompt="1"/>
          </p:nvPr>
        </p:nvSpPr>
        <p:spPr>
          <a:xfrm>
            <a:off x="5059649" y="261954"/>
            <a:ext cx="2325411" cy="2433621"/>
          </a:xfrm>
        </p:spPr>
        <p:txBody>
          <a:bodyPr/>
          <a:lstStyle>
            <a:lvl1pPr marL="0" indent="0">
              <a:buNone/>
              <a:defRPr/>
            </a:lvl1pPr>
          </a:lstStyle>
          <a:p>
            <a:r>
              <a:rPr lang="fr-FR"/>
              <a:t> </a:t>
            </a:r>
          </a:p>
        </p:txBody>
      </p:sp>
      <p:pic>
        <p:nvPicPr>
          <p:cNvPr id="20" name="Graphic 26">
            <a:extLst>
              <a:ext uri="{FF2B5EF4-FFF2-40B4-BE49-F238E27FC236}">
                <a16:creationId xmlns:a16="http://schemas.microsoft.com/office/drawing/2014/main" id="{05496D6C-CD74-616D-FDD2-01CD0DD4364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07957" y="2385080"/>
            <a:ext cx="4357228" cy="1481181"/>
          </a:xfrm>
          <a:prstGeom prst="rect">
            <a:avLst/>
          </a:prstGeom>
        </p:spPr>
      </p:pic>
    </p:spTree>
    <p:extLst>
      <p:ext uri="{BB962C8B-B14F-4D97-AF65-F5344CB8AC3E}">
        <p14:creationId xmlns:p14="http://schemas.microsoft.com/office/powerpoint/2010/main" val="843438274"/>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oleObject" Target="../embeddings/oleObject1.bin"/><Relationship Id="rId2" Type="http://schemas.openxmlformats.org/officeDocument/2006/relationships/slideLayout" Target="../slideLayouts/slideLayout2.xml"/><Relationship Id="rId16" Type="http://schemas.openxmlformats.org/officeDocument/2006/relationships/tags" Target="../tags/tag2.xml"/><Relationship Id="rId20" Type="http://schemas.openxmlformats.org/officeDocument/2006/relationships/image" Target="../media/image3.sv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9" name="Objet 8" hidden="1">
            <a:extLst>
              <a:ext uri="{FF2B5EF4-FFF2-40B4-BE49-F238E27FC236}">
                <a16:creationId xmlns:a16="http://schemas.microsoft.com/office/drawing/2014/main" id="{B068B94B-670C-F133-CB86-3E259DD20AD6}"/>
              </a:ext>
            </a:extLst>
          </p:cNvPr>
          <p:cNvGraphicFramePr>
            <a:graphicFrameLocks noChangeAspect="1"/>
          </p:cNvGraphicFramePr>
          <p:nvPr>
            <p:custDataLst>
              <p:tags r:id="rId16"/>
            </p:custDataLst>
            <p:extLst>
              <p:ext uri="{D42A27DB-BD31-4B8C-83A1-F6EECF244321}">
                <p14:modId xmlns:p14="http://schemas.microsoft.com/office/powerpoint/2010/main" val="387353477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17" imgW="359" imgH="360" progId="TCLayout.ActiveDocument.1">
                  <p:embed/>
                </p:oleObj>
              </mc:Choice>
              <mc:Fallback>
                <p:oleObj name="Diapositive think-cell" r:id="rId17" imgW="359" imgH="360" progId="TCLayout.ActiveDocument.1">
                  <p:embed/>
                  <p:pic>
                    <p:nvPicPr>
                      <p:cNvPr id="9" name="Objet 8" hidden="1">
                        <a:extLst>
                          <a:ext uri="{FF2B5EF4-FFF2-40B4-BE49-F238E27FC236}">
                            <a16:creationId xmlns:a16="http://schemas.microsoft.com/office/drawing/2014/main" id="{B068B94B-670C-F133-CB86-3E259DD20AD6}"/>
                          </a:ext>
                        </a:extLst>
                      </p:cNvPr>
                      <p:cNvPicPr/>
                      <p:nvPr/>
                    </p:nvPicPr>
                    <p:blipFill>
                      <a:blip r:embed="rId18"/>
                      <a:stretch>
                        <a:fillRect/>
                      </a:stretch>
                    </p:blipFill>
                    <p:spPr>
                      <a:xfrm>
                        <a:off x="1588" y="1588"/>
                        <a:ext cx="1588" cy="1588"/>
                      </a:xfrm>
                      <a:prstGeom prst="rect">
                        <a:avLst/>
                      </a:prstGeom>
                    </p:spPr>
                  </p:pic>
                </p:oleObj>
              </mc:Fallback>
            </mc:AlternateContent>
          </a:graphicData>
        </a:graphic>
      </p:graphicFrame>
      <p:sp>
        <p:nvSpPr>
          <p:cNvPr id="2" name="Espace réservé du titre 1">
            <a:extLst>
              <a:ext uri="{FF2B5EF4-FFF2-40B4-BE49-F238E27FC236}">
                <a16:creationId xmlns:a16="http://schemas.microsoft.com/office/drawing/2014/main" id="{D2AD48E1-B2D6-0FB1-1BBC-D92CA4BA4FD6}"/>
              </a:ext>
            </a:extLst>
          </p:cNvPr>
          <p:cNvSpPr>
            <a:spLocks noGrp="1"/>
          </p:cNvSpPr>
          <p:nvPr>
            <p:ph type="title"/>
          </p:nvPr>
        </p:nvSpPr>
        <p:spPr>
          <a:xfrm>
            <a:off x="380997" y="485693"/>
            <a:ext cx="11430003" cy="360000"/>
          </a:xfrm>
          <a:prstGeom prst="rect">
            <a:avLst/>
          </a:prstGeom>
        </p:spPr>
        <p:txBody>
          <a:bodyPr vert="horz" lIns="91440" tIns="45720" rIns="91440" bIns="45720" rtlCol="0" anchor="t">
            <a:noAutofit/>
          </a:bodyPr>
          <a:lstStyle/>
          <a:p>
            <a:r>
              <a:rPr lang="fr-FR"/>
              <a:t>Titre</a:t>
            </a:r>
          </a:p>
        </p:txBody>
      </p:sp>
      <p:sp>
        <p:nvSpPr>
          <p:cNvPr id="3" name="Espace réservé du texte 2">
            <a:extLst>
              <a:ext uri="{FF2B5EF4-FFF2-40B4-BE49-F238E27FC236}">
                <a16:creationId xmlns:a16="http://schemas.microsoft.com/office/drawing/2014/main" id="{80ECA95B-165B-9DA2-D8F5-BC9BCA12C9BB}"/>
              </a:ext>
            </a:extLst>
          </p:cNvPr>
          <p:cNvSpPr>
            <a:spLocks noGrp="1"/>
          </p:cNvSpPr>
          <p:nvPr>
            <p:ph type="body" idx="1"/>
          </p:nvPr>
        </p:nvSpPr>
        <p:spPr>
          <a:xfrm>
            <a:off x="380997" y="1825625"/>
            <a:ext cx="11430003" cy="4351338"/>
          </a:xfrm>
          <a:prstGeom prst="rect">
            <a:avLst/>
          </a:prstGeom>
        </p:spPr>
        <p:txBody>
          <a:bodyPr vert="horz" lIns="91440" tIns="45720" rIns="91440" bIns="45720" rtlCol="0">
            <a:no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pied de page 4">
            <a:extLst>
              <a:ext uri="{FF2B5EF4-FFF2-40B4-BE49-F238E27FC236}">
                <a16:creationId xmlns:a16="http://schemas.microsoft.com/office/drawing/2014/main" id="{FDA6FC88-E0F2-E7D8-A6EE-622B5540EFF6}"/>
              </a:ext>
            </a:extLst>
          </p:cNvPr>
          <p:cNvSpPr>
            <a:spLocks noGrp="1"/>
          </p:cNvSpPr>
          <p:nvPr>
            <p:ph type="ftr" sz="quarter" idx="3"/>
          </p:nvPr>
        </p:nvSpPr>
        <p:spPr>
          <a:xfrm>
            <a:off x="2104549" y="6340475"/>
            <a:ext cx="7318401" cy="365125"/>
          </a:xfrm>
          <a:prstGeom prst="rect">
            <a:avLst/>
          </a:prstGeom>
        </p:spPr>
        <p:txBody>
          <a:bodyPr vert="horz" lIns="91440" tIns="45720" rIns="91440" bIns="45720" rtlCol="0" anchor="ctr"/>
          <a:lstStyle>
            <a:lvl1pPr marL="0" algn="ctr" defTabSz="914400" rtl="0" eaLnBrk="1" latinLnBrk="0" hangingPunct="1">
              <a:defRPr kumimoji="0" lang="fr-FR" sz="900" b="0" i="0" u="none" strike="noStrike" kern="1200" cap="none" spc="0" normalizeH="0" baseline="0" dirty="0" smtClean="0">
                <a:ln>
                  <a:noFill/>
                </a:ln>
                <a:solidFill>
                  <a:schemeClr val="tx2"/>
                </a:solidFill>
                <a:effectLst/>
                <a:uLnTx/>
                <a:uFillTx/>
                <a:latin typeface="+mj-lt"/>
                <a:ea typeface="+mn-ea"/>
                <a:cs typeface="+mn-cs"/>
              </a:defRPr>
            </a:lvl1pPr>
          </a:lstStyle>
          <a:p>
            <a:endParaRPr lang="fr-FR"/>
          </a:p>
        </p:txBody>
      </p:sp>
      <p:sp>
        <p:nvSpPr>
          <p:cNvPr id="6" name="Espace réservé du numéro de diapositive 5">
            <a:extLst>
              <a:ext uri="{FF2B5EF4-FFF2-40B4-BE49-F238E27FC236}">
                <a16:creationId xmlns:a16="http://schemas.microsoft.com/office/drawing/2014/main" id="{8165DD3F-8A0A-C37D-6F0C-0CD7DA21FABB}"/>
              </a:ext>
            </a:extLst>
          </p:cNvPr>
          <p:cNvSpPr>
            <a:spLocks noGrp="1"/>
          </p:cNvSpPr>
          <p:nvPr>
            <p:ph type="sldNum" sz="quarter" idx="4"/>
          </p:nvPr>
        </p:nvSpPr>
        <p:spPr>
          <a:xfrm>
            <a:off x="11219530" y="6340475"/>
            <a:ext cx="591470" cy="365125"/>
          </a:xfrm>
          <a:prstGeom prst="rect">
            <a:avLst/>
          </a:prstGeom>
        </p:spPr>
        <p:txBody>
          <a:bodyPr vert="horz" lIns="91440" tIns="45720" rIns="91440" bIns="45720" rtlCol="0" anchor="ctr"/>
          <a:lstStyle>
            <a:lvl1pPr marL="0" algn="r" defTabSz="914400" rtl="0" eaLnBrk="1" latinLnBrk="0" hangingPunct="1">
              <a:defRPr kumimoji="0" lang="fr-FR" sz="900" b="0" i="0" u="none" strike="noStrike" kern="1200" cap="none" spc="0" normalizeH="0" baseline="0" smtClean="0">
                <a:ln>
                  <a:noFill/>
                </a:ln>
                <a:solidFill>
                  <a:schemeClr val="tx2"/>
                </a:solidFill>
                <a:effectLst/>
                <a:uLnTx/>
                <a:uFillTx/>
                <a:latin typeface="+mj-lt"/>
                <a:ea typeface="+mn-ea"/>
                <a:cs typeface="+mn-cs"/>
              </a:defRPr>
            </a:lvl1pPr>
          </a:lstStyle>
          <a:p>
            <a:fld id="{BE9517EC-C298-4848-B090-11602D956FCE}" type="slidenum">
              <a:rPr lang="fr-FR" smtClean="0"/>
              <a:pPr/>
              <a:t>‹N°›</a:t>
            </a:fld>
            <a:endParaRPr lang="fr-FR"/>
          </a:p>
        </p:txBody>
      </p:sp>
      <p:pic>
        <p:nvPicPr>
          <p:cNvPr id="17" name="Graphic 12">
            <a:extLst>
              <a:ext uri="{FF2B5EF4-FFF2-40B4-BE49-F238E27FC236}">
                <a16:creationId xmlns:a16="http://schemas.microsoft.com/office/drawing/2014/main" id="{EAE1AD28-E865-978A-DD49-D21AF449B74E}"/>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9422950" y="6232787"/>
            <a:ext cx="1796580" cy="610723"/>
          </a:xfrm>
          <a:prstGeom prst="rect">
            <a:avLst/>
          </a:prstGeom>
        </p:spPr>
      </p:pic>
      <p:sp>
        <p:nvSpPr>
          <p:cNvPr id="18" name="TextBox 8">
            <a:extLst>
              <a:ext uri="{FF2B5EF4-FFF2-40B4-BE49-F238E27FC236}">
                <a16:creationId xmlns:a16="http://schemas.microsoft.com/office/drawing/2014/main" id="{565B99EF-19E1-E906-69E0-E7404B75E831}"/>
              </a:ext>
            </a:extLst>
          </p:cNvPr>
          <p:cNvSpPr txBox="1"/>
          <p:nvPr/>
        </p:nvSpPr>
        <p:spPr>
          <a:xfrm>
            <a:off x="380997" y="6407621"/>
            <a:ext cx="1723549" cy="230832"/>
          </a:xfrm>
          <a:prstGeom prst="rect">
            <a:avLst/>
          </a:prstGeom>
          <a:noFill/>
        </p:spPr>
        <p:txBody>
          <a:bodyPr wrap="non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chemeClr val="tx2"/>
                </a:solidFill>
                <a:effectLst/>
                <a:uLnTx/>
                <a:uFillTx/>
                <a:latin typeface="+mj-lt"/>
                <a:ea typeface="+mn-ea"/>
                <a:cs typeface="+mn-cs"/>
              </a:rPr>
              <a:t>© ACI partners | Confidentiel </a:t>
            </a:r>
          </a:p>
        </p:txBody>
      </p:sp>
    </p:spTree>
    <p:extLst>
      <p:ext uri="{BB962C8B-B14F-4D97-AF65-F5344CB8AC3E}">
        <p14:creationId xmlns:p14="http://schemas.microsoft.com/office/powerpoint/2010/main" val="3041499383"/>
      </p:ext>
    </p:extLst>
  </p:cSld>
  <p:clrMap bg1="lt1" tx1="dk1" bg2="lt2" tx2="dk2" accent1="accent1" accent2="accent2" accent3="accent3" accent4="accent4" accent5="accent5" accent6="accent6" hlink="hlink" folHlink="folHlink"/>
  <p:sldLayoutIdLst>
    <p:sldLayoutId id="2147483666" r:id="rId1"/>
    <p:sldLayoutId id="2147483652" r:id="rId2"/>
    <p:sldLayoutId id="2147483659" r:id="rId3"/>
    <p:sldLayoutId id="2147483653" r:id="rId4"/>
    <p:sldLayoutId id="2147483655" r:id="rId5"/>
    <p:sldLayoutId id="2147483649" r:id="rId6"/>
    <p:sldLayoutId id="2147483650" r:id="rId7"/>
    <p:sldLayoutId id="2147483663" r:id="rId8"/>
    <p:sldLayoutId id="2147483662" r:id="rId9"/>
    <p:sldLayoutId id="2147483657" r:id="rId10"/>
    <p:sldLayoutId id="2147483651" r:id="rId11"/>
    <p:sldLayoutId id="2147483661" r:id="rId12"/>
    <p:sldLayoutId id="2147483660" r:id="rId13"/>
    <p:sldLayoutId id="2147483656" r:id="rId14"/>
  </p:sldLayoutIdLst>
  <p:hf hdr="0" ftr="0" dt="0"/>
  <p:txStyles>
    <p:titleStyle>
      <a:lvl1pPr algn="l" defTabSz="914400" rtl="0" eaLnBrk="1" latinLnBrk="0" hangingPunct="1">
        <a:lnSpc>
          <a:spcPct val="90000"/>
        </a:lnSpc>
        <a:spcBef>
          <a:spcPct val="0"/>
        </a:spcBef>
        <a:buNone/>
        <a:defRPr lang="fr-FR" sz="2000" kern="1200" dirty="0" smtClean="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tx2"/>
        </a:buClr>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1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Arial" panose="020B0604020202020204" pitchFamily="34" charset="0"/>
        <a:buChar char="•"/>
        <a:defRPr sz="11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tx2"/>
        </a:buClr>
        <a:buFont typeface="Arial" panose="020B0604020202020204" pitchFamily="34" charset="0"/>
        <a:buChar char="•"/>
        <a:defRPr sz="105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tx2"/>
        </a:buClr>
        <a:buFont typeface="Arial" panose="020B0604020202020204" pitchFamily="34" charset="0"/>
        <a:buChar char="•"/>
        <a:defRPr sz="105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98">
          <p15:clr>
            <a:srgbClr val="F26B43"/>
          </p15:clr>
        </p15:guide>
        <p15:guide id="2" pos="7582">
          <p15:clr>
            <a:srgbClr val="F26B43"/>
          </p15:clr>
        </p15:guide>
        <p15:guide id="3" orient="horz" pos="96">
          <p15:clr>
            <a:srgbClr val="F26B43"/>
          </p15:clr>
        </p15:guide>
        <p15:guide id="4" orient="horz" pos="4224">
          <p15:clr>
            <a:srgbClr val="F26B43"/>
          </p15:clr>
        </p15:guide>
        <p15:guide id="5" pos="234">
          <p15:clr>
            <a:srgbClr val="F26B43"/>
          </p15:clr>
        </p15:guide>
        <p15:guide id="6" pos="744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11.xml"/><Relationship Id="rId1" Type="http://schemas.openxmlformats.org/officeDocument/2006/relationships/tags" Target="../tags/tag20.xml"/><Relationship Id="rId5" Type="http://schemas.openxmlformats.org/officeDocument/2006/relationships/image" Target="../media/image11.png"/><Relationship Id="rId4" Type="http://schemas.openxmlformats.org/officeDocument/2006/relationships/image" Target="../media/image10.emf"/></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11.xml"/><Relationship Id="rId1" Type="http://schemas.openxmlformats.org/officeDocument/2006/relationships/tags" Target="../tags/tag21.xml"/><Relationship Id="rId6" Type="http://schemas.openxmlformats.org/officeDocument/2006/relationships/image" Target="../media/image13.jpeg"/><Relationship Id="rId5" Type="http://schemas.openxmlformats.org/officeDocument/2006/relationships/image" Target="../media/image12.png"/><Relationship Id="rId4" Type="http://schemas.openxmlformats.org/officeDocument/2006/relationships/image" Target="../media/image10.emf"/></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7" Type="http://schemas.openxmlformats.org/officeDocument/2006/relationships/image" Target="../media/image15.png"/><Relationship Id="rId2" Type="http://schemas.openxmlformats.org/officeDocument/2006/relationships/slideLayout" Target="../slideLayouts/slideLayout11.xml"/><Relationship Id="rId1" Type="http://schemas.openxmlformats.org/officeDocument/2006/relationships/tags" Target="../tags/tag22.xml"/><Relationship Id="rId6" Type="http://schemas.openxmlformats.org/officeDocument/2006/relationships/image" Target="../media/image14.jpeg"/><Relationship Id="rId5" Type="http://schemas.openxmlformats.org/officeDocument/2006/relationships/image" Target="../media/image10.emf"/><Relationship Id="rId4" Type="http://schemas.openxmlformats.org/officeDocument/2006/relationships/oleObject" Target="../embeddings/oleObject18.bin"/></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11.xml"/><Relationship Id="rId1" Type="http://schemas.openxmlformats.org/officeDocument/2006/relationships/tags" Target="../tags/tag23.xml"/><Relationship Id="rId6" Type="http://schemas.openxmlformats.org/officeDocument/2006/relationships/image" Target="../media/image15.png"/><Relationship Id="rId5" Type="http://schemas.openxmlformats.org/officeDocument/2006/relationships/image" Target="../media/image16.jpeg"/><Relationship Id="rId4" Type="http://schemas.openxmlformats.org/officeDocument/2006/relationships/image" Target="../media/image10.emf"/></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11.xml"/><Relationship Id="rId1" Type="http://schemas.openxmlformats.org/officeDocument/2006/relationships/tags" Target="../tags/tag24.xml"/><Relationship Id="rId5" Type="http://schemas.openxmlformats.org/officeDocument/2006/relationships/image" Target="../media/image17.png"/><Relationship Id="rId4" Type="http://schemas.openxmlformats.org/officeDocument/2006/relationships/image" Target="../media/image10.e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11.xml"/><Relationship Id="rId1" Type="http://schemas.openxmlformats.org/officeDocument/2006/relationships/tags" Target="../tags/tag25.xml"/><Relationship Id="rId5" Type="http://schemas.openxmlformats.org/officeDocument/2006/relationships/image" Target="../media/image18.tiff"/><Relationship Id="rId4" Type="http://schemas.openxmlformats.org/officeDocument/2006/relationships/image" Target="../media/image10.e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11.xml"/><Relationship Id="rId1" Type="http://schemas.openxmlformats.org/officeDocument/2006/relationships/tags" Target="../tags/tag26.xml"/><Relationship Id="rId5" Type="http://schemas.openxmlformats.org/officeDocument/2006/relationships/image" Target="../media/image19.png"/><Relationship Id="rId4" Type="http://schemas.openxmlformats.org/officeDocument/2006/relationships/image" Target="../media/image10.e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11.xml"/><Relationship Id="rId1" Type="http://schemas.openxmlformats.org/officeDocument/2006/relationships/tags" Target="../tags/tag27.xml"/><Relationship Id="rId6" Type="http://schemas.openxmlformats.org/officeDocument/2006/relationships/image" Target="../media/image21.png"/><Relationship Id="rId5" Type="http://schemas.openxmlformats.org/officeDocument/2006/relationships/image" Target="../media/image20.jpeg"/><Relationship Id="rId4" Type="http://schemas.openxmlformats.org/officeDocument/2006/relationships/image" Target="../media/image10.e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11.xml"/><Relationship Id="rId1" Type="http://schemas.openxmlformats.org/officeDocument/2006/relationships/tags" Target="../tags/tag28.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10.e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Layout" Target="../slideLayouts/slideLayout11.xml"/><Relationship Id="rId1" Type="http://schemas.openxmlformats.org/officeDocument/2006/relationships/tags" Target="../tags/tag29.xml"/><Relationship Id="rId6" Type="http://schemas.openxmlformats.org/officeDocument/2006/relationships/image" Target="../media/image18.tiff"/><Relationship Id="rId5" Type="http://schemas.openxmlformats.org/officeDocument/2006/relationships/image" Target="../media/image23.png"/><Relationship Id="rId4" Type="http://schemas.openxmlformats.org/officeDocument/2006/relationships/image" Target="../media/image10.e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26.bin"/><Relationship Id="rId7" Type="http://schemas.openxmlformats.org/officeDocument/2006/relationships/image" Target="../media/image26.png"/><Relationship Id="rId2" Type="http://schemas.openxmlformats.org/officeDocument/2006/relationships/slideLayout" Target="../slideLayouts/slideLayout11.xml"/><Relationship Id="rId1" Type="http://schemas.openxmlformats.org/officeDocument/2006/relationships/tags" Target="../tags/tag30.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10.e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11.xml"/><Relationship Id="rId1" Type="http://schemas.openxmlformats.org/officeDocument/2006/relationships/tags" Target="../tags/tag31.xml"/><Relationship Id="rId5" Type="http://schemas.openxmlformats.org/officeDocument/2006/relationships/image" Target="../media/image13.jpeg"/><Relationship Id="rId4" Type="http://schemas.openxmlformats.org/officeDocument/2006/relationships/image" Target="../media/image10.emf"/></Relationships>
</file>

<file path=ppt/slides/_rels/slide13.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oleObject" Target="../embeddings/oleObject28.bin"/><Relationship Id="rId7" Type="http://schemas.openxmlformats.org/officeDocument/2006/relationships/image" Target="../media/image28.png"/><Relationship Id="rId2" Type="http://schemas.openxmlformats.org/officeDocument/2006/relationships/slideLayout" Target="../slideLayouts/slideLayout11.xml"/><Relationship Id="rId1" Type="http://schemas.openxmlformats.org/officeDocument/2006/relationships/tags" Target="../tags/tag32.xml"/><Relationship Id="rId6" Type="http://schemas.openxmlformats.org/officeDocument/2006/relationships/image" Target="../media/image25.png"/><Relationship Id="rId5" Type="http://schemas.openxmlformats.org/officeDocument/2006/relationships/image" Target="../media/image27.png"/><Relationship Id="rId4" Type="http://schemas.openxmlformats.org/officeDocument/2006/relationships/image" Target="../media/image4.e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Layout" Target="../slideLayouts/slideLayout11.xml"/><Relationship Id="rId1" Type="http://schemas.openxmlformats.org/officeDocument/2006/relationships/tags" Target="../tags/tag33.xml"/><Relationship Id="rId5" Type="http://schemas.openxmlformats.org/officeDocument/2006/relationships/image" Target="../media/image30.png"/><Relationship Id="rId4" Type="http://schemas.openxmlformats.org/officeDocument/2006/relationships/image" Target="../media/image4.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t 8" hidden="1">
            <a:extLst>
              <a:ext uri="{FF2B5EF4-FFF2-40B4-BE49-F238E27FC236}">
                <a16:creationId xmlns:a16="http://schemas.microsoft.com/office/drawing/2014/main" id="{C1B57085-525A-449E-9F55-6012045ECB6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60" imgH="360" progId="TCLayout.ActiveDocument.1">
                  <p:embed/>
                </p:oleObj>
              </mc:Choice>
              <mc:Fallback>
                <p:oleObj name="Diapositive think-cell" r:id="rId3" imgW="360" imgH="360" progId="TCLayout.ActiveDocument.1">
                  <p:embed/>
                  <p:pic>
                    <p:nvPicPr>
                      <p:cNvPr id="9" name="Objet 8" hidden="1">
                        <a:extLst>
                          <a:ext uri="{FF2B5EF4-FFF2-40B4-BE49-F238E27FC236}">
                            <a16:creationId xmlns:a16="http://schemas.microsoft.com/office/drawing/2014/main" id="{C1B57085-525A-449E-9F55-6012045ECB6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itre 5">
            <a:extLst>
              <a:ext uri="{FF2B5EF4-FFF2-40B4-BE49-F238E27FC236}">
                <a16:creationId xmlns:a16="http://schemas.microsoft.com/office/drawing/2014/main" id="{F21193ED-9FA6-442C-920C-43D20CE0B353}"/>
              </a:ext>
            </a:extLst>
          </p:cNvPr>
          <p:cNvSpPr>
            <a:spLocks noGrp="1"/>
          </p:cNvSpPr>
          <p:nvPr>
            <p:ph type="title"/>
          </p:nvPr>
        </p:nvSpPr>
        <p:spPr/>
        <p:txBody>
          <a:bodyPr vert="horz"/>
          <a:lstStyle/>
          <a:p>
            <a:r>
              <a:rPr lang="fr-FR"/>
              <a:t>Extrait de nos références</a:t>
            </a:r>
          </a:p>
        </p:txBody>
      </p:sp>
      <p:sp>
        <p:nvSpPr>
          <p:cNvPr id="4" name="Espace réservé du numéro de diapositive 3">
            <a:extLst>
              <a:ext uri="{FF2B5EF4-FFF2-40B4-BE49-F238E27FC236}">
                <a16:creationId xmlns:a16="http://schemas.microsoft.com/office/drawing/2014/main" id="{CDD846D0-1F89-461F-8085-A8D4069C1E02}"/>
              </a:ext>
            </a:extLst>
          </p:cNvPr>
          <p:cNvSpPr>
            <a:spLocks noGrp="1"/>
          </p:cNvSpPr>
          <p:nvPr>
            <p:ph type="sldNum" sz="quarter" idx="11"/>
          </p:nvPr>
        </p:nvSpPr>
        <p:spPr/>
        <p:txBody>
          <a:bodyPr/>
          <a:lstStyle/>
          <a:p>
            <a:fld id="{BE9517EC-C298-4848-B090-11602D956FCE}" type="slidenum">
              <a:rPr lang="fr-FR" smtClean="0"/>
              <a:pPr/>
              <a:t>1</a:t>
            </a:fld>
            <a:endParaRPr lang="fr-FR"/>
          </a:p>
        </p:txBody>
      </p:sp>
      <p:sp>
        <p:nvSpPr>
          <p:cNvPr id="8" name="Espace réservé du texte 7">
            <a:extLst>
              <a:ext uri="{FF2B5EF4-FFF2-40B4-BE49-F238E27FC236}">
                <a16:creationId xmlns:a16="http://schemas.microsoft.com/office/drawing/2014/main" id="{621217D1-69BC-42D3-90C4-64A18B4AB87C}"/>
              </a:ext>
            </a:extLst>
          </p:cNvPr>
          <p:cNvSpPr>
            <a:spLocks noGrp="1"/>
          </p:cNvSpPr>
          <p:nvPr>
            <p:ph type="body" sz="quarter" idx="13"/>
          </p:nvPr>
        </p:nvSpPr>
        <p:spPr/>
        <p:txBody>
          <a:bodyPr/>
          <a:lstStyle/>
          <a:p>
            <a:r>
              <a:rPr lang="fr-FR"/>
              <a:t>Quelques exemples de missions réalisées ou en cours par nos consultants</a:t>
            </a:r>
          </a:p>
        </p:txBody>
      </p:sp>
      <p:graphicFrame>
        <p:nvGraphicFramePr>
          <p:cNvPr id="12" name="Tableau 8">
            <a:extLst>
              <a:ext uri="{FF2B5EF4-FFF2-40B4-BE49-F238E27FC236}">
                <a16:creationId xmlns:a16="http://schemas.microsoft.com/office/drawing/2014/main" id="{522A63A6-A142-41B5-93A1-EBB1D8DC7CFD}"/>
              </a:ext>
            </a:extLst>
          </p:cNvPr>
          <p:cNvGraphicFramePr>
            <a:graphicFrameLocks/>
          </p:cNvGraphicFramePr>
          <p:nvPr>
            <p:extLst>
              <p:ext uri="{D42A27DB-BD31-4B8C-83A1-F6EECF244321}">
                <p14:modId xmlns:p14="http://schemas.microsoft.com/office/powerpoint/2010/main" val="1331749294"/>
              </p:ext>
            </p:extLst>
          </p:nvPr>
        </p:nvGraphicFramePr>
        <p:xfrm>
          <a:off x="361541" y="1808163"/>
          <a:ext cx="11430002" cy="3130482"/>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316830">
                <a:tc>
                  <a:txBody>
                    <a:bodyPr/>
                    <a:lstStyle/>
                    <a:p>
                      <a:r>
                        <a:rPr lang="fr-FR" sz="1400" b="1" noProof="0"/>
                        <a:t>Clients</a:t>
                      </a:r>
                    </a:p>
                  </a:txBody>
                  <a:tcPr anchor="ctr">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25442695"/>
                  </a:ext>
                </a:extLst>
              </a:tr>
              <a:tr h="81241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dirty="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indent="0" algn="l" defTabSz="914400" rtl="0" eaLnBrk="1" latinLnBrk="0" hangingPunct="1">
                        <a:lnSpc>
                          <a:spcPct val="90000"/>
                        </a:lnSpc>
                        <a:spcBef>
                          <a:spcPts val="610"/>
                        </a:spcBef>
                        <a:buClr>
                          <a:schemeClr val="accent1"/>
                        </a:buClr>
                        <a:buFont typeface="Arial" panose="020B0604020202020204" pitchFamily="34" charset="0"/>
                        <a:buNone/>
                      </a:pPr>
                      <a:endParaRPr lang="fr-FR" sz="1100" kern="1200" noProof="0" dirty="0">
                        <a:solidFill>
                          <a:schemeClr val="tx1"/>
                        </a:solidFill>
                        <a:latin typeface="+mn-lt"/>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endParaRPr lang="fr-FR" sz="1100" kern="1200" noProof="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078204035"/>
                  </a:ext>
                </a:extLst>
              </a:tr>
              <a:tr h="90294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Groupama CA</a:t>
                      </a: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indent="0" algn="l" defTabSz="914400" rtl="0" eaLnBrk="1" latinLnBrk="0" hangingPunct="1">
                        <a:lnSpc>
                          <a:spcPct val="90000"/>
                        </a:lnSpc>
                        <a:spcBef>
                          <a:spcPts val="610"/>
                        </a:spcBef>
                        <a:buClr>
                          <a:schemeClr val="accent1"/>
                        </a:buClr>
                        <a:buFont typeface="Arial" panose="020B0604020202020204" pitchFamily="34" charset="0"/>
                        <a:buNone/>
                      </a:pPr>
                      <a:r>
                        <a:rPr lang="fr-FR" sz="1100" kern="1200" noProof="0" dirty="0">
                          <a:solidFill>
                            <a:schemeClr val="tx1"/>
                          </a:solidFill>
                          <a:latin typeface="+mn-lt"/>
                          <a:ea typeface="+mn-ea"/>
                          <a:cs typeface="+mn-cs"/>
                        </a:rPr>
                        <a:t>Déploiement du processus outillé de Surveillance des risques Entreprises et Collectivités </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noProof="0" dirty="0">
                          <a:solidFill>
                            <a:schemeClr val="dk1"/>
                          </a:solidFill>
                          <a:latin typeface="+mn-lt"/>
                          <a:ea typeface="+mn-ea"/>
                          <a:cs typeface="Arial"/>
                        </a:rPr>
                        <a:t>Identification des points d’amélioration et des dysfonctionnements majeurs du processus actuel de surveillance</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noProof="0" dirty="0">
                          <a:solidFill>
                            <a:schemeClr val="dk1"/>
                          </a:solidFill>
                          <a:latin typeface="+mn-lt"/>
                          <a:ea typeface="+mn-ea"/>
                          <a:cs typeface="Arial"/>
                        </a:rPr>
                        <a:t>Qualification, priorisation des attentes métiers et construction d’une cartographie de la cible du processus outillé</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noProof="0" dirty="0">
                          <a:solidFill>
                            <a:schemeClr val="dk1"/>
                          </a:solidFill>
                          <a:latin typeface="+mn-lt"/>
                          <a:ea typeface="+mn-ea"/>
                          <a:cs typeface="Arial"/>
                        </a:rPr>
                        <a:t>Cadrage et pilotage en Méthode Agile de la fabrication des outils et de la mise en place du processus outillé</a:t>
                      </a: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347453563"/>
                  </a:ext>
                </a:extLst>
              </a:tr>
              <a:tr h="90294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dirty="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indent="0" algn="l" defTabSz="914400" rtl="0" eaLnBrk="1" latinLnBrk="0" hangingPunct="1">
                        <a:lnSpc>
                          <a:spcPct val="90000"/>
                        </a:lnSpc>
                        <a:spcBef>
                          <a:spcPts val="610"/>
                        </a:spcBef>
                        <a:buClr>
                          <a:schemeClr val="accent1"/>
                        </a:buClr>
                        <a:buFont typeface="Arial" panose="020B0604020202020204" pitchFamily="34" charset="0"/>
                        <a:buNone/>
                      </a:pPr>
                      <a:endParaRPr lang="fr-FR" sz="1100" kern="1200" noProof="0" dirty="0">
                        <a:solidFill>
                          <a:schemeClr val="tx1"/>
                        </a:solidFill>
                        <a:latin typeface="+mn-lt"/>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endParaRPr lang="fr-FR" sz="1100" kern="1200" noProof="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2553091106"/>
                  </a:ext>
                </a:extLst>
              </a:tr>
            </a:tbl>
          </a:graphicData>
        </a:graphic>
      </p:graphicFrame>
      <p:pic>
        <p:nvPicPr>
          <p:cNvPr id="2" name="Image 1">
            <a:extLst>
              <a:ext uri="{FF2B5EF4-FFF2-40B4-BE49-F238E27FC236}">
                <a16:creationId xmlns:a16="http://schemas.microsoft.com/office/drawing/2014/main" id="{6CA228BD-4B8B-CBB3-DAA5-E0BFC0B49BA9}"/>
              </a:ext>
            </a:extLst>
          </p:cNvPr>
          <p:cNvPicPr>
            <a:picLocks/>
          </p:cNvPicPr>
          <p:nvPr/>
        </p:nvPicPr>
        <p:blipFill>
          <a:blip r:embed="rId5">
            <a:extLst>
              <a:ext uri="{28A0092B-C50C-407E-A947-70E740481C1C}">
                <a14:useLocalDpi xmlns:a14="http://schemas.microsoft.com/office/drawing/2010/main" val="0"/>
              </a:ext>
            </a:extLst>
          </a:blip>
          <a:srcRect/>
          <a:stretch/>
        </p:blipFill>
        <p:spPr>
          <a:xfrm>
            <a:off x="813140" y="2979274"/>
            <a:ext cx="819048" cy="819048"/>
          </a:xfrm>
          <a:prstGeom prst="rect">
            <a:avLst/>
          </a:prstGeom>
        </p:spPr>
      </p:pic>
    </p:spTree>
    <p:extLst>
      <p:ext uri="{BB962C8B-B14F-4D97-AF65-F5344CB8AC3E}">
        <p14:creationId xmlns:p14="http://schemas.microsoft.com/office/powerpoint/2010/main" val="544794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t 8" hidden="1">
            <a:extLst>
              <a:ext uri="{FF2B5EF4-FFF2-40B4-BE49-F238E27FC236}">
                <a16:creationId xmlns:a16="http://schemas.microsoft.com/office/drawing/2014/main" id="{C1B57085-525A-449E-9F55-6012045ECB6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60" imgH="360" progId="TCLayout.ActiveDocument.1">
                  <p:embed/>
                </p:oleObj>
              </mc:Choice>
              <mc:Fallback>
                <p:oleObj name="Diapositive think-cell" r:id="rId3" imgW="360" imgH="360" progId="TCLayout.ActiveDocument.1">
                  <p:embed/>
                  <p:pic>
                    <p:nvPicPr>
                      <p:cNvPr id="9" name="Objet 8" hidden="1">
                        <a:extLst>
                          <a:ext uri="{FF2B5EF4-FFF2-40B4-BE49-F238E27FC236}">
                            <a16:creationId xmlns:a16="http://schemas.microsoft.com/office/drawing/2014/main" id="{C1B57085-525A-449E-9F55-6012045ECB6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itre 5">
            <a:extLst>
              <a:ext uri="{FF2B5EF4-FFF2-40B4-BE49-F238E27FC236}">
                <a16:creationId xmlns:a16="http://schemas.microsoft.com/office/drawing/2014/main" id="{F21193ED-9FA6-442C-920C-43D20CE0B353}"/>
              </a:ext>
            </a:extLst>
          </p:cNvPr>
          <p:cNvSpPr>
            <a:spLocks noGrp="1"/>
          </p:cNvSpPr>
          <p:nvPr>
            <p:ph type="title"/>
          </p:nvPr>
        </p:nvSpPr>
        <p:spPr/>
        <p:txBody>
          <a:bodyPr vert="horz"/>
          <a:lstStyle/>
          <a:p>
            <a:r>
              <a:rPr lang="fr-FR"/>
              <a:t>Extrait de nos références</a:t>
            </a:r>
          </a:p>
        </p:txBody>
      </p:sp>
      <p:sp>
        <p:nvSpPr>
          <p:cNvPr id="4" name="Espace réservé du numéro de diapositive 3">
            <a:extLst>
              <a:ext uri="{FF2B5EF4-FFF2-40B4-BE49-F238E27FC236}">
                <a16:creationId xmlns:a16="http://schemas.microsoft.com/office/drawing/2014/main" id="{CDD846D0-1F89-461F-8085-A8D4069C1E02}"/>
              </a:ext>
            </a:extLst>
          </p:cNvPr>
          <p:cNvSpPr>
            <a:spLocks noGrp="1"/>
          </p:cNvSpPr>
          <p:nvPr>
            <p:ph type="sldNum" sz="quarter" idx="11"/>
          </p:nvPr>
        </p:nvSpPr>
        <p:spPr/>
        <p:txBody>
          <a:bodyPr/>
          <a:lstStyle/>
          <a:p>
            <a:fld id="{BE9517EC-C298-4848-B090-11602D956FCE}" type="slidenum">
              <a:rPr lang="fr-FR" smtClean="0"/>
              <a:pPr/>
              <a:t>2</a:t>
            </a:fld>
            <a:endParaRPr lang="fr-FR"/>
          </a:p>
        </p:txBody>
      </p:sp>
      <p:sp>
        <p:nvSpPr>
          <p:cNvPr id="8" name="Espace réservé du texte 7">
            <a:extLst>
              <a:ext uri="{FF2B5EF4-FFF2-40B4-BE49-F238E27FC236}">
                <a16:creationId xmlns:a16="http://schemas.microsoft.com/office/drawing/2014/main" id="{621217D1-69BC-42D3-90C4-64A18B4AB87C}"/>
              </a:ext>
            </a:extLst>
          </p:cNvPr>
          <p:cNvSpPr>
            <a:spLocks noGrp="1"/>
          </p:cNvSpPr>
          <p:nvPr>
            <p:ph type="body" sz="quarter" idx="13"/>
          </p:nvPr>
        </p:nvSpPr>
        <p:spPr/>
        <p:txBody>
          <a:bodyPr/>
          <a:lstStyle/>
          <a:p>
            <a:r>
              <a:rPr lang="fr-FR"/>
              <a:t>Quelques exemples de missions réalisées ou en cours par nos consultants</a:t>
            </a:r>
          </a:p>
        </p:txBody>
      </p:sp>
      <p:graphicFrame>
        <p:nvGraphicFramePr>
          <p:cNvPr id="12" name="Tableau 8">
            <a:extLst>
              <a:ext uri="{FF2B5EF4-FFF2-40B4-BE49-F238E27FC236}">
                <a16:creationId xmlns:a16="http://schemas.microsoft.com/office/drawing/2014/main" id="{522A63A6-A142-41B5-93A1-EBB1D8DC7CFD}"/>
              </a:ext>
            </a:extLst>
          </p:cNvPr>
          <p:cNvGraphicFramePr>
            <a:graphicFrameLocks/>
          </p:cNvGraphicFramePr>
          <p:nvPr>
            <p:extLst>
              <p:ext uri="{D42A27DB-BD31-4B8C-83A1-F6EECF244321}">
                <p14:modId xmlns:p14="http://schemas.microsoft.com/office/powerpoint/2010/main" val="151360705"/>
              </p:ext>
            </p:extLst>
          </p:nvPr>
        </p:nvGraphicFramePr>
        <p:xfrm>
          <a:off x="361541" y="1808163"/>
          <a:ext cx="11430002" cy="3472526"/>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316830">
                <a:tc>
                  <a:txBody>
                    <a:bodyPr/>
                    <a:lstStyle/>
                    <a:p>
                      <a:r>
                        <a:rPr lang="fr-FR" sz="1400" b="1" noProof="0"/>
                        <a:t>Clients</a:t>
                      </a:r>
                    </a:p>
                  </a:txBody>
                  <a:tcPr anchor="ctr">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25442695"/>
                  </a:ext>
                </a:extLst>
              </a:tr>
              <a:tr h="81241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Groupama</a:t>
                      </a:r>
                    </a:p>
                  </a:txBody>
                  <a:tcPr anchor="b">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914400" rtl="0" eaLnBrk="1" fontAlgn="auto" latinLnBrk="0" hangingPunct="1">
                        <a:lnSpc>
                          <a:spcPct val="90000"/>
                        </a:lnSpc>
                        <a:spcBef>
                          <a:spcPts val="610"/>
                        </a:spcBef>
                        <a:spcAft>
                          <a:spcPts val="0"/>
                        </a:spcAft>
                        <a:buClr>
                          <a:schemeClr val="accent1"/>
                        </a:buClr>
                        <a:buSzTx/>
                        <a:buFont typeface="Arial" panose="020B0604020202020204" pitchFamily="34" charset="0"/>
                        <a:buNone/>
                        <a:tabLst/>
                        <a:defRPr/>
                      </a:pPr>
                      <a:r>
                        <a:rPr lang="fr-FR" sz="1100" kern="1200" dirty="0">
                          <a:solidFill>
                            <a:schemeClr val="tx1"/>
                          </a:solidFill>
                          <a:latin typeface="+mn-lt"/>
                          <a:ea typeface="+mn-ea"/>
                          <a:cs typeface="+mn-cs"/>
                        </a:rPr>
                        <a:t>Diagnostic, optimisation du processus majeur de l’assureur et harmonisation entre caisse régionale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dirty="0">
                          <a:solidFill>
                            <a:schemeClr val="dk1"/>
                          </a:solidFill>
                          <a:latin typeface="+mn-lt"/>
                          <a:ea typeface="+mn-ea"/>
                          <a:cs typeface="Arial"/>
                        </a:rPr>
                        <a:t>Analyse et décomposition du processus principal en sous processus.</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dirty="0">
                          <a:solidFill>
                            <a:schemeClr val="dk1"/>
                          </a:solidFill>
                          <a:latin typeface="+mn-lt"/>
                          <a:ea typeface="+mn-ea"/>
                          <a:cs typeface="Arial"/>
                        </a:rPr>
                        <a:t>Analyse, via entretiens, des risques et des contrôles existants</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dirty="0">
                          <a:solidFill>
                            <a:schemeClr val="dk1"/>
                          </a:solidFill>
                          <a:latin typeface="+mn-lt"/>
                          <a:ea typeface="+mn-ea"/>
                          <a:cs typeface="Arial"/>
                        </a:rPr>
                        <a:t>Recherche optimisation des process et ajustement des contrôles</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dirty="0">
                          <a:solidFill>
                            <a:schemeClr val="dk1"/>
                          </a:solidFill>
                          <a:latin typeface="+mn-lt"/>
                          <a:ea typeface="+mn-ea"/>
                          <a:cs typeface="Arial"/>
                        </a:rPr>
                        <a:t>Ecriture des processus opérationnels et positionnement des points de risques et contrôle éventuels positionné. Matérialisation des manques</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dirty="0">
                          <a:solidFill>
                            <a:schemeClr val="dk1"/>
                          </a:solidFill>
                          <a:latin typeface="+mn-lt"/>
                          <a:ea typeface="+mn-ea"/>
                          <a:cs typeface="Arial"/>
                        </a:rPr>
                        <a:t>Vision sur les outils (sous exploitation)</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dirty="0">
                          <a:solidFill>
                            <a:schemeClr val="dk1"/>
                          </a:solidFill>
                          <a:latin typeface="+mn-lt"/>
                          <a:ea typeface="+mn-ea"/>
                          <a:cs typeface="Arial"/>
                        </a:rPr>
                        <a:t>Préconisation d’évolution selon les thèmes et par priorisation (Quick </a:t>
                      </a:r>
                      <a:r>
                        <a:rPr lang="fr-FR" sz="1100" kern="1200" dirty="0" err="1">
                          <a:solidFill>
                            <a:schemeClr val="dk1"/>
                          </a:solidFill>
                          <a:latin typeface="+mn-lt"/>
                          <a:ea typeface="+mn-ea"/>
                          <a:cs typeface="Arial"/>
                        </a:rPr>
                        <a:t>wins</a:t>
                      </a:r>
                      <a:r>
                        <a:rPr lang="fr-FR" sz="1100" kern="1200" dirty="0">
                          <a:solidFill>
                            <a:schemeClr val="dk1"/>
                          </a:solidFill>
                          <a:latin typeface="+mn-lt"/>
                          <a:ea typeface="+mn-ea"/>
                          <a:cs typeface="Arial"/>
                        </a:rPr>
                        <a:t>/ tâches MT/ tâches LT)</a:t>
                      </a:r>
                    </a:p>
                  </a:txBody>
                  <a:tcPr anchor="ctr">
                    <a:lnL w="12700" cap="flat" cmpd="sng" algn="ctr">
                      <a:solidFill>
                        <a:schemeClr val="bg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078204035"/>
                  </a:ext>
                </a:extLst>
              </a:tr>
              <a:tr h="90294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Covéa Vie</a:t>
                      </a: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indent="0" algn="l" defTabSz="914400" rtl="0" eaLnBrk="1" latinLnBrk="0" hangingPunct="1">
                        <a:lnSpc>
                          <a:spcPct val="90000"/>
                        </a:lnSpc>
                        <a:spcBef>
                          <a:spcPts val="610"/>
                        </a:spcBef>
                        <a:buClr>
                          <a:schemeClr val="accent1"/>
                        </a:buClr>
                        <a:buFont typeface="Arial" panose="020B0604020202020204" pitchFamily="34" charset="0"/>
                        <a:buNone/>
                      </a:pPr>
                      <a:r>
                        <a:rPr lang="fr-FR" sz="1100" kern="1200" dirty="0">
                          <a:solidFill>
                            <a:schemeClr val="tx1"/>
                          </a:solidFill>
                          <a:latin typeface="+mn-lt"/>
                          <a:ea typeface="+mn-ea"/>
                          <a:cs typeface="+mn-cs"/>
                        </a:rPr>
                        <a:t>Diagnostic et plan d’amélioration en matière de contrôle opérationnel pour la Direction Assurance Vie (DAV)</a:t>
                      </a:r>
                      <a:endParaRPr lang="fr-FR" sz="1100" kern="1200" noProof="0" dirty="0">
                        <a:solidFill>
                          <a:schemeClr val="tx1"/>
                        </a:solidFill>
                        <a:latin typeface="+mn-lt"/>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defRPr/>
                      </a:pPr>
                      <a:r>
                        <a:rPr lang="fr-FR" sz="1100" kern="1200" noProof="0" dirty="0">
                          <a:solidFill>
                            <a:schemeClr val="dk1"/>
                          </a:solidFill>
                          <a:latin typeface="+mn-lt"/>
                          <a:ea typeface="+mn-ea"/>
                          <a:cs typeface="Arial"/>
                        </a:rPr>
                        <a:t>Lecture documentaires (processus détaillés, organisation Covéa)</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noProof="0" dirty="0">
                          <a:solidFill>
                            <a:schemeClr val="dk1"/>
                          </a:solidFill>
                          <a:latin typeface="+mn-lt"/>
                          <a:ea typeface="+mn-ea"/>
                          <a:cs typeface="Arial"/>
                        </a:rPr>
                        <a:t>Diagnostic de l’environnement de contrôle permanent actuel</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noProof="0" dirty="0">
                          <a:solidFill>
                            <a:schemeClr val="dk1"/>
                          </a:solidFill>
                          <a:latin typeface="+mn-lt"/>
                          <a:ea typeface="+mn-ea"/>
                          <a:cs typeface="Arial"/>
                        </a:rPr>
                        <a:t>Cartographie des risques et des contrôles</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noProof="0" dirty="0">
                          <a:solidFill>
                            <a:schemeClr val="dk1"/>
                          </a:solidFill>
                          <a:latin typeface="+mn-lt"/>
                          <a:ea typeface="+mn-ea"/>
                          <a:cs typeface="Arial"/>
                        </a:rPr>
                        <a:t>Revue de la pertinence des contrôles présents sur une sélection de processus et sous processus</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defRPr/>
                      </a:pPr>
                      <a:r>
                        <a:rPr lang="fr-FR" sz="1100" kern="1200" dirty="0">
                          <a:solidFill>
                            <a:schemeClr val="dk1"/>
                          </a:solidFill>
                          <a:latin typeface="+mn-lt"/>
                          <a:ea typeface="+mn-ea"/>
                          <a:cs typeface="Arial"/>
                        </a:rPr>
                        <a:t>Identification des éventuels manquements et/ou zones de surcontrôles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defRPr/>
                      </a:pPr>
                      <a:r>
                        <a:rPr lang="fr-FR" sz="1100" kern="1200" dirty="0">
                          <a:solidFill>
                            <a:schemeClr val="dk1"/>
                          </a:solidFill>
                          <a:latin typeface="+mn-lt"/>
                          <a:ea typeface="+mn-ea"/>
                          <a:cs typeface="Arial"/>
                        </a:rPr>
                        <a:t>Entretiens</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defRPr/>
                      </a:pPr>
                      <a:r>
                        <a:rPr lang="fr-FR" sz="1100" kern="1200" dirty="0">
                          <a:solidFill>
                            <a:schemeClr val="dk1"/>
                          </a:solidFill>
                          <a:latin typeface="+mn-lt"/>
                          <a:ea typeface="+mn-ea"/>
                          <a:cs typeface="Arial"/>
                        </a:rPr>
                        <a:t>Constats et plan d’actions priorisé (matrice enjeux/accessibilité)</a:t>
                      </a:r>
                      <a:endParaRPr lang="fr-FR" sz="1100" kern="1200" noProof="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347453563"/>
                  </a:ext>
                </a:extLst>
              </a:tr>
            </a:tbl>
          </a:graphicData>
        </a:graphic>
      </p:graphicFrame>
      <p:pic>
        <p:nvPicPr>
          <p:cNvPr id="2" name="Image 1">
            <a:extLst>
              <a:ext uri="{FF2B5EF4-FFF2-40B4-BE49-F238E27FC236}">
                <a16:creationId xmlns:a16="http://schemas.microsoft.com/office/drawing/2014/main" id="{90B16613-CC38-6F8B-5D45-DFB6EED7F1E3}"/>
              </a:ext>
            </a:extLst>
          </p:cNvPr>
          <p:cNvPicPr>
            <a:picLocks noChangeAspect="1"/>
          </p:cNvPicPr>
          <p:nvPr/>
        </p:nvPicPr>
        <p:blipFill>
          <a:blip r:embed="rId5"/>
          <a:stretch>
            <a:fillRect/>
          </a:stretch>
        </p:blipFill>
        <p:spPr>
          <a:xfrm>
            <a:off x="695478" y="2697374"/>
            <a:ext cx="1037405" cy="369714"/>
          </a:xfrm>
          <a:prstGeom prst="rect">
            <a:avLst/>
          </a:prstGeom>
        </p:spPr>
      </p:pic>
      <p:pic>
        <p:nvPicPr>
          <p:cNvPr id="3" name="Picture 3" descr="Covéa — Wikipédia">
            <a:extLst>
              <a:ext uri="{FF2B5EF4-FFF2-40B4-BE49-F238E27FC236}">
                <a16:creationId xmlns:a16="http://schemas.microsoft.com/office/drawing/2014/main" id="{D8EB8516-F0F4-9427-5000-85AEE4661FE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3720" y="4243272"/>
            <a:ext cx="780920" cy="6190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11155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t 8" hidden="1">
            <a:extLst>
              <a:ext uri="{FF2B5EF4-FFF2-40B4-BE49-F238E27FC236}">
                <a16:creationId xmlns:a16="http://schemas.microsoft.com/office/drawing/2014/main" id="{C1B57085-525A-449E-9F55-6012045ECB6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4" imgW="360" imgH="360" progId="TCLayout.ActiveDocument.1">
                  <p:embed/>
                </p:oleObj>
              </mc:Choice>
              <mc:Fallback>
                <p:oleObj name="Diapositive think-cell" r:id="rId4" imgW="360" imgH="360" progId="TCLayout.ActiveDocument.1">
                  <p:embed/>
                  <p:pic>
                    <p:nvPicPr>
                      <p:cNvPr id="9" name="Objet 8" hidden="1">
                        <a:extLst>
                          <a:ext uri="{FF2B5EF4-FFF2-40B4-BE49-F238E27FC236}">
                            <a16:creationId xmlns:a16="http://schemas.microsoft.com/office/drawing/2014/main" id="{C1B57085-525A-449E-9F55-6012045ECB6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 name="Titre 5">
            <a:extLst>
              <a:ext uri="{FF2B5EF4-FFF2-40B4-BE49-F238E27FC236}">
                <a16:creationId xmlns:a16="http://schemas.microsoft.com/office/drawing/2014/main" id="{F21193ED-9FA6-442C-920C-43D20CE0B353}"/>
              </a:ext>
            </a:extLst>
          </p:cNvPr>
          <p:cNvSpPr>
            <a:spLocks noGrp="1"/>
          </p:cNvSpPr>
          <p:nvPr>
            <p:ph type="title"/>
          </p:nvPr>
        </p:nvSpPr>
        <p:spPr/>
        <p:txBody>
          <a:bodyPr vert="horz"/>
          <a:lstStyle/>
          <a:p>
            <a:r>
              <a:rPr lang="fr-FR"/>
              <a:t>Extrait de nos références</a:t>
            </a:r>
          </a:p>
        </p:txBody>
      </p:sp>
      <p:sp>
        <p:nvSpPr>
          <p:cNvPr id="4" name="Espace réservé du numéro de diapositive 3">
            <a:extLst>
              <a:ext uri="{FF2B5EF4-FFF2-40B4-BE49-F238E27FC236}">
                <a16:creationId xmlns:a16="http://schemas.microsoft.com/office/drawing/2014/main" id="{CDD846D0-1F89-461F-8085-A8D4069C1E02}"/>
              </a:ext>
            </a:extLst>
          </p:cNvPr>
          <p:cNvSpPr>
            <a:spLocks noGrp="1"/>
          </p:cNvSpPr>
          <p:nvPr>
            <p:ph type="sldNum" sz="quarter" idx="11"/>
          </p:nvPr>
        </p:nvSpPr>
        <p:spPr/>
        <p:txBody>
          <a:bodyPr/>
          <a:lstStyle/>
          <a:p>
            <a:fld id="{BE9517EC-C298-4848-B090-11602D956FCE}" type="slidenum">
              <a:rPr lang="fr-FR" smtClean="0"/>
              <a:pPr/>
              <a:t>3</a:t>
            </a:fld>
            <a:endParaRPr lang="fr-FR"/>
          </a:p>
        </p:txBody>
      </p:sp>
      <p:sp>
        <p:nvSpPr>
          <p:cNvPr id="8" name="Espace réservé du texte 7">
            <a:extLst>
              <a:ext uri="{FF2B5EF4-FFF2-40B4-BE49-F238E27FC236}">
                <a16:creationId xmlns:a16="http://schemas.microsoft.com/office/drawing/2014/main" id="{621217D1-69BC-42D3-90C4-64A18B4AB87C}"/>
              </a:ext>
            </a:extLst>
          </p:cNvPr>
          <p:cNvSpPr>
            <a:spLocks noGrp="1"/>
          </p:cNvSpPr>
          <p:nvPr>
            <p:ph type="body" sz="quarter" idx="13"/>
          </p:nvPr>
        </p:nvSpPr>
        <p:spPr/>
        <p:txBody>
          <a:bodyPr/>
          <a:lstStyle/>
          <a:p>
            <a:r>
              <a:rPr lang="fr-FR"/>
              <a:t>Quelques exemples de missions réalisées ou en cours par nos consultants</a:t>
            </a:r>
          </a:p>
        </p:txBody>
      </p:sp>
      <p:graphicFrame>
        <p:nvGraphicFramePr>
          <p:cNvPr id="12" name="Tableau 8">
            <a:extLst>
              <a:ext uri="{FF2B5EF4-FFF2-40B4-BE49-F238E27FC236}">
                <a16:creationId xmlns:a16="http://schemas.microsoft.com/office/drawing/2014/main" id="{522A63A6-A142-41B5-93A1-EBB1D8DC7CFD}"/>
              </a:ext>
            </a:extLst>
          </p:cNvPr>
          <p:cNvGraphicFramePr>
            <a:graphicFrameLocks/>
          </p:cNvGraphicFramePr>
          <p:nvPr>
            <p:extLst>
              <p:ext uri="{D42A27DB-BD31-4B8C-83A1-F6EECF244321}">
                <p14:modId xmlns:p14="http://schemas.microsoft.com/office/powerpoint/2010/main" val="1703542374"/>
              </p:ext>
            </p:extLst>
          </p:nvPr>
        </p:nvGraphicFramePr>
        <p:xfrm>
          <a:off x="361541" y="1808163"/>
          <a:ext cx="11430002" cy="4017556"/>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316830">
                <a:tc>
                  <a:txBody>
                    <a:bodyPr/>
                    <a:lstStyle/>
                    <a:p>
                      <a:r>
                        <a:rPr lang="fr-FR" sz="1400" b="1" noProof="0"/>
                        <a:t>Clients</a:t>
                      </a:r>
                    </a:p>
                  </a:txBody>
                  <a:tcPr anchor="ctr">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25442695"/>
                  </a:ext>
                </a:extLst>
              </a:tr>
              <a:tr h="81241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BPCE</a:t>
                      </a:r>
                    </a:p>
                  </a:txBody>
                  <a:tcPr anchor="b">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914400" rtl="0" eaLnBrk="1" fontAlgn="auto" latinLnBrk="0" hangingPunct="1">
                        <a:lnSpc>
                          <a:spcPct val="90000"/>
                        </a:lnSpc>
                        <a:spcBef>
                          <a:spcPts val="610"/>
                        </a:spcBef>
                        <a:spcAft>
                          <a:spcPts val="0"/>
                        </a:spcAft>
                        <a:buClr>
                          <a:schemeClr val="accent1"/>
                        </a:buClr>
                        <a:buSzTx/>
                        <a:buFont typeface="Arial" panose="020B0604020202020204" pitchFamily="34" charset="0"/>
                        <a:buNone/>
                        <a:tabLst/>
                        <a:defRPr/>
                      </a:pPr>
                      <a:r>
                        <a:rPr lang="fr-FR" sz="1100" kern="1200" dirty="0">
                          <a:solidFill>
                            <a:schemeClr val="tx1"/>
                          </a:solidFill>
                          <a:latin typeface="+mn-lt"/>
                          <a:ea typeface="+mn-ea"/>
                          <a:cs typeface="+mn-cs"/>
                        </a:rPr>
                        <a:t>Volonté d’acquisition d’un outil FO-MO de financement structuré pour fiabiliser la production (diminution des risques opérationnels), faciliter les </a:t>
                      </a:r>
                      <a:r>
                        <a:rPr lang="fr-FR" sz="1100" kern="1200" dirty="0" err="1">
                          <a:solidFill>
                            <a:schemeClr val="tx1"/>
                          </a:solidFill>
                          <a:latin typeface="+mn-lt"/>
                          <a:ea typeface="+mn-ea"/>
                          <a:cs typeface="+mn-cs"/>
                        </a:rPr>
                        <a:t>reporting</a:t>
                      </a:r>
                      <a:r>
                        <a:rPr lang="fr-FR" sz="1100" kern="1200" dirty="0">
                          <a:solidFill>
                            <a:schemeClr val="tx1"/>
                          </a:solidFill>
                          <a:latin typeface="+mn-lt"/>
                          <a:ea typeface="+mn-ea"/>
                          <a:cs typeface="+mn-cs"/>
                        </a:rPr>
                        <a:t> internes et externes (dont </a:t>
                      </a:r>
                      <a:r>
                        <a:rPr lang="fr-FR" sz="1100" kern="1200" dirty="0" err="1">
                          <a:solidFill>
                            <a:schemeClr val="tx1"/>
                          </a:solidFill>
                          <a:latin typeface="+mn-lt"/>
                          <a:ea typeface="+mn-ea"/>
                          <a:cs typeface="+mn-cs"/>
                        </a:rPr>
                        <a:t>reporting</a:t>
                      </a:r>
                      <a:r>
                        <a:rPr lang="fr-FR" sz="1100" kern="1200" dirty="0">
                          <a:solidFill>
                            <a:schemeClr val="tx1"/>
                          </a:solidFill>
                          <a:latin typeface="+mn-lt"/>
                          <a:ea typeface="+mn-ea"/>
                          <a:cs typeface="+mn-cs"/>
                        </a:rPr>
                        <a:t> réglementaires), et optimiser le suivi MO (gain PNB)</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dirty="0">
                          <a:solidFill>
                            <a:schemeClr val="dk1"/>
                          </a:solidFill>
                          <a:latin typeface="+mn-lt"/>
                          <a:ea typeface="+mn-ea"/>
                          <a:cs typeface="Arial"/>
                        </a:rPr>
                        <a:t>Finalisation du cahier des charges &amp; début de conception détaillé des besoins</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defRPr/>
                      </a:pPr>
                      <a:r>
                        <a:rPr lang="fr-FR" sz="1100" kern="1200" dirty="0">
                          <a:solidFill>
                            <a:schemeClr val="dk1"/>
                          </a:solidFill>
                          <a:latin typeface="+mn-lt"/>
                          <a:ea typeface="+mn-ea"/>
                          <a:cs typeface="Arial"/>
                        </a:rPr>
                        <a:t>Simulation du coût et ROI des solutions éditeurs selon plusieurs scénarii et support de BPCE Achat dans la négociation</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defRPr/>
                      </a:pPr>
                      <a:r>
                        <a:rPr lang="fr-FR" sz="1100" kern="1200" dirty="0">
                          <a:solidFill>
                            <a:schemeClr val="dk1"/>
                          </a:solidFill>
                          <a:latin typeface="+mn-lt"/>
                          <a:ea typeface="+mn-ea"/>
                          <a:cs typeface="Arial"/>
                        </a:rPr>
                        <a:t>Réalisation du dossier de choix et complétion itérative avec les éléments clés</a:t>
                      </a:r>
                    </a:p>
                  </a:txBody>
                  <a:tcPr anchor="ctr">
                    <a:lnL w="12700" cap="flat" cmpd="sng" algn="ctr">
                      <a:solidFill>
                        <a:schemeClr val="bg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078204035"/>
                  </a:ext>
                </a:extLst>
              </a:tr>
              <a:tr h="90294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dirty="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914400" rtl="0" eaLnBrk="1" fontAlgn="auto" latinLnBrk="0" hangingPunct="1">
                        <a:lnSpc>
                          <a:spcPct val="90000"/>
                        </a:lnSpc>
                        <a:spcBef>
                          <a:spcPts val="610"/>
                        </a:spcBef>
                        <a:spcAft>
                          <a:spcPts val="0"/>
                        </a:spcAft>
                        <a:buClr>
                          <a:schemeClr val="accent1"/>
                        </a:buClr>
                        <a:buSzTx/>
                        <a:buFont typeface="Arial" panose="020B0604020202020204" pitchFamily="34" charset="0"/>
                        <a:buNone/>
                        <a:tabLst/>
                        <a:defRPr/>
                      </a:pPr>
                      <a:endParaRPr lang="fr-FR" sz="1100" kern="1200" dirty="0">
                        <a:solidFill>
                          <a:schemeClr val="tx1"/>
                        </a:solidFill>
                        <a:latin typeface="+mn-lt"/>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endParaRPr lang="fr-FR" sz="1100" kern="120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347453563"/>
                  </a:ext>
                </a:extLst>
              </a:tr>
              <a:tr h="90294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Orange Bank</a:t>
                      </a: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914400" rtl="0" eaLnBrk="1" fontAlgn="auto" latinLnBrk="0" hangingPunct="1">
                        <a:lnSpc>
                          <a:spcPct val="90000"/>
                        </a:lnSpc>
                        <a:spcBef>
                          <a:spcPts val="610"/>
                        </a:spcBef>
                        <a:spcAft>
                          <a:spcPts val="0"/>
                        </a:spcAft>
                        <a:buClr>
                          <a:schemeClr val="accent1"/>
                        </a:buClr>
                        <a:buSzTx/>
                        <a:buFont typeface="Arial" panose="020B0604020202020204" pitchFamily="34" charset="0"/>
                        <a:buNone/>
                        <a:tabLst/>
                        <a:defRPr/>
                      </a:pPr>
                      <a:r>
                        <a:rPr lang="fr-FR" sz="1100" kern="1200" noProof="0" dirty="0">
                          <a:solidFill>
                            <a:schemeClr val="tx1"/>
                          </a:solidFill>
                          <a:latin typeface="+mn-lt"/>
                          <a:ea typeface="+mn-ea"/>
                          <a:cs typeface="+mn-cs"/>
                        </a:rPr>
                        <a:t>Mise en place d’une filière Risque et Conformité pour l’ensemble des activités bancaires et de paiements mobiles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noProof="0" dirty="0">
                          <a:solidFill>
                            <a:schemeClr val="dk1"/>
                          </a:solidFill>
                          <a:latin typeface="+mn-lt"/>
                          <a:ea typeface="+mn-ea"/>
                          <a:cs typeface="Arial"/>
                        </a:rPr>
                        <a:t>Intervention en qualité d’expert risques, conformité et gouvernance</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noProof="0" dirty="0">
                          <a:solidFill>
                            <a:schemeClr val="dk1"/>
                          </a:solidFill>
                          <a:latin typeface="+mn-lt"/>
                          <a:ea typeface="+mn-ea"/>
                          <a:cs typeface="Arial"/>
                        </a:rPr>
                        <a:t>Réalisation des </a:t>
                      </a:r>
                      <a:r>
                        <a:rPr lang="fr-FR" sz="1100" kern="1200" noProof="0" dirty="0" err="1">
                          <a:solidFill>
                            <a:schemeClr val="dk1"/>
                          </a:solidFill>
                          <a:latin typeface="+mn-lt"/>
                          <a:ea typeface="+mn-ea"/>
                          <a:cs typeface="Arial"/>
                        </a:rPr>
                        <a:t>policies</a:t>
                      </a:r>
                      <a:r>
                        <a:rPr lang="fr-FR" sz="1100" kern="1200" noProof="0" dirty="0">
                          <a:solidFill>
                            <a:schemeClr val="dk1"/>
                          </a:solidFill>
                          <a:latin typeface="+mn-lt"/>
                          <a:ea typeface="+mn-ea"/>
                          <a:cs typeface="Arial"/>
                        </a:rPr>
                        <a:t> et guidelines pour l’activité EMEA</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noProof="0" dirty="0">
                          <a:solidFill>
                            <a:schemeClr val="dk1"/>
                          </a:solidFill>
                          <a:latin typeface="+mn-lt"/>
                          <a:ea typeface="+mn-ea"/>
                          <a:cs typeface="Arial"/>
                        </a:rPr>
                        <a:t>Définition des RACI et mise en place opérationnelle de la filière</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noProof="0" dirty="0">
                          <a:solidFill>
                            <a:schemeClr val="dk1"/>
                          </a:solidFill>
                          <a:latin typeface="+mn-lt"/>
                          <a:ea typeface="+mn-ea"/>
                          <a:cs typeface="Arial"/>
                        </a:rPr>
                        <a:t>Formalisation des KPI, KRI et mise en place des </a:t>
                      </a:r>
                      <a:r>
                        <a:rPr lang="fr-FR" sz="1100" kern="1200" noProof="0" dirty="0" err="1">
                          <a:solidFill>
                            <a:schemeClr val="dk1"/>
                          </a:solidFill>
                          <a:latin typeface="+mn-lt"/>
                          <a:ea typeface="+mn-ea"/>
                          <a:cs typeface="Arial"/>
                        </a:rPr>
                        <a:t>reportings</a:t>
                      </a:r>
                      <a:endParaRPr lang="fr-FR" sz="1100" kern="1200" noProof="0" dirty="0">
                        <a:solidFill>
                          <a:schemeClr val="dk1"/>
                        </a:solidFill>
                        <a:latin typeface="+mn-lt"/>
                        <a:ea typeface="+mn-ea"/>
                        <a:cs typeface="Arial"/>
                      </a:endParaRP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noProof="0" dirty="0">
                          <a:solidFill>
                            <a:schemeClr val="dk1"/>
                          </a:solidFill>
                          <a:latin typeface="+mn-lt"/>
                          <a:ea typeface="+mn-ea"/>
                          <a:cs typeface="Arial"/>
                        </a:rPr>
                        <a:t>Définition des principes de refacturation interne</a:t>
                      </a: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2553091106"/>
                  </a:ext>
                </a:extLst>
              </a:tr>
              <a:tr h="90294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dirty="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914400" rtl="0" eaLnBrk="1" fontAlgn="auto" latinLnBrk="0" hangingPunct="1">
                        <a:lnSpc>
                          <a:spcPct val="90000"/>
                        </a:lnSpc>
                        <a:spcBef>
                          <a:spcPts val="610"/>
                        </a:spcBef>
                        <a:spcAft>
                          <a:spcPts val="0"/>
                        </a:spcAft>
                        <a:buClr>
                          <a:schemeClr val="accent1"/>
                        </a:buClr>
                        <a:buSzTx/>
                        <a:buFont typeface="Arial" panose="020B0604020202020204" pitchFamily="34" charset="0"/>
                        <a:buNone/>
                        <a:tabLst/>
                        <a:defRPr/>
                      </a:pPr>
                      <a:endParaRPr lang="fr-FR" sz="1100" kern="1200" noProof="0" dirty="0">
                        <a:solidFill>
                          <a:schemeClr val="tx1"/>
                        </a:solidFill>
                        <a:latin typeface="+mn-lt"/>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endParaRPr lang="fr-FR" sz="1100" kern="1200" noProof="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3276906517"/>
                  </a:ext>
                </a:extLst>
              </a:tr>
            </a:tbl>
          </a:graphicData>
        </a:graphic>
      </p:graphicFrame>
      <p:pic>
        <p:nvPicPr>
          <p:cNvPr id="3" name="Image 2" descr="Une image contenant dessin&#10;&#10;Description générée automatiquement">
            <a:extLst>
              <a:ext uri="{FF2B5EF4-FFF2-40B4-BE49-F238E27FC236}">
                <a16:creationId xmlns:a16="http://schemas.microsoft.com/office/drawing/2014/main" id="{E3B115B0-13B0-9106-D765-F189196E3D4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13019" y="2290988"/>
            <a:ext cx="1066800" cy="419100"/>
          </a:xfrm>
          <a:prstGeom prst="rect">
            <a:avLst/>
          </a:prstGeom>
        </p:spPr>
      </p:pic>
      <p:pic>
        <p:nvPicPr>
          <p:cNvPr id="5" name="Espace réservé pour une image  10">
            <a:extLst>
              <a:ext uri="{FF2B5EF4-FFF2-40B4-BE49-F238E27FC236}">
                <a16:creationId xmlns:a16="http://schemas.microsoft.com/office/drawing/2014/main" id="{4CBB27A0-6FD0-A23C-A2C4-254B0CAC8253}"/>
              </a:ext>
            </a:extLst>
          </p:cNvPr>
          <p:cNvPicPr>
            <a:picLocks noChangeAspect="1"/>
          </p:cNvPicPr>
          <p:nvPr/>
        </p:nvPicPr>
        <p:blipFill rotWithShape="1">
          <a:blip r:embed="rId7">
            <a:extLst>
              <a:ext uri="{28A0092B-C50C-407E-A947-70E740481C1C}">
                <a14:useLocalDpi xmlns:a14="http://schemas.microsoft.com/office/drawing/2010/main" val="0"/>
              </a:ext>
            </a:extLst>
          </a:blip>
          <a:srcRect l="-18414" r="-18414"/>
          <a:stretch/>
        </p:blipFill>
        <p:spPr>
          <a:xfrm>
            <a:off x="788981" y="3942599"/>
            <a:ext cx="714876" cy="522459"/>
          </a:xfrm>
          <a:prstGeom prst="rect">
            <a:avLst/>
          </a:prstGeom>
        </p:spPr>
      </p:pic>
    </p:spTree>
    <p:extLst>
      <p:ext uri="{BB962C8B-B14F-4D97-AF65-F5344CB8AC3E}">
        <p14:creationId xmlns:p14="http://schemas.microsoft.com/office/powerpoint/2010/main" val="21826269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t 8" hidden="1">
            <a:extLst>
              <a:ext uri="{FF2B5EF4-FFF2-40B4-BE49-F238E27FC236}">
                <a16:creationId xmlns:a16="http://schemas.microsoft.com/office/drawing/2014/main" id="{C1B57085-525A-449E-9F55-6012045ECB6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60" imgH="360" progId="TCLayout.ActiveDocument.1">
                  <p:embed/>
                </p:oleObj>
              </mc:Choice>
              <mc:Fallback>
                <p:oleObj name="Diapositive think-cell" r:id="rId3" imgW="360" imgH="360" progId="TCLayout.ActiveDocument.1">
                  <p:embed/>
                  <p:pic>
                    <p:nvPicPr>
                      <p:cNvPr id="9" name="Objet 8" hidden="1">
                        <a:extLst>
                          <a:ext uri="{FF2B5EF4-FFF2-40B4-BE49-F238E27FC236}">
                            <a16:creationId xmlns:a16="http://schemas.microsoft.com/office/drawing/2014/main" id="{C1B57085-525A-449E-9F55-6012045ECB6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itre 5">
            <a:extLst>
              <a:ext uri="{FF2B5EF4-FFF2-40B4-BE49-F238E27FC236}">
                <a16:creationId xmlns:a16="http://schemas.microsoft.com/office/drawing/2014/main" id="{F21193ED-9FA6-442C-920C-43D20CE0B353}"/>
              </a:ext>
            </a:extLst>
          </p:cNvPr>
          <p:cNvSpPr>
            <a:spLocks noGrp="1"/>
          </p:cNvSpPr>
          <p:nvPr>
            <p:ph type="title"/>
          </p:nvPr>
        </p:nvSpPr>
        <p:spPr/>
        <p:txBody>
          <a:bodyPr vert="horz"/>
          <a:lstStyle/>
          <a:p>
            <a:r>
              <a:rPr lang="fr-FR"/>
              <a:t>Extrait de nos références</a:t>
            </a:r>
          </a:p>
        </p:txBody>
      </p:sp>
      <p:sp>
        <p:nvSpPr>
          <p:cNvPr id="4" name="Espace réservé du numéro de diapositive 3">
            <a:extLst>
              <a:ext uri="{FF2B5EF4-FFF2-40B4-BE49-F238E27FC236}">
                <a16:creationId xmlns:a16="http://schemas.microsoft.com/office/drawing/2014/main" id="{CDD846D0-1F89-461F-8085-A8D4069C1E02}"/>
              </a:ext>
            </a:extLst>
          </p:cNvPr>
          <p:cNvSpPr>
            <a:spLocks noGrp="1"/>
          </p:cNvSpPr>
          <p:nvPr>
            <p:ph type="sldNum" sz="quarter" idx="11"/>
          </p:nvPr>
        </p:nvSpPr>
        <p:spPr/>
        <p:txBody>
          <a:bodyPr/>
          <a:lstStyle/>
          <a:p>
            <a:fld id="{BE9517EC-C298-4848-B090-11602D956FCE}" type="slidenum">
              <a:rPr lang="fr-FR" smtClean="0"/>
              <a:pPr/>
              <a:t>4</a:t>
            </a:fld>
            <a:endParaRPr lang="fr-FR"/>
          </a:p>
        </p:txBody>
      </p:sp>
      <p:sp>
        <p:nvSpPr>
          <p:cNvPr id="8" name="Espace réservé du texte 7">
            <a:extLst>
              <a:ext uri="{FF2B5EF4-FFF2-40B4-BE49-F238E27FC236}">
                <a16:creationId xmlns:a16="http://schemas.microsoft.com/office/drawing/2014/main" id="{621217D1-69BC-42D3-90C4-64A18B4AB87C}"/>
              </a:ext>
            </a:extLst>
          </p:cNvPr>
          <p:cNvSpPr>
            <a:spLocks noGrp="1"/>
          </p:cNvSpPr>
          <p:nvPr>
            <p:ph type="body" sz="quarter" idx="13"/>
          </p:nvPr>
        </p:nvSpPr>
        <p:spPr/>
        <p:txBody>
          <a:bodyPr/>
          <a:lstStyle/>
          <a:p>
            <a:r>
              <a:rPr lang="fr-FR"/>
              <a:t>Quelques exemples de missions réalisées ou en cours par nos consultants</a:t>
            </a:r>
          </a:p>
        </p:txBody>
      </p:sp>
      <p:graphicFrame>
        <p:nvGraphicFramePr>
          <p:cNvPr id="12" name="Tableau 8">
            <a:extLst>
              <a:ext uri="{FF2B5EF4-FFF2-40B4-BE49-F238E27FC236}">
                <a16:creationId xmlns:a16="http://schemas.microsoft.com/office/drawing/2014/main" id="{522A63A6-A142-41B5-93A1-EBB1D8DC7CFD}"/>
              </a:ext>
            </a:extLst>
          </p:cNvPr>
          <p:cNvGraphicFramePr>
            <a:graphicFrameLocks/>
          </p:cNvGraphicFramePr>
          <p:nvPr>
            <p:extLst>
              <p:ext uri="{D42A27DB-BD31-4B8C-83A1-F6EECF244321}">
                <p14:modId xmlns:p14="http://schemas.microsoft.com/office/powerpoint/2010/main" val="255385814"/>
              </p:ext>
            </p:extLst>
          </p:nvPr>
        </p:nvGraphicFramePr>
        <p:xfrm>
          <a:off x="361541" y="1808163"/>
          <a:ext cx="11430002" cy="4201939"/>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316830">
                <a:tc>
                  <a:txBody>
                    <a:bodyPr/>
                    <a:lstStyle/>
                    <a:p>
                      <a:r>
                        <a:rPr lang="fr-FR" sz="1400" b="1" noProof="0"/>
                        <a:t>Clients</a:t>
                      </a:r>
                    </a:p>
                  </a:txBody>
                  <a:tcPr anchor="ctr">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25442695"/>
                  </a:ext>
                </a:extLst>
              </a:tr>
              <a:tr h="967342">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dirty="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914400" rtl="0" eaLnBrk="1" fontAlgn="auto" latinLnBrk="0" hangingPunct="1">
                        <a:lnSpc>
                          <a:spcPct val="90000"/>
                        </a:lnSpc>
                        <a:spcBef>
                          <a:spcPts val="610"/>
                        </a:spcBef>
                        <a:spcAft>
                          <a:spcPts val="0"/>
                        </a:spcAft>
                        <a:buClr>
                          <a:schemeClr val="accent1"/>
                        </a:buClr>
                        <a:buSzTx/>
                        <a:buFont typeface="Arial" panose="020B0604020202020204" pitchFamily="34" charset="0"/>
                        <a:buNone/>
                        <a:tabLst/>
                        <a:defRPr/>
                      </a:pPr>
                      <a:endParaRPr lang="fr-FR" sz="1100" kern="1200" dirty="0">
                        <a:solidFill>
                          <a:schemeClr val="tx1"/>
                        </a:solidFill>
                        <a:latin typeface="+mn-lt"/>
                        <a:ea typeface="+mn-ea"/>
                        <a:cs typeface="+mn-cs"/>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defRPr/>
                      </a:pPr>
                      <a:endParaRPr lang="fr-FR" sz="1100" kern="1200" dirty="0">
                        <a:solidFill>
                          <a:schemeClr val="dk1"/>
                        </a:solidFill>
                        <a:latin typeface="+mn-lt"/>
                        <a:ea typeface="+mn-ea"/>
                        <a:cs typeface="Arial"/>
                      </a:endParaRPr>
                    </a:p>
                  </a:txBody>
                  <a:tcPr marL="68580" marR="68580" marT="0" marB="0" anchor="ctr">
                    <a:lnL w="12700" cap="flat" cmpd="sng" algn="ctr">
                      <a:solidFill>
                        <a:schemeClr val="bg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078204035"/>
                  </a:ext>
                </a:extLst>
              </a:tr>
              <a:tr h="90294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Malakoff Humanis</a:t>
                      </a: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914400" rtl="0" eaLnBrk="1" fontAlgn="auto" latinLnBrk="0" hangingPunct="1">
                        <a:lnSpc>
                          <a:spcPct val="90000"/>
                        </a:lnSpc>
                        <a:spcBef>
                          <a:spcPts val="610"/>
                        </a:spcBef>
                        <a:spcAft>
                          <a:spcPts val="0"/>
                        </a:spcAft>
                        <a:buClr>
                          <a:schemeClr val="accent1"/>
                        </a:buClr>
                        <a:buSzTx/>
                        <a:buFont typeface="Arial" panose="020B0604020202020204" pitchFamily="34" charset="0"/>
                        <a:buNone/>
                        <a:tabLst/>
                        <a:defRPr/>
                      </a:pPr>
                      <a:r>
                        <a:rPr lang="fr-FR" sz="1100" kern="1200" dirty="0">
                          <a:solidFill>
                            <a:schemeClr val="tx1"/>
                          </a:solidFill>
                          <a:latin typeface="+mn-lt"/>
                          <a:ea typeface="+mn-ea"/>
                          <a:cs typeface="+mn-cs"/>
                        </a:rPr>
                        <a:t>MH a souhaité développer un score de vulnérabilité de ses entreprises et le mettre à disposition de l’ensemble de ses directions métiers pour mesurer et maitriser au mieux les effets potentiels de la crise économique en matière de cotisations non perçues, portabilité et hausse de la sinistralité</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defRPr/>
                      </a:pPr>
                      <a:r>
                        <a:rPr lang="fr-FR" sz="1100" kern="1200" dirty="0">
                          <a:solidFill>
                            <a:schemeClr val="dk1"/>
                          </a:solidFill>
                          <a:latin typeface="+mn-lt"/>
                          <a:ea typeface="+mn-ea"/>
                          <a:cs typeface="Arial"/>
                        </a:rPr>
                        <a:t>Avec les équipes data, métiers et des experts, définition et construction des indicateurs pertinents dans l’appréciation de la vulnérabilité des entreprises clientes de Malakoff Humanis à partir de données internes et externes collectées, consolidées et croisées</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defRPr/>
                      </a:pPr>
                      <a:r>
                        <a:rPr lang="fr-FR" sz="1100" kern="1200" dirty="0">
                          <a:solidFill>
                            <a:schemeClr val="dk1"/>
                          </a:solidFill>
                          <a:latin typeface="+mn-lt"/>
                          <a:ea typeface="+mn-ea"/>
                          <a:cs typeface="Arial"/>
                        </a:rPr>
                        <a:t>Construction d’un MVP de tableau de bords contenant ces différents indices de vulnérabilité des entreprises en vision portefeuille et entreprise</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defRPr/>
                      </a:pPr>
                      <a:r>
                        <a:rPr lang="fr-FR" sz="1100" kern="1200" dirty="0">
                          <a:solidFill>
                            <a:schemeClr val="dk1"/>
                          </a:solidFill>
                          <a:latin typeface="+mn-lt"/>
                          <a:ea typeface="+mn-ea"/>
                          <a:cs typeface="Arial"/>
                        </a:rPr>
                        <a:t>Avec les métiers, analyse des différents processus métiers et définition des processus cible intégrant le score de vulnérabilité dans les différents « jalons » de prise de décision</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defRPr/>
                      </a:pPr>
                      <a:r>
                        <a:rPr lang="fr-FR" sz="1100" kern="1200" dirty="0">
                          <a:solidFill>
                            <a:schemeClr val="dk1"/>
                          </a:solidFill>
                          <a:latin typeface="+mn-lt"/>
                          <a:ea typeface="+mn-ea"/>
                          <a:cs typeface="Arial"/>
                        </a:rPr>
                        <a:t>Identification de nouvelles règles métiers intégrant ce score</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defRPr/>
                      </a:pPr>
                      <a:r>
                        <a:rPr lang="fr-FR" sz="1100" kern="1200" dirty="0">
                          <a:solidFill>
                            <a:schemeClr val="dk1"/>
                          </a:solidFill>
                          <a:latin typeface="+mn-lt"/>
                          <a:ea typeface="+mn-ea"/>
                          <a:cs typeface="Arial"/>
                        </a:rPr>
                        <a:t>Accompagnement opérationnel du déploiement des processus cible et formation des formateurs métiers à l’utilisation du score et des outils</a:t>
                      </a: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347453563"/>
                  </a:ext>
                </a:extLst>
              </a:tr>
              <a:tr h="1114367">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Orange Bank</a:t>
                      </a: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914400" rtl="0" eaLnBrk="1" fontAlgn="auto" latinLnBrk="0" hangingPunct="1">
                        <a:lnSpc>
                          <a:spcPct val="90000"/>
                        </a:lnSpc>
                        <a:spcBef>
                          <a:spcPts val="610"/>
                        </a:spcBef>
                        <a:spcAft>
                          <a:spcPts val="0"/>
                        </a:spcAft>
                        <a:buClr>
                          <a:schemeClr val="accent1"/>
                        </a:buClr>
                        <a:buSzTx/>
                        <a:buFont typeface="Arial" panose="020B0604020202020204" pitchFamily="34" charset="0"/>
                        <a:buNone/>
                        <a:tabLst/>
                        <a:defRPr/>
                      </a:pPr>
                      <a:r>
                        <a:rPr lang="fr-FR" sz="1100" kern="1200" noProof="0" dirty="0">
                          <a:solidFill>
                            <a:schemeClr val="tx1"/>
                          </a:solidFill>
                          <a:latin typeface="+mn-lt"/>
                          <a:ea typeface="+mn-ea"/>
                          <a:cs typeface="+mn-cs"/>
                        </a:rPr>
                        <a:t>Due </a:t>
                      </a:r>
                      <a:r>
                        <a:rPr lang="fr-FR" sz="1100" kern="1200" noProof="0" dirty="0" err="1">
                          <a:solidFill>
                            <a:schemeClr val="tx1"/>
                          </a:solidFill>
                          <a:latin typeface="+mn-lt"/>
                          <a:ea typeface="+mn-ea"/>
                          <a:cs typeface="+mn-cs"/>
                        </a:rPr>
                        <a:t>Dilligence</a:t>
                      </a:r>
                      <a:r>
                        <a:rPr lang="fr-FR" sz="1100" kern="1200" noProof="0" dirty="0">
                          <a:solidFill>
                            <a:schemeClr val="tx1"/>
                          </a:solidFill>
                          <a:latin typeface="+mn-lt"/>
                          <a:ea typeface="+mn-ea"/>
                          <a:cs typeface="+mn-cs"/>
                        </a:rPr>
                        <a:t> Risque et Conformité sur une entité d’Europe Centrale en vue de son intégration à Orange Bank</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defRPr/>
                      </a:pPr>
                      <a:r>
                        <a:rPr lang="fr-FR" sz="1100" kern="1200" noProof="0" dirty="0">
                          <a:solidFill>
                            <a:schemeClr val="dk1"/>
                          </a:solidFill>
                          <a:latin typeface="+mn-lt"/>
                          <a:ea typeface="+mn-ea"/>
                          <a:cs typeface="Arial"/>
                        </a:rPr>
                        <a:t>Gap </a:t>
                      </a:r>
                      <a:r>
                        <a:rPr lang="fr-FR" sz="1100" kern="1200" noProof="0" dirty="0" err="1">
                          <a:solidFill>
                            <a:schemeClr val="dk1"/>
                          </a:solidFill>
                          <a:latin typeface="+mn-lt"/>
                          <a:ea typeface="+mn-ea"/>
                          <a:cs typeface="Arial"/>
                        </a:rPr>
                        <a:t>analysis</a:t>
                      </a:r>
                      <a:r>
                        <a:rPr lang="fr-FR" sz="1100" kern="1200" noProof="0" dirty="0">
                          <a:solidFill>
                            <a:schemeClr val="dk1"/>
                          </a:solidFill>
                          <a:latin typeface="+mn-lt"/>
                          <a:ea typeface="+mn-ea"/>
                          <a:cs typeface="Arial"/>
                        </a:rPr>
                        <a:t> entité acquise  /OBK France</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defRPr/>
                      </a:pPr>
                      <a:r>
                        <a:rPr lang="fr-FR" sz="1100" kern="1200" noProof="0" dirty="0">
                          <a:solidFill>
                            <a:schemeClr val="dk1"/>
                          </a:solidFill>
                          <a:latin typeface="+mn-lt"/>
                          <a:ea typeface="+mn-ea"/>
                          <a:cs typeface="Arial"/>
                        </a:rPr>
                        <a:t>Evaluation de l’adéquation des risques et du niveau de provisionnement</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defRPr/>
                      </a:pPr>
                      <a:r>
                        <a:rPr lang="fr-FR" sz="1100" kern="1200" noProof="0" dirty="0">
                          <a:solidFill>
                            <a:schemeClr val="dk1"/>
                          </a:solidFill>
                          <a:latin typeface="+mn-lt"/>
                          <a:ea typeface="+mn-ea"/>
                          <a:cs typeface="Arial"/>
                        </a:rPr>
                        <a:t>Synthèse des axes d’amélioration (équipe/ outils/ process) et mise en avant des points d’attention pour follow-up</a:t>
                      </a: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2553091106"/>
                  </a:ext>
                </a:extLst>
              </a:tr>
            </a:tbl>
          </a:graphicData>
        </a:graphic>
      </p:graphicFrame>
      <p:pic>
        <p:nvPicPr>
          <p:cNvPr id="11" name="Image 10" descr="Une image contenant dessin&#10;&#10;Description générée automatiquement">
            <a:extLst>
              <a:ext uri="{FF2B5EF4-FFF2-40B4-BE49-F238E27FC236}">
                <a16:creationId xmlns:a16="http://schemas.microsoft.com/office/drawing/2014/main" id="{C5333C12-6D35-3BB0-3352-E3E5FFEA268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9826" y="3816220"/>
            <a:ext cx="1225819" cy="448300"/>
          </a:xfrm>
          <a:prstGeom prst="rect">
            <a:avLst/>
          </a:prstGeom>
        </p:spPr>
      </p:pic>
      <p:pic>
        <p:nvPicPr>
          <p:cNvPr id="13" name="Espace réservé pour une image  10">
            <a:extLst>
              <a:ext uri="{FF2B5EF4-FFF2-40B4-BE49-F238E27FC236}">
                <a16:creationId xmlns:a16="http://schemas.microsoft.com/office/drawing/2014/main" id="{73650053-0561-ABA0-6BFF-F800B3CBB4B4}"/>
              </a:ext>
            </a:extLst>
          </p:cNvPr>
          <p:cNvPicPr>
            <a:picLocks noChangeAspect="1"/>
          </p:cNvPicPr>
          <p:nvPr/>
        </p:nvPicPr>
        <p:blipFill rotWithShape="1">
          <a:blip r:embed="rId6">
            <a:extLst>
              <a:ext uri="{28A0092B-C50C-407E-A947-70E740481C1C}">
                <a14:useLocalDpi xmlns:a14="http://schemas.microsoft.com/office/drawing/2010/main" val="0"/>
              </a:ext>
            </a:extLst>
          </a:blip>
          <a:srcRect l="-18414" r="-18414"/>
          <a:stretch/>
        </p:blipFill>
        <p:spPr>
          <a:xfrm>
            <a:off x="660657" y="5017572"/>
            <a:ext cx="1004157" cy="733877"/>
          </a:xfrm>
          <a:prstGeom prst="rect">
            <a:avLst/>
          </a:prstGeom>
        </p:spPr>
      </p:pic>
    </p:spTree>
    <p:extLst>
      <p:ext uri="{BB962C8B-B14F-4D97-AF65-F5344CB8AC3E}">
        <p14:creationId xmlns:p14="http://schemas.microsoft.com/office/powerpoint/2010/main" val="5272285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t 8" hidden="1">
            <a:extLst>
              <a:ext uri="{FF2B5EF4-FFF2-40B4-BE49-F238E27FC236}">
                <a16:creationId xmlns:a16="http://schemas.microsoft.com/office/drawing/2014/main" id="{C1B57085-525A-449E-9F55-6012045ECB6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60" imgH="360" progId="TCLayout.ActiveDocument.1">
                  <p:embed/>
                </p:oleObj>
              </mc:Choice>
              <mc:Fallback>
                <p:oleObj name="Diapositive think-cell" r:id="rId3" imgW="360" imgH="360" progId="TCLayout.ActiveDocument.1">
                  <p:embed/>
                  <p:pic>
                    <p:nvPicPr>
                      <p:cNvPr id="9" name="Objet 8" hidden="1">
                        <a:extLst>
                          <a:ext uri="{FF2B5EF4-FFF2-40B4-BE49-F238E27FC236}">
                            <a16:creationId xmlns:a16="http://schemas.microsoft.com/office/drawing/2014/main" id="{C1B57085-525A-449E-9F55-6012045ECB6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itre 5">
            <a:extLst>
              <a:ext uri="{FF2B5EF4-FFF2-40B4-BE49-F238E27FC236}">
                <a16:creationId xmlns:a16="http://schemas.microsoft.com/office/drawing/2014/main" id="{F21193ED-9FA6-442C-920C-43D20CE0B353}"/>
              </a:ext>
            </a:extLst>
          </p:cNvPr>
          <p:cNvSpPr>
            <a:spLocks noGrp="1"/>
          </p:cNvSpPr>
          <p:nvPr>
            <p:ph type="title"/>
          </p:nvPr>
        </p:nvSpPr>
        <p:spPr/>
        <p:txBody>
          <a:bodyPr vert="horz"/>
          <a:lstStyle/>
          <a:p>
            <a:r>
              <a:rPr lang="fr-FR"/>
              <a:t>Extrait de nos références</a:t>
            </a:r>
          </a:p>
        </p:txBody>
      </p:sp>
      <p:sp>
        <p:nvSpPr>
          <p:cNvPr id="4" name="Espace réservé du numéro de diapositive 3">
            <a:extLst>
              <a:ext uri="{FF2B5EF4-FFF2-40B4-BE49-F238E27FC236}">
                <a16:creationId xmlns:a16="http://schemas.microsoft.com/office/drawing/2014/main" id="{CDD846D0-1F89-461F-8085-A8D4069C1E02}"/>
              </a:ext>
            </a:extLst>
          </p:cNvPr>
          <p:cNvSpPr>
            <a:spLocks noGrp="1"/>
          </p:cNvSpPr>
          <p:nvPr>
            <p:ph type="sldNum" sz="quarter" idx="11"/>
          </p:nvPr>
        </p:nvSpPr>
        <p:spPr/>
        <p:txBody>
          <a:bodyPr/>
          <a:lstStyle/>
          <a:p>
            <a:fld id="{BE9517EC-C298-4848-B090-11602D956FCE}" type="slidenum">
              <a:rPr lang="fr-FR" smtClean="0"/>
              <a:pPr/>
              <a:t>5</a:t>
            </a:fld>
            <a:endParaRPr lang="fr-FR"/>
          </a:p>
        </p:txBody>
      </p:sp>
      <p:sp>
        <p:nvSpPr>
          <p:cNvPr id="8" name="Espace réservé du texte 7">
            <a:extLst>
              <a:ext uri="{FF2B5EF4-FFF2-40B4-BE49-F238E27FC236}">
                <a16:creationId xmlns:a16="http://schemas.microsoft.com/office/drawing/2014/main" id="{621217D1-69BC-42D3-90C4-64A18B4AB87C}"/>
              </a:ext>
            </a:extLst>
          </p:cNvPr>
          <p:cNvSpPr>
            <a:spLocks noGrp="1"/>
          </p:cNvSpPr>
          <p:nvPr>
            <p:ph type="body" sz="quarter" idx="13"/>
          </p:nvPr>
        </p:nvSpPr>
        <p:spPr/>
        <p:txBody>
          <a:bodyPr/>
          <a:lstStyle/>
          <a:p>
            <a:r>
              <a:rPr lang="fr-FR" dirty="0"/>
              <a:t>Quelques exemples de missions réalisées ou en cours par nos consultants</a:t>
            </a:r>
          </a:p>
        </p:txBody>
      </p:sp>
      <p:graphicFrame>
        <p:nvGraphicFramePr>
          <p:cNvPr id="12" name="Tableau 8">
            <a:extLst>
              <a:ext uri="{FF2B5EF4-FFF2-40B4-BE49-F238E27FC236}">
                <a16:creationId xmlns:a16="http://schemas.microsoft.com/office/drawing/2014/main" id="{522A63A6-A142-41B5-93A1-EBB1D8DC7CFD}"/>
              </a:ext>
            </a:extLst>
          </p:cNvPr>
          <p:cNvGraphicFramePr>
            <a:graphicFrameLocks/>
          </p:cNvGraphicFramePr>
          <p:nvPr>
            <p:extLst>
              <p:ext uri="{D42A27DB-BD31-4B8C-83A1-F6EECF244321}">
                <p14:modId xmlns:p14="http://schemas.microsoft.com/office/powerpoint/2010/main" val="3444381399"/>
              </p:ext>
            </p:extLst>
          </p:nvPr>
        </p:nvGraphicFramePr>
        <p:xfrm>
          <a:off x="361541" y="1808163"/>
          <a:ext cx="11430002" cy="3301482"/>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316830">
                <a:tc>
                  <a:txBody>
                    <a:bodyPr/>
                    <a:lstStyle/>
                    <a:p>
                      <a:r>
                        <a:rPr lang="fr-FR" sz="1400" b="1" noProof="0"/>
                        <a:t>Clients</a:t>
                      </a:r>
                    </a:p>
                  </a:txBody>
                  <a:tcPr anchor="ctr">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25442695"/>
                  </a:ext>
                </a:extLst>
              </a:tr>
              <a:tr h="967342">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dirty="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endParaRPr lang="fr-FR" sz="1100" kern="1200" noProof="0" dirty="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endParaRPr lang="fr-FR" sz="1100" kern="1200" noProof="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078204035"/>
                  </a:ext>
                </a:extLst>
              </a:tr>
              <a:tr h="90294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90000"/>
                        </a:lnSpc>
                        <a:spcBef>
                          <a:spcPts val="610"/>
                        </a:spcBef>
                        <a:spcAft>
                          <a:spcPts val="0"/>
                        </a:spcAft>
                        <a:buClr>
                          <a:schemeClr val="accent1"/>
                        </a:buClr>
                        <a:buSzTx/>
                        <a:buFont typeface="Arial" panose="020B0604020202020204" pitchFamily="34" charset="0"/>
                        <a:buNone/>
                        <a:tabLst/>
                        <a:defRPr/>
                      </a:pPr>
                      <a:endParaRPr lang="fr-FR" sz="1100" dirty="0">
                        <a:solidFill>
                          <a:schemeClr val="tx1"/>
                        </a:solidFill>
                        <a:latin typeface="Arial" panose="020B0604020202020204" pitchFamily="34" charset="0"/>
                        <a:ea typeface="+mn-lt"/>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endParaRPr lang="fr-FR" sz="1100" kern="120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347453563"/>
                  </a:ext>
                </a:extLst>
              </a:tr>
              <a:tr h="1114367">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BMW Financial Services</a:t>
                      </a: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90000"/>
                        </a:lnSpc>
                        <a:spcBef>
                          <a:spcPts val="610"/>
                        </a:spcBef>
                        <a:spcAft>
                          <a:spcPts val="600"/>
                        </a:spcAft>
                        <a:buClr>
                          <a:schemeClr val="accent1"/>
                        </a:buClr>
                        <a:buSzTx/>
                        <a:buFont typeface="Arial" panose="020B0604020202020204" pitchFamily="34" charset="0"/>
                        <a:buNone/>
                        <a:tabLst/>
                        <a:defRPr/>
                      </a:pPr>
                      <a:r>
                        <a:rPr lang="fr-FR" sz="1100" kern="1200" dirty="0">
                          <a:solidFill>
                            <a:schemeClr val="tx1"/>
                          </a:solidFill>
                          <a:latin typeface="Arial" panose="020B0604020202020204" pitchFamily="34" charset="0"/>
                          <a:ea typeface="+mn-ea"/>
                          <a:cs typeface="Arial" panose="020B0604020202020204" pitchFamily="34" charset="0"/>
                        </a:rPr>
                        <a:t>Renforcer les équipes en charge de la production mensuelle et trimestrielle des </a:t>
                      </a:r>
                      <a:r>
                        <a:rPr lang="fr-FR" sz="1100" kern="1200" dirty="0" err="1">
                          <a:solidFill>
                            <a:schemeClr val="tx1"/>
                          </a:solidFill>
                          <a:latin typeface="Arial" panose="020B0604020202020204" pitchFamily="34" charset="0"/>
                          <a:ea typeface="+mn-ea"/>
                          <a:cs typeface="Arial" panose="020B0604020202020204" pitchFamily="34" charset="0"/>
                        </a:rPr>
                        <a:t>reporting</a:t>
                      </a:r>
                      <a:r>
                        <a:rPr lang="fr-FR" sz="1100" kern="1200" dirty="0">
                          <a:solidFill>
                            <a:schemeClr val="tx1"/>
                          </a:solidFill>
                          <a:latin typeface="Arial" panose="020B0604020202020204" pitchFamily="34" charset="0"/>
                          <a:ea typeface="+mn-ea"/>
                          <a:cs typeface="Arial" panose="020B0604020202020204" pitchFamily="34" charset="0"/>
                        </a:rPr>
                        <a:t> règlementaires de BMW Finance France </a:t>
                      </a:r>
                    </a:p>
                    <a:p>
                      <a:pPr marL="0" marR="0" lvl="0" indent="0" algn="l" defTabSz="557240" rtl="0" eaLnBrk="1" fontAlgn="auto" latinLnBrk="0" hangingPunct="1">
                        <a:lnSpc>
                          <a:spcPct val="90000"/>
                        </a:lnSpc>
                        <a:spcBef>
                          <a:spcPts val="610"/>
                        </a:spcBef>
                        <a:spcAft>
                          <a:spcPts val="600"/>
                        </a:spcAft>
                        <a:buClr>
                          <a:schemeClr val="accent1"/>
                        </a:buClr>
                        <a:buSzTx/>
                        <a:buFont typeface="Arial" panose="020B0604020202020204" pitchFamily="34" charset="0"/>
                        <a:buNone/>
                        <a:tabLst/>
                        <a:defRPr/>
                      </a:pPr>
                      <a:r>
                        <a:rPr lang="fr-FR" sz="1100" kern="1200" dirty="0">
                          <a:solidFill>
                            <a:schemeClr val="tx1"/>
                          </a:solidFill>
                          <a:latin typeface="Arial" panose="020B0604020202020204" pitchFamily="34" charset="0"/>
                          <a:ea typeface="+mn-ea"/>
                          <a:cs typeface="Arial" panose="020B0604020202020204" pitchFamily="34" charset="0"/>
                        </a:rPr>
                        <a:t>Préparer l’entrée en vigueur de la règlementation </a:t>
                      </a:r>
                      <a:r>
                        <a:rPr lang="en-GB" sz="1100" kern="1200" dirty="0">
                          <a:solidFill>
                            <a:schemeClr val="tx1"/>
                          </a:solidFill>
                          <a:latin typeface="Arial" panose="020B0604020202020204" pitchFamily="34" charset="0"/>
                          <a:ea typeface="+mn-ea"/>
                          <a:cs typeface="Arial" panose="020B0604020202020204" pitchFamily="34" charset="0"/>
                        </a:rPr>
                        <a:t>CRDV - CRR2</a:t>
                      </a:r>
                      <a:endParaRPr lang="fr-FR" sz="1100" kern="1200" dirty="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Production et suivi des </a:t>
                      </a:r>
                      <a:r>
                        <a:rPr lang="fr-FR" sz="1100" kern="1200" noProof="0" dirty="0" err="1">
                          <a:solidFill>
                            <a:schemeClr val="dk1"/>
                          </a:solidFill>
                          <a:latin typeface="+mn-lt"/>
                          <a:ea typeface="+mn-ea"/>
                          <a:cs typeface="Arial"/>
                        </a:rPr>
                        <a:t>reporting</a:t>
                      </a:r>
                      <a:r>
                        <a:rPr lang="fr-FR" sz="1100" kern="1200" noProof="0" dirty="0">
                          <a:solidFill>
                            <a:schemeClr val="dk1"/>
                          </a:solidFill>
                          <a:latin typeface="+mn-lt"/>
                          <a:ea typeface="+mn-ea"/>
                          <a:cs typeface="Arial"/>
                        </a:rPr>
                        <a:t> règlementaires COREP, Grands Risques, Ratio de Levier, ratios de liquidité et de financement (LCR, NSFR, ALMM) et Asset </a:t>
                      </a:r>
                      <a:r>
                        <a:rPr lang="fr-FR" sz="1100" kern="1200" noProof="0" dirty="0" err="1">
                          <a:solidFill>
                            <a:schemeClr val="dk1"/>
                          </a:solidFill>
                          <a:latin typeface="+mn-lt"/>
                          <a:ea typeface="+mn-ea"/>
                          <a:cs typeface="Arial"/>
                        </a:rPr>
                        <a:t>Encumbrance</a:t>
                      </a:r>
                      <a:r>
                        <a:rPr lang="fr-FR" sz="1100" kern="1200" noProof="0" dirty="0">
                          <a:solidFill>
                            <a:schemeClr val="dk1"/>
                          </a:solidFill>
                          <a:latin typeface="+mn-lt"/>
                          <a:ea typeface="+mn-ea"/>
                          <a:cs typeface="Arial"/>
                        </a:rPr>
                        <a:t>.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Veille et mise en conformité des </a:t>
                      </a:r>
                      <a:r>
                        <a:rPr lang="fr-FR" sz="1100" kern="1200" noProof="0" dirty="0" err="1">
                          <a:solidFill>
                            <a:schemeClr val="dk1"/>
                          </a:solidFill>
                          <a:latin typeface="+mn-lt"/>
                          <a:ea typeface="+mn-ea"/>
                          <a:cs typeface="Arial"/>
                        </a:rPr>
                        <a:t>reporting</a:t>
                      </a:r>
                      <a:r>
                        <a:rPr lang="fr-FR" sz="1100" kern="1200" noProof="0" dirty="0">
                          <a:solidFill>
                            <a:schemeClr val="dk1"/>
                          </a:solidFill>
                          <a:latin typeface="+mn-lt"/>
                          <a:ea typeface="+mn-ea"/>
                          <a:cs typeface="Arial"/>
                        </a:rPr>
                        <a:t> en lien avec la réglementation CRR2</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Mise à jour de la documentation (processus, documentation règlementaire) associée au périmètre à charge</a:t>
                      </a: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2553091106"/>
                  </a:ext>
                </a:extLst>
              </a:tr>
            </a:tbl>
          </a:graphicData>
        </a:graphic>
      </p:graphicFrame>
      <p:pic>
        <p:nvPicPr>
          <p:cNvPr id="7" name="Picture 2" descr="Nos services - ESPACE BERTEAUX VERNOUILLET">
            <a:extLst>
              <a:ext uri="{FF2B5EF4-FFF2-40B4-BE49-F238E27FC236}">
                <a16:creationId xmlns:a16="http://schemas.microsoft.com/office/drawing/2014/main" id="{21E2981E-6F40-A2C8-28AE-B852A21B75B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8175" y="4049111"/>
            <a:ext cx="1224153" cy="6640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71334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t 8" hidden="1">
            <a:extLst>
              <a:ext uri="{FF2B5EF4-FFF2-40B4-BE49-F238E27FC236}">
                <a16:creationId xmlns:a16="http://schemas.microsoft.com/office/drawing/2014/main" id="{C1B57085-525A-449E-9F55-6012045ECB6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60" imgH="360" progId="TCLayout.ActiveDocument.1">
                  <p:embed/>
                </p:oleObj>
              </mc:Choice>
              <mc:Fallback>
                <p:oleObj name="Diapositive think-cell" r:id="rId3" imgW="360" imgH="360" progId="TCLayout.ActiveDocument.1">
                  <p:embed/>
                  <p:pic>
                    <p:nvPicPr>
                      <p:cNvPr id="9" name="Objet 8" hidden="1">
                        <a:extLst>
                          <a:ext uri="{FF2B5EF4-FFF2-40B4-BE49-F238E27FC236}">
                            <a16:creationId xmlns:a16="http://schemas.microsoft.com/office/drawing/2014/main" id="{C1B57085-525A-449E-9F55-6012045ECB6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itre 5">
            <a:extLst>
              <a:ext uri="{FF2B5EF4-FFF2-40B4-BE49-F238E27FC236}">
                <a16:creationId xmlns:a16="http://schemas.microsoft.com/office/drawing/2014/main" id="{F21193ED-9FA6-442C-920C-43D20CE0B353}"/>
              </a:ext>
            </a:extLst>
          </p:cNvPr>
          <p:cNvSpPr>
            <a:spLocks noGrp="1"/>
          </p:cNvSpPr>
          <p:nvPr>
            <p:ph type="title"/>
          </p:nvPr>
        </p:nvSpPr>
        <p:spPr/>
        <p:txBody>
          <a:bodyPr vert="horz"/>
          <a:lstStyle/>
          <a:p>
            <a:r>
              <a:rPr lang="fr-FR" dirty="0"/>
              <a:t>Extrait de nos références</a:t>
            </a:r>
          </a:p>
        </p:txBody>
      </p:sp>
      <p:sp>
        <p:nvSpPr>
          <p:cNvPr id="4" name="Espace réservé du numéro de diapositive 3">
            <a:extLst>
              <a:ext uri="{FF2B5EF4-FFF2-40B4-BE49-F238E27FC236}">
                <a16:creationId xmlns:a16="http://schemas.microsoft.com/office/drawing/2014/main" id="{CDD846D0-1F89-461F-8085-A8D4069C1E02}"/>
              </a:ext>
            </a:extLst>
          </p:cNvPr>
          <p:cNvSpPr>
            <a:spLocks noGrp="1"/>
          </p:cNvSpPr>
          <p:nvPr>
            <p:ph type="sldNum" sz="quarter" idx="11"/>
          </p:nvPr>
        </p:nvSpPr>
        <p:spPr/>
        <p:txBody>
          <a:bodyPr/>
          <a:lstStyle/>
          <a:p>
            <a:fld id="{BE9517EC-C298-4848-B090-11602D956FCE}" type="slidenum">
              <a:rPr lang="fr-FR" smtClean="0"/>
              <a:pPr/>
              <a:t>6</a:t>
            </a:fld>
            <a:endParaRPr lang="fr-FR"/>
          </a:p>
        </p:txBody>
      </p:sp>
      <p:sp>
        <p:nvSpPr>
          <p:cNvPr id="8" name="Espace réservé du texte 7">
            <a:extLst>
              <a:ext uri="{FF2B5EF4-FFF2-40B4-BE49-F238E27FC236}">
                <a16:creationId xmlns:a16="http://schemas.microsoft.com/office/drawing/2014/main" id="{621217D1-69BC-42D3-90C4-64A18B4AB87C}"/>
              </a:ext>
            </a:extLst>
          </p:cNvPr>
          <p:cNvSpPr>
            <a:spLocks noGrp="1"/>
          </p:cNvSpPr>
          <p:nvPr>
            <p:ph type="body" sz="quarter" idx="13"/>
          </p:nvPr>
        </p:nvSpPr>
        <p:spPr/>
        <p:txBody>
          <a:bodyPr/>
          <a:lstStyle/>
          <a:p>
            <a:r>
              <a:rPr lang="fr-FR"/>
              <a:t>Quelques exemples de missions réalisées ou en cours par nos consultants</a:t>
            </a:r>
          </a:p>
        </p:txBody>
      </p:sp>
      <p:graphicFrame>
        <p:nvGraphicFramePr>
          <p:cNvPr id="12" name="Tableau 8">
            <a:extLst>
              <a:ext uri="{FF2B5EF4-FFF2-40B4-BE49-F238E27FC236}">
                <a16:creationId xmlns:a16="http://schemas.microsoft.com/office/drawing/2014/main" id="{522A63A6-A142-41B5-93A1-EBB1D8DC7CFD}"/>
              </a:ext>
            </a:extLst>
          </p:cNvPr>
          <p:cNvGraphicFramePr>
            <a:graphicFrameLocks/>
          </p:cNvGraphicFramePr>
          <p:nvPr>
            <p:extLst>
              <p:ext uri="{D42A27DB-BD31-4B8C-83A1-F6EECF244321}">
                <p14:modId xmlns:p14="http://schemas.microsoft.com/office/powerpoint/2010/main" val="690423533"/>
              </p:ext>
            </p:extLst>
          </p:nvPr>
        </p:nvGraphicFramePr>
        <p:xfrm>
          <a:off x="361541" y="1808163"/>
          <a:ext cx="11430002" cy="3390848"/>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316830">
                <a:tc>
                  <a:txBody>
                    <a:bodyPr/>
                    <a:lstStyle/>
                    <a:p>
                      <a:r>
                        <a:rPr lang="fr-FR" sz="1400" b="1" noProof="0"/>
                        <a:t>Clients</a:t>
                      </a:r>
                    </a:p>
                  </a:txBody>
                  <a:tcPr anchor="ctr">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25442695"/>
                  </a:ext>
                </a:extLst>
              </a:tr>
              <a:tr h="967342">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dirty="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endParaRPr lang="fr-FR" sz="1100" kern="1200" dirty="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endParaRPr lang="fr-FR" sz="1100" kern="1200" noProof="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078204035"/>
                  </a:ext>
                </a:extLst>
              </a:tr>
              <a:tr h="90294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BNP CIB</a:t>
                      </a: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r>
                        <a:rPr lang="fr-FR" altLang="fr-FR" sz="1100" kern="1200" dirty="0">
                          <a:solidFill>
                            <a:schemeClr val="tx1"/>
                          </a:solidFill>
                          <a:latin typeface="Arial" panose="020B0604020202020204" pitchFamily="34" charset="0"/>
                          <a:ea typeface="+mn-ea"/>
                          <a:cs typeface="Arial" panose="020B0604020202020204" pitchFamily="34" charset="0"/>
                        </a:rPr>
                        <a:t>Rattaché à l’équipe P&amp;CM sur les initiatives liées aux produits dérivés compensés et non compensés, l’objectif de la mission a été de répondre aux initiatives business, réglementaires et à la rationalisation de l’organisation (TOM, &amp; études d’opportunité).</a:t>
                      </a:r>
                    </a:p>
                    <a:p>
                      <a:pPr marL="0" marR="0" lvl="0" indent="0" algn="l" defTabSz="557240" rtl="0" eaLnBrk="1" fontAlgn="auto" latinLnBrk="0" hangingPunct="1">
                        <a:lnSpc>
                          <a:spcPct val="100000"/>
                        </a:lnSpc>
                        <a:spcBef>
                          <a:spcPts val="0"/>
                        </a:spcBef>
                        <a:spcAft>
                          <a:spcPts val="0"/>
                        </a:spcAft>
                        <a:buClrTx/>
                        <a:buSzTx/>
                        <a:buFontTx/>
                        <a:buNone/>
                        <a:tabLst/>
                        <a:defRPr/>
                      </a:pPr>
                      <a:r>
                        <a:rPr lang="fr-FR" altLang="fr-FR" sz="1100" kern="1200" dirty="0">
                          <a:solidFill>
                            <a:schemeClr val="tx1"/>
                          </a:solidFill>
                          <a:latin typeface="Arial" panose="020B0604020202020204" pitchFamily="34" charset="0"/>
                          <a:ea typeface="+mn-ea"/>
                          <a:cs typeface="Arial" panose="020B0604020202020204" pitchFamily="34" charset="0"/>
                        </a:rPr>
                        <a:t>Le principal enjeu résidait dans l’optimisation des processus de la chaine fonctionnelle des équipes middle, back office et fonctions supports associées.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Lancement des activités de compensation swap ASIGNA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Optimisation de l’organisation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Formalisation, analyse des difficultés et recommandations autour des activités du </a:t>
                      </a:r>
                      <a:r>
                        <a:rPr lang="fr-FR" sz="1100" i="1" kern="1200" noProof="0" dirty="0" err="1">
                          <a:solidFill>
                            <a:schemeClr val="dk1"/>
                          </a:solidFill>
                          <a:latin typeface="+mn-lt"/>
                          <a:ea typeface="+mn-ea"/>
                          <a:cs typeface="Arial"/>
                        </a:rPr>
                        <a:t>membership</a:t>
                      </a:r>
                      <a:r>
                        <a:rPr lang="fr-FR" sz="1100" kern="1200" noProof="0" dirty="0">
                          <a:solidFill>
                            <a:schemeClr val="dk1"/>
                          </a:solidFill>
                          <a:latin typeface="+mn-lt"/>
                          <a:ea typeface="+mn-ea"/>
                          <a:cs typeface="Arial"/>
                        </a:rPr>
                        <a:t> NY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Optimisation de la gestion du collatéral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Revue et pilotage des frais de tenue de compte  PPS.</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altLang="fr-FR" sz="1100" kern="1200" dirty="0">
                          <a:solidFill>
                            <a:schemeClr val="dk1"/>
                          </a:solidFill>
                          <a:latin typeface="+mn-lt"/>
                          <a:ea typeface="+mn-ea"/>
                          <a:cs typeface="Arial"/>
                        </a:rPr>
                        <a:t>TOM </a:t>
                      </a:r>
                      <a:r>
                        <a:rPr lang="fr-FR" altLang="fr-FR" sz="1100" i="1" kern="1200" dirty="0" err="1">
                          <a:solidFill>
                            <a:schemeClr val="dk1"/>
                          </a:solidFill>
                          <a:latin typeface="+mn-lt"/>
                          <a:ea typeface="+mn-ea"/>
                          <a:cs typeface="Arial"/>
                        </a:rPr>
                        <a:t>collateral</a:t>
                      </a:r>
                      <a:r>
                        <a:rPr lang="fr-FR" altLang="fr-FR" sz="1100" kern="1200" dirty="0">
                          <a:solidFill>
                            <a:schemeClr val="dk1"/>
                          </a:solidFill>
                          <a:latin typeface="+mn-lt"/>
                          <a:ea typeface="+mn-ea"/>
                          <a:cs typeface="Arial"/>
                        </a:rPr>
                        <a:t> – projet de centralisation de la gestion du collatéral autour d’un SI et de processus unifiés.</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altLang="fr-FR" sz="1100" kern="1200" dirty="0">
                          <a:solidFill>
                            <a:schemeClr val="dk1"/>
                          </a:solidFill>
                          <a:latin typeface="+mn-lt"/>
                          <a:ea typeface="+mn-ea"/>
                          <a:cs typeface="Arial"/>
                        </a:rPr>
                        <a:t>Etude d’opportunité autour du nouveau service LCH </a:t>
                      </a:r>
                      <a:r>
                        <a:rPr lang="fr-FR" altLang="fr-FR" sz="1100" kern="1200" dirty="0" err="1">
                          <a:solidFill>
                            <a:schemeClr val="dk1"/>
                          </a:solidFill>
                          <a:latin typeface="+mn-lt"/>
                          <a:ea typeface="+mn-ea"/>
                          <a:cs typeface="Arial"/>
                        </a:rPr>
                        <a:t>SwapAgent</a:t>
                      </a:r>
                      <a:endParaRPr lang="fr-FR" altLang="fr-FR" sz="1100" kern="1200" dirty="0">
                        <a:solidFill>
                          <a:schemeClr val="dk1"/>
                        </a:solidFill>
                        <a:latin typeface="+mn-lt"/>
                        <a:ea typeface="+mn-ea"/>
                        <a:cs typeface="Arial"/>
                      </a:endParaRP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altLang="fr-FR" sz="1100" kern="1200" dirty="0">
                          <a:solidFill>
                            <a:schemeClr val="dk1"/>
                          </a:solidFill>
                          <a:latin typeface="+mn-lt"/>
                          <a:ea typeface="+mn-ea"/>
                          <a:cs typeface="Arial"/>
                        </a:rPr>
                        <a:t>Implémentation de garantie pour le compte de JP Morgan pour la gestion des paiements intra journalier tardif (</a:t>
                      </a:r>
                      <a:r>
                        <a:rPr lang="fr-FR" altLang="fr-FR" sz="1100" i="1" kern="1200" dirty="0" err="1">
                          <a:solidFill>
                            <a:schemeClr val="dk1"/>
                          </a:solidFill>
                          <a:latin typeface="+mn-lt"/>
                          <a:ea typeface="+mn-ea"/>
                          <a:cs typeface="Arial"/>
                        </a:rPr>
                        <a:t>late</a:t>
                      </a:r>
                      <a:r>
                        <a:rPr lang="fr-FR" altLang="fr-FR" sz="1100" i="1" kern="1200" dirty="0">
                          <a:solidFill>
                            <a:schemeClr val="dk1"/>
                          </a:solidFill>
                          <a:latin typeface="+mn-lt"/>
                          <a:ea typeface="+mn-ea"/>
                          <a:cs typeface="Arial"/>
                        </a:rPr>
                        <a:t> ITD</a:t>
                      </a:r>
                      <a:r>
                        <a:rPr lang="fr-FR" altLang="fr-FR" sz="1100" kern="1200" dirty="0">
                          <a:solidFill>
                            <a:schemeClr val="dk1"/>
                          </a:solidFill>
                          <a:latin typeface="+mn-lt"/>
                          <a:ea typeface="+mn-ea"/>
                          <a:cs typeface="Arial"/>
                        </a:rPr>
                        <a:t>). </a:t>
                      </a: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347453563"/>
                  </a:ext>
                </a:extLst>
              </a:tr>
            </a:tbl>
          </a:graphicData>
        </a:graphic>
      </p:graphicFrame>
      <p:pic>
        <p:nvPicPr>
          <p:cNvPr id="5" name="Image 4">
            <a:extLst>
              <a:ext uri="{FF2B5EF4-FFF2-40B4-BE49-F238E27FC236}">
                <a16:creationId xmlns:a16="http://schemas.microsoft.com/office/drawing/2014/main" id="{60208FC9-671D-312D-F297-0569F5388095}"/>
              </a:ext>
            </a:extLst>
          </p:cNvPr>
          <p:cNvPicPr>
            <a:picLocks noChangeAspect="1"/>
          </p:cNvPicPr>
          <p:nvPr/>
        </p:nvPicPr>
        <p:blipFill>
          <a:blip r:embed="rId5"/>
          <a:stretch>
            <a:fillRect/>
          </a:stretch>
        </p:blipFill>
        <p:spPr>
          <a:xfrm>
            <a:off x="361542" y="3688864"/>
            <a:ext cx="1743008" cy="287295"/>
          </a:xfrm>
          <a:prstGeom prst="rect">
            <a:avLst/>
          </a:prstGeom>
        </p:spPr>
      </p:pic>
    </p:spTree>
    <p:extLst>
      <p:ext uri="{BB962C8B-B14F-4D97-AF65-F5344CB8AC3E}">
        <p14:creationId xmlns:p14="http://schemas.microsoft.com/office/powerpoint/2010/main" val="28405865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t 8" hidden="1">
            <a:extLst>
              <a:ext uri="{FF2B5EF4-FFF2-40B4-BE49-F238E27FC236}">
                <a16:creationId xmlns:a16="http://schemas.microsoft.com/office/drawing/2014/main" id="{C1B57085-525A-449E-9F55-6012045ECB6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60" imgH="360" progId="TCLayout.ActiveDocument.1">
                  <p:embed/>
                </p:oleObj>
              </mc:Choice>
              <mc:Fallback>
                <p:oleObj name="Diapositive think-cell" r:id="rId3" imgW="360" imgH="360" progId="TCLayout.ActiveDocument.1">
                  <p:embed/>
                  <p:pic>
                    <p:nvPicPr>
                      <p:cNvPr id="9" name="Objet 8" hidden="1">
                        <a:extLst>
                          <a:ext uri="{FF2B5EF4-FFF2-40B4-BE49-F238E27FC236}">
                            <a16:creationId xmlns:a16="http://schemas.microsoft.com/office/drawing/2014/main" id="{C1B57085-525A-449E-9F55-6012045ECB6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itre 5">
            <a:extLst>
              <a:ext uri="{FF2B5EF4-FFF2-40B4-BE49-F238E27FC236}">
                <a16:creationId xmlns:a16="http://schemas.microsoft.com/office/drawing/2014/main" id="{F21193ED-9FA6-442C-920C-43D20CE0B353}"/>
              </a:ext>
            </a:extLst>
          </p:cNvPr>
          <p:cNvSpPr>
            <a:spLocks noGrp="1"/>
          </p:cNvSpPr>
          <p:nvPr>
            <p:ph type="title"/>
          </p:nvPr>
        </p:nvSpPr>
        <p:spPr/>
        <p:txBody>
          <a:bodyPr vert="horz"/>
          <a:lstStyle/>
          <a:p>
            <a:r>
              <a:rPr lang="fr-FR"/>
              <a:t>Extrait de nos références</a:t>
            </a:r>
          </a:p>
        </p:txBody>
      </p:sp>
      <p:sp>
        <p:nvSpPr>
          <p:cNvPr id="4" name="Espace réservé du numéro de diapositive 3">
            <a:extLst>
              <a:ext uri="{FF2B5EF4-FFF2-40B4-BE49-F238E27FC236}">
                <a16:creationId xmlns:a16="http://schemas.microsoft.com/office/drawing/2014/main" id="{CDD846D0-1F89-461F-8085-A8D4069C1E02}"/>
              </a:ext>
            </a:extLst>
          </p:cNvPr>
          <p:cNvSpPr>
            <a:spLocks noGrp="1"/>
          </p:cNvSpPr>
          <p:nvPr>
            <p:ph type="sldNum" sz="quarter" idx="11"/>
          </p:nvPr>
        </p:nvSpPr>
        <p:spPr/>
        <p:txBody>
          <a:bodyPr/>
          <a:lstStyle/>
          <a:p>
            <a:fld id="{BE9517EC-C298-4848-B090-11602D956FCE}" type="slidenum">
              <a:rPr lang="fr-FR" smtClean="0"/>
              <a:pPr/>
              <a:t>7</a:t>
            </a:fld>
            <a:endParaRPr lang="fr-FR"/>
          </a:p>
        </p:txBody>
      </p:sp>
      <p:sp>
        <p:nvSpPr>
          <p:cNvPr id="8" name="Espace réservé du texte 7">
            <a:extLst>
              <a:ext uri="{FF2B5EF4-FFF2-40B4-BE49-F238E27FC236}">
                <a16:creationId xmlns:a16="http://schemas.microsoft.com/office/drawing/2014/main" id="{621217D1-69BC-42D3-90C4-64A18B4AB87C}"/>
              </a:ext>
            </a:extLst>
          </p:cNvPr>
          <p:cNvSpPr>
            <a:spLocks noGrp="1"/>
          </p:cNvSpPr>
          <p:nvPr>
            <p:ph type="body" sz="quarter" idx="13"/>
          </p:nvPr>
        </p:nvSpPr>
        <p:spPr/>
        <p:txBody>
          <a:bodyPr/>
          <a:lstStyle/>
          <a:p>
            <a:r>
              <a:rPr lang="fr-FR"/>
              <a:t>Quelques exemples de missions réalisées ou en cours par nos consultants</a:t>
            </a:r>
          </a:p>
        </p:txBody>
      </p:sp>
      <p:graphicFrame>
        <p:nvGraphicFramePr>
          <p:cNvPr id="12" name="Tableau 8">
            <a:extLst>
              <a:ext uri="{FF2B5EF4-FFF2-40B4-BE49-F238E27FC236}">
                <a16:creationId xmlns:a16="http://schemas.microsoft.com/office/drawing/2014/main" id="{522A63A6-A142-41B5-93A1-EBB1D8DC7CFD}"/>
              </a:ext>
            </a:extLst>
          </p:cNvPr>
          <p:cNvGraphicFramePr>
            <a:graphicFrameLocks/>
          </p:cNvGraphicFramePr>
          <p:nvPr>
            <p:extLst>
              <p:ext uri="{D42A27DB-BD31-4B8C-83A1-F6EECF244321}">
                <p14:modId xmlns:p14="http://schemas.microsoft.com/office/powerpoint/2010/main" val="1794772834"/>
              </p:ext>
            </p:extLst>
          </p:nvPr>
        </p:nvGraphicFramePr>
        <p:xfrm>
          <a:off x="361541" y="1808163"/>
          <a:ext cx="11430002" cy="2563957"/>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316830">
                <a:tc>
                  <a:txBody>
                    <a:bodyPr/>
                    <a:lstStyle/>
                    <a:p>
                      <a:r>
                        <a:rPr lang="fr-FR" sz="1400" b="1" noProof="0"/>
                        <a:t>Clients</a:t>
                      </a:r>
                    </a:p>
                  </a:txBody>
                  <a:tcPr anchor="ctr">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25442695"/>
                  </a:ext>
                </a:extLst>
              </a:tr>
              <a:tr h="1094107">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Crédit Agricole</a:t>
                      </a:r>
                    </a:p>
                  </a:txBody>
                  <a:tcPr anchor="b">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r>
                        <a:rPr lang="fr-FR" sz="1100" kern="1200" dirty="0">
                          <a:solidFill>
                            <a:schemeClr val="tx1"/>
                          </a:solidFill>
                          <a:latin typeface="Arial" panose="020B0604020202020204" pitchFamily="34" charset="0"/>
                          <a:ea typeface="+mn-ea"/>
                          <a:cs typeface="Arial" panose="020B0604020202020204" pitchFamily="34" charset="0"/>
                        </a:rPr>
                        <a:t>Renfort de l’équipe Contrôle Permanent sur le périmètre Production, Préconisation, Suivi de la liquidité suite à des recommandations de la BCE et de l’Inspection Générale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Prise de connaissance de l’organisation et de l’environnement de contrôle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Lecture documentaire des processus, méthodologie, guide et des anciens contrôles effectués</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Vérification des contrôles opérationnels et des fiches opérationnelles récapitulatives</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Préparation des entretiens métiers et réalisation des entretiens métiers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Rédaction des fiches contrôles permanent avec contexte, objectif, résultat de contrôles, conclusions et préconisations</a:t>
                      </a:r>
                    </a:p>
                  </a:txBody>
                  <a:tcPr anchor="ctr">
                    <a:lnL w="12700" cap="flat" cmpd="sng" algn="ctr">
                      <a:solidFill>
                        <a:schemeClr val="bg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078204035"/>
                  </a:ext>
                </a:extLst>
              </a:tr>
              <a:tr h="1047231">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dirty="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endParaRPr lang="fr-FR" sz="1100" kern="1200" dirty="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endParaRPr lang="fr-FR" sz="1100" kern="120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347453563"/>
                  </a:ext>
                </a:extLst>
              </a:tr>
            </a:tbl>
          </a:graphicData>
        </a:graphic>
      </p:graphicFrame>
      <p:pic>
        <p:nvPicPr>
          <p:cNvPr id="3" name="Picture 2" descr="Crédit Agricole Logo : histoire, signification de l'emblème">
            <a:extLst>
              <a:ext uri="{FF2B5EF4-FFF2-40B4-BE49-F238E27FC236}">
                <a16:creationId xmlns:a16="http://schemas.microsoft.com/office/drawing/2014/main" id="{113097A3-AC3E-A99B-4AA9-B705B496E1F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6068" y="2482811"/>
            <a:ext cx="1109773" cy="6214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88051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t 8" hidden="1">
            <a:extLst>
              <a:ext uri="{FF2B5EF4-FFF2-40B4-BE49-F238E27FC236}">
                <a16:creationId xmlns:a16="http://schemas.microsoft.com/office/drawing/2014/main" id="{C1B57085-525A-449E-9F55-6012045ECB6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60" imgH="360" progId="TCLayout.ActiveDocument.1">
                  <p:embed/>
                </p:oleObj>
              </mc:Choice>
              <mc:Fallback>
                <p:oleObj name="Diapositive think-cell" r:id="rId3" imgW="360" imgH="360" progId="TCLayout.ActiveDocument.1">
                  <p:embed/>
                  <p:pic>
                    <p:nvPicPr>
                      <p:cNvPr id="9" name="Objet 8" hidden="1">
                        <a:extLst>
                          <a:ext uri="{FF2B5EF4-FFF2-40B4-BE49-F238E27FC236}">
                            <a16:creationId xmlns:a16="http://schemas.microsoft.com/office/drawing/2014/main" id="{C1B57085-525A-449E-9F55-6012045ECB6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itre 5">
            <a:extLst>
              <a:ext uri="{FF2B5EF4-FFF2-40B4-BE49-F238E27FC236}">
                <a16:creationId xmlns:a16="http://schemas.microsoft.com/office/drawing/2014/main" id="{F21193ED-9FA6-442C-920C-43D20CE0B353}"/>
              </a:ext>
            </a:extLst>
          </p:cNvPr>
          <p:cNvSpPr>
            <a:spLocks noGrp="1"/>
          </p:cNvSpPr>
          <p:nvPr>
            <p:ph type="title"/>
          </p:nvPr>
        </p:nvSpPr>
        <p:spPr/>
        <p:txBody>
          <a:bodyPr vert="horz"/>
          <a:lstStyle/>
          <a:p>
            <a:r>
              <a:rPr lang="fr-FR"/>
              <a:t>Extrait de nos références</a:t>
            </a:r>
          </a:p>
        </p:txBody>
      </p:sp>
      <p:sp>
        <p:nvSpPr>
          <p:cNvPr id="4" name="Espace réservé du numéro de diapositive 3">
            <a:extLst>
              <a:ext uri="{FF2B5EF4-FFF2-40B4-BE49-F238E27FC236}">
                <a16:creationId xmlns:a16="http://schemas.microsoft.com/office/drawing/2014/main" id="{CDD846D0-1F89-461F-8085-A8D4069C1E02}"/>
              </a:ext>
            </a:extLst>
          </p:cNvPr>
          <p:cNvSpPr>
            <a:spLocks noGrp="1"/>
          </p:cNvSpPr>
          <p:nvPr>
            <p:ph type="sldNum" sz="quarter" idx="11"/>
          </p:nvPr>
        </p:nvSpPr>
        <p:spPr/>
        <p:txBody>
          <a:bodyPr/>
          <a:lstStyle/>
          <a:p>
            <a:fld id="{BE9517EC-C298-4848-B090-11602D956FCE}" type="slidenum">
              <a:rPr lang="fr-FR" smtClean="0"/>
              <a:pPr/>
              <a:t>8</a:t>
            </a:fld>
            <a:endParaRPr lang="fr-FR"/>
          </a:p>
        </p:txBody>
      </p:sp>
      <p:sp>
        <p:nvSpPr>
          <p:cNvPr id="8" name="Espace réservé du texte 7">
            <a:extLst>
              <a:ext uri="{FF2B5EF4-FFF2-40B4-BE49-F238E27FC236}">
                <a16:creationId xmlns:a16="http://schemas.microsoft.com/office/drawing/2014/main" id="{621217D1-69BC-42D3-90C4-64A18B4AB87C}"/>
              </a:ext>
            </a:extLst>
          </p:cNvPr>
          <p:cNvSpPr>
            <a:spLocks noGrp="1"/>
          </p:cNvSpPr>
          <p:nvPr>
            <p:ph type="body" sz="quarter" idx="13"/>
          </p:nvPr>
        </p:nvSpPr>
        <p:spPr/>
        <p:txBody>
          <a:bodyPr/>
          <a:lstStyle/>
          <a:p>
            <a:r>
              <a:rPr lang="fr-FR"/>
              <a:t>Quelques exemples de missions réalisées ou en cours par nos consultants</a:t>
            </a:r>
          </a:p>
        </p:txBody>
      </p:sp>
      <p:graphicFrame>
        <p:nvGraphicFramePr>
          <p:cNvPr id="12" name="Tableau 8">
            <a:extLst>
              <a:ext uri="{FF2B5EF4-FFF2-40B4-BE49-F238E27FC236}">
                <a16:creationId xmlns:a16="http://schemas.microsoft.com/office/drawing/2014/main" id="{522A63A6-A142-41B5-93A1-EBB1D8DC7CFD}"/>
              </a:ext>
            </a:extLst>
          </p:cNvPr>
          <p:cNvGraphicFramePr>
            <a:graphicFrameLocks/>
          </p:cNvGraphicFramePr>
          <p:nvPr>
            <p:extLst>
              <p:ext uri="{D42A27DB-BD31-4B8C-83A1-F6EECF244321}">
                <p14:modId xmlns:p14="http://schemas.microsoft.com/office/powerpoint/2010/main" val="559569600"/>
              </p:ext>
            </p:extLst>
          </p:nvPr>
        </p:nvGraphicFramePr>
        <p:xfrm>
          <a:off x="361541" y="1808163"/>
          <a:ext cx="11430002" cy="3489261"/>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363537">
                <a:tc>
                  <a:txBody>
                    <a:bodyPr/>
                    <a:lstStyle/>
                    <a:p>
                      <a:r>
                        <a:rPr lang="fr-FR" sz="1400" b="1" noProof="0"/>
                        <a:t>Clients</a:t>
                      </a:r>
                    </a:p>
                  </a:txBody>
                  <a:tcPr anchor="ctr">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25442695"/>
                  </a:ext>
                </a:extLst>
              </a:tr>
              <a:tr h="967342">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SNCF</a:t>
                      </a:r>
                    </a:p>
                  </a:txBody>
                  <a:tcPr anchor="b">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r>
                        <a:rPr lang="fr-FR" sz="1100" kern="1200" dirty="0">
                          <a:solidFill>
                            <a:schemeClr val="tx1"/>
                          </a:solidFill>
                          <a:latin typeface="Arial" panose="020B0604020202020204" pitchFamily="34" charset="0"/>
                          <a:ea typeface="+mn-ea"/>
                          <a:cs typeface="Arial" panose="020B0604020202020204" pitchFamily="34" charset="0"/>
                        </a:rPr>
                        <a:t>Au sein de la direction et du développement de l’environnement de travail de la SNCF, reprise et amélioration du département de contrôle interne. </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Mise à jour et rédaction des délégations de pouvoirs (montants et personnes)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Audit du processus d’attribution et de restitution des outils de mobilités (téléphones portables, tablettes, ordinateurs). Analyse de la flotte. Recherche d’anomalies. Analyse des factures.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Remise à jour du contrôle interne (sensibilisations, rappels)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Cartographie de l’environnement de contrôle et amélioration des process.</a:t>
                      </a:r>
                    </a:p>
                  </a:txBody>
                  <a:tcPr anchor="ctr">
                    <a:lnL w="12700" cap="flat" cmpd="sng" algn="ctr">
                      <a:solidFill>
                        <a:schemeClr val="bg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078204035"/>
                  </a:ext>
                </a:extLst>
              </a:tr>
              <a:tr h="90294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Société Générale</a:t>
                      </a: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r>
                        <a:rPr lang="fr-FR" sz="1100" kern="1200" dirty="0">
                          <a:solidFill>
                            <a:schemeClr val="tx1"/>
                          </a:solidFill>
                          <a:latin typeface="Arial" panose="020B0604020202020204" pitchFamily="34" charset="0"/>
                          <a:ea typeface="+mn-ea"/>
                          <a:cs typeface="Arial" panose="020B0604020202020204" pitchFamily="34" charset="0"/>
                        </a:rPr>
                        <a:t>Dans le cadre du plan d’audit annuel de la DCPE (Inspection Générale &amp; Audit Interne), participation à 2 missions d’audit de filiales de la Société Générale.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r>
                        <a:rPr lang="fr-FR" sz="1100" u="sng" kern="1200" dirty="0">
                          <a:solidFill>
                            <a:schemeClr val="tx1"/>
                          </a:solidFill>
                          <a:latin typeface="Arial" panose="020B0604020202020204" pitchFamily="34" charset="0"/>
                          <a:ea typeface="+mn-ea"/>
                          <a:cs typeface="Arial" panose="020B0604020202020204" pitchFamily="34" charset="0"/>
                        </a:rPr>
                        <a:t>Audit de l’Entrée en Relation Client de Boursorama (19 milliards d’actifs)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Phase préparatoire : recherche de documentation, lecture d’anciens rapports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Conduite des vérifications : contrôle MRZ, gestion des primes, appels FICOBA, lettre de droit au compte, statut FATCA, provenance des fonds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Rédaction des conclusions et des recommandations.</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endParaRPr lang="fr-FR" sz="1100" kern="1200" dirty="0">
                        <a:solidFill>
                          <a:schemeClr val="dk1"/>
                        </a:solidFill>
                        <a:latin typeface="+mn-lt"/>
                        <a:ea typeface="+mn-ea"/>
                        <a:cs typeface="Arial"/>
                      </a:endParaRPr>
                    </a:p>
                    <a:p>
                      <a:pPr marL="0" marR="0" lvl="0" indent="0" algn="l" defTabSz="557240" rtl="0" eaLnBrk="1" fontAlgn="auto" latinLnBrk="0" hangingPunct="1">
                        <a:lnSpc>
                          <a:spcPct val="100000"/>
                        </a:lnSpc>
                        <a:spcBef>
                          <a:spcPts val="0"/>
                        </a:spcBef>
                        <a:spcAft>
                          <a:spcPts val="0"/>
                        </a:spcAft>
                        <a:buClrTx/>
                        <a:buSzTx/>
                        <a:buFontTx/>
                        <a:buNone/>
                        <a:tabLst/>
                        <a:defRPr/>
                      </a:pPr>
                      <a:r>
                        <a:rPr lang="fr-FR" sz="1100" u="sng" kern="1200" dirty="0">
                          <a:solidFill>
                            <a:schemeClr val="tx1"/>
                          </a:solidFill>
                          <a:latin typeface="Arial" panose="020B0604020202020204" pitchFamily="34" charset="0"/>
                          <a:ea typeface="+mn-ea"/>
                          <a:cs typeface="Arial" panose="020B0604020202020204" pitchFamily="34" charset="0"/>
                        </a:rPr>
                        <a:t>Audit de la Direction du Contentieux de CGI  (3 milliards d’encours)</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Phase préparatoire : recherche de documentation, lecture d’anciens rapports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Conduite des vérifications : revue de dossiers, contrôle des actions juridiques : hypothèques, assignations et mise en demeure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Rédaction des conclusions et des recommandations.</a:t>
                      </a: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347453563"/>
                  </a:ext>
                </a:extLst>
              </a:tr>
            </a:tbl>
          </a:graphicData>
        </a:graphic>
      </p:graphicFrame>
      <p:pic>
        <p:nvPicPr>
          <p:cNvPr id="11" name="Picture 2">
            <a:extLst>
              <a:ext uri="{FF2B5EF4-FFF2-40B4-BE49-F238E27FC236}">
                <a16:creationId xmlns:a16="http://schemas.microsoft.com/office/drawing/2014/main" id="{3CE6447B-1C9A-B1E9-447B-E5607FC51B5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0056" y="2429021"/>
            <a:ext cx="814939" cy="42850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a:extLst>
              <a:ext uri="{FF2B5EF4-FFF2-40B4-BE49-F238E27FC236}">
                <a16:creationId xmlns:a16="http://schemas.microsoft.com/office/drawing/2014/main" id="{CDEF2E2A-2316-5DD4-7CB6-63995D7F6E8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0316" y="4067774"/>
            <a:ext cx="1374420" cy="2760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36142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t 8" hidden="1">
            <a:extLst>
              <a:ext uri="{FF2B5EF4-FFF2-40B4-BE49-F238E27FC236}">
                <a16:creationId xmlns:a16="http://schemas.microsoft.com/office/drawing/2014/main" id="{C1B57085-525A-449E-9F55-6012045ECB6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60" imgH="360" progId="TCLayout.ActiveDocument.1">
                  <p:embed/>
                </p:oleObj>
              </mc:Choice>
              <mc:Fallback>
                <p:oleObj name="Diapositive think-cell" r:id="rId3" imgW="360" imgH="360" progId="TCLayout.ActiveDocument.1">
                  <p:embed/>
                  <p:pic>
                    <p:nvPicPr>
                      <p:cNvPr id="9" name="Objet 8" hidden="1">
                        <a:extLst>
                          <a:ext uri="{FF2B5EF4-FFF2-40B4-BE49-F238E27FC236}">
                            <a16:creationId xmlns:a16="http://schemas.microsoft.com/office/drawing/2014/main" id="{C1B57085-525A-449E-9F55-6012045ECB6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itre 5">
            <a:extLst>
              <a:ext uri="{FF2B5EF4-FFF2-40B4-BE49-F238E27FC236}">
                <a16:creationId xmlns:a16="http://schemas.microsoft.com/office/drawing/2014/main" id="{F21193ED-9FA6-442C-920C-43D20CE0B353}"/>
              </a:ext>
            </a:extLst>
          </p:cNvPr>
          <p:cNvSpPr>
            <a:spLocks noGrp="1"/>
          </p:cNvSpPr>
          <p:nvPr>
            <p:ph type="title"/>
          </p:nvPr>
        </p:nvSpPr>
        <p:spPr/>
        <p:txBody>
          <a:bodyPr vert="horz"/>
          <a:lstStyle/>
          <a:p>
            <a:r>
              <a:rPr lang="fr-FR"/>
              <a:t>Extrait de nos références</a:t>
            </a:r>
          </a:p>
        </p:txBody>
      </p:sp>
      <p:sp>
        <p:nvSpPr>
          <p:cNvPr id="4" name="Espace réservé du numéro de diapositive 3">
            <a:extLst>
              <a:ext uri="{FF2B5EF4-FFF2-40B4-BE49-F238E27FC236}">
                <a16:creationId xmlns:a16="http://schemas.microsoft.com/office/drawing/2014/main" id="{CDD846D0-1F89-461F-8085-A8D4069C1E02}"/>
              </a:ext>
            </a:extLst>
          </p:cNvPr>
          <p:cNvSpPr>
            <a:spLocks noGrp="1"/>
          </p:cNvSpPr>
          <p:nvPr>
            <p:ph type="sldNum" sz="quarter" idx="11"/>
          </p:nvPr>
        </p:nvSpPr>
        <p:spPr/>
        <p:txBody>
          <a:bodyPr/>
          <a:lstStyle/>
          <a:p>
            <a:fld id="{BE9517EC-C298-4848-B090-11602D956FCE}" type="slidenum">
              <a:rPr lang="fr-FR" smtClean="0"/>
              <a:pPr/>
              <a:t>9</a:t>
            </a:fld>
            <a:endParaRPr lang="fr-FR"/>
          </a:p>
        </p:txBody>
      </p:sp>
      <p:sp>
        <p:nvSpPr>
          <p:cNvPr id="8" name="Espace réservé du texte 7">
            <a:extLst>
              <a:ext uri="{FF2B5EF4-FFF2-40B4-BE49-F238E27FC236}">
                <a16:creationId xmlns:a16="http://schemas.microsoft.com/office/drawing/2014/main" id="{621217D1-69BC-42D3-90C4-64A18B4AB87C}"/>
              </a:ext>
            </a:extLst>
          </p:cNvPr>
          <p:cNvSpPr>
            <a:spLocks noGrp="1"/>
          </p:cNvSpPr>
          <p:nvPr>
            <p:ph type="body" sz="quarter" idx="13"/>
          </p:nvPr>
        </p:nvSpPr>
        <p:spPr/>
        <p:txBody>
          <a:bodyPr/>
          <a:lstStyle/>
          <a:p>
            <a:r>
              <a:rPr lang="fr-FR"/>
              <a:t>Quelques exemples de missions réalisées ou en cours par nos consultants</a:t>
            </a:r>
          </a:p>
        </p:txBody>
      </p:sp>
      <p:graphicFrame>
        <p:nvGraphicFramePr>
          <p:cNvPr id="12" name="Tableau 8">
            <a:extLst>
              <a:ext uri="{FF2B5EF4-FFF2-40B4-BE49-F238E27FC236}">
                <a16:creationId xmlns:a16="http://schemas.microsoft.com/office/drawing/2014/main" id="{522A63A6-A142-41B5-93A1-EBB1D8DC7CFD}"/>
              </a:ext>
            </a:extLst>
          </p:cNvPr>
          <p:cNvGraphicFramePr>
            <a:graphicFrameLocks/>
          </p:cNvGraphicFramePr>
          <p:nvPr>
            <p:extLst>
              <p:ext uri="{D42A27DB-BD31-4B8C-83A1-F6EECF244321}">
                <p14:modId xmlns:p14="http://schemas.microsoft.com/office/powerpoint/2010/main" val="2414204798"/>
              </p:ext>
            </p:extLst>
          </p:nvPr>
        </p:nvGraphicFramePr>
        <p:xfrm>
          <a:off x="361541" y="1808163"/>
          <a:ext cx="11430002" cy="4013546"/>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316830">
                <a:tc>
                  <a:txBody>
                    <a:bodyPr/>
                    <a:lstStyle/>
                    <a:p>
                      <a:r>
                        <a:rPr lang="fr-FR" sz="1400" b="1" noProof="0"/>
                        <a:t>Clients</a:t>
                      </a:r>
                    </a:p>
                  </a:txBody>
                  <a:tcPr anchor="ctr">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25442695"/>
                  </a:ext>
                </a:extLst>
              </a:tr>
              <a:tr h="967342">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Société Générale</a:t>
                      </a:r>
                    </a:p>
                  </a:txBody>
                  <a:tcPr anchor="b">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r>
                        <a:rPr lang="fr-FR" sz="1100" kern="1200" dirty="0">
                          <a:solidFill>
                            <a:schemeClr val="tx1"/>
                          </a:solidFill>
                          <a:latin typeface="Arial" panose="020B0604020202020204" pitchFamily="34" charset="0"/>
                          <a:ea typeface="+mn-ea"/>
                          <a:cs typeface="Arial" panose="020B0604020202020204" pitchFamily="34" charset="0"/>
                        </a:rPr>
                        <a:t>Suite à l’arrêté du 3 Novembre 2014 de l’ACPR, relatif au contrôle interne, une mise en conformité et une amélioration des contrôles de supervision managériale (contrôle opérationnel) a été décidé par GTS pour le périmètre France et International.</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r>
                        <a:rPr lang="fr-FR" sz="1100" kern="1200" dirty="0">
                          <a:solidFill>
                            <a:schemeClr val="tx1"/>
                          </a:solidFill>
                          <a:latin typeface="Arial" panose="020B0604020202020204" pitchFamily="34" charset="0"/>
                          <a:ea typeface="+mn-ea"/>
                          <a:cs typeface="Arial" panose="020B0604020202020204" pitchFamily="34" charset="0"/>
                        </a:rPr>
                        <a:t>Périmètre : GTS France et GTS International</a:t>
                      </a:r>
                    </a:p>
                    <a:p>
                      <a:pPr marL="0" marR="0" lvl="0" indent="0" algn="l" defTabSz="557240" rtl="0" eaLnBrk="1" fontAlgn="auto" latinLnBrk="0" hangingPunct="1">
                        <a:lnSpc>
                          <a:spcPct val="100000"/>
                        </a:lnSpc>
                        <a:spcBef>
                          <a:spcPts val="0"/>
                        </a:spcBef>
                        <a:spcAft>
                          <a:spcPts val="0"/>
                        </a:spcAft>
                        <a:buClrTx/>
                        <a:buSzTx/>
                        <a:buFontTx/>
                        <a:buNone/>
                        <a:tabLst/>
                        <a:defRPr/>
                      </a:pPr>
                      <a:endParaRPr lang="fr-FR" sz="1100" kern="1200" dirty="0">
                        <a:solidFill>
                          <a:schemeClr val="tx1"/>
                        </a:solidFill>
                        <a:latin typeface="Arial" panose="020B0604020202020204" pitchFamily="34" charset="0"/>
                        <a:ea typeface="+mn-ea"/>
                        <a:cs typeface="Arial" panose="020B0604020202020204" pitchFamily="34" charset="0"/>
                      </a:endParaRPr>
                    </a:p>
                    <a:p>
                      <a:pPr marL="0" marR="0" lvl="0" indent="0" algn="l" defTabSz="557240" rtl="0" eaLnBrk="1" fontAlgn="auto" latinLnBrk="0" hangingPunct="1">
                        <a:lnSpc>
                          <a:spcPct val="100000"/>
                        </a:lnSpc>
                        <a:spcBef>
                          <a:spcPts val="0"/>
                        </a:spcBef>
                        <a:spcAft>
                          <a:spcPts val="0"/>
                        </a:spcAft>
                        <a:buClrTx/>
                        <a:buSzTx/>
                        <a:buFontTx/>
                        <a:buNone/>
                        <a:tabLst/>
                        <a:defRPr/>
                      </a:pPr>
                      <a:r>
                        <a:rPr lang="fr-FR" sz="1100" u="sng" kern="1200" dirty="0">
                          <a:solidFill>
                            <a:schemeClr val="tx1"/>
                          </a:solidFill>
                          <a:latin typeface="Arial" panose="020B0604020202020204" pitchFamily="34" charset="0"/>
                          <a:ea typeface="+mn-ea"/>
                          <a:cs typeface="Arial" panose="020B0604020202020204" pitchFamily="34" charset="0"/>
                        </a:rPr>
                        <a:t>Audit, amélioration et déploiement des contrôle de supervision managériale (SMA) :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Révision du référentiel interne des contrôles de supervision managériale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Création de la cartographie d’éligibilité des contrôles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Revue de l’éligibilité des contrôles : organisation et animation des meetings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Organisation et réalisation de « workshop » afin rédiger les contrôles de supervision managériale de chaque service (350 contrôles via 190 workshops).</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Réalisation de la sensibilisation auprès des responsables de contrôle permanent de niveau 1 et au contrôle de supervision managériale</a:t>
                      </a:r>
                    </a:p>
                  </a:txBody>
                  <a:tcPr anchor="ctr">
                    <a:lnL w="12700" cap="flat" cmpd="sng" algn="ctr">
                      <a:solidFill>
                        <a:schemeClr val="bg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078204035"/>
                  </a:ext>
                </a:extLst>
              </a:tr>
              <a:tr h="90294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ING</a:t>
                      </a: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r>
                        <a:rPr lang="fr-FR" altLang="fr-FR" sz="1100" kern="1200" dirty="0">
                          <a:solidFill>
                            <a:schemeClr val="tx1"/>
                          </a:solidFill>
                          <a:latin typeface="Arial" panose="020B0604020202020204" pitchFamily="34" charset="0"/>
                          <a:ea typeface="+mn-ea"/>
                          <a:cs typeface="Arial" panose="020B0604020202020204" pitchFamily="34" charset="0"/>
                        </a:rPr>
                        <a:t>Suite à une circulaire de la CSSF Luxembourgeoise (Commission de Surveillance du Secteur Financier), une évolution interne est nécessaire sur le processus KYC de mise à jour des informations client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Analyse fonctionnelle du changement lié à la circulaire CSSF</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Gap </a:t>
                      </a:r>
                      <a:r>
                        <a:rPr lang="fr-FR" sz="1100" kern="1200" dirty="0" err="1">
                          <a:solidFill>
                            <a:schemeClr val="dk1"/>
                          </a:solidFill>
                          <a:latin typeface="+mn-lt"/>
                          <a:ea typeface="+mn-ea"/>
                          <a:cs typeface="Arial"/>
                        </a:rPr>
                        <a:t>analysis</a:t>
                      </a:r>
                      <a:r>
                        <a:rPr lang="fr-FR" sz="1100" kern="1200" dirty="0">
                          <a:solidFill>
                            <a:schemeClr val="dk1"/>
                          </a:solidFill>
                          <a:latin typeface="+mn-lt"/>
                          <a:ea typeface="+mn-ea"/>
                          <a:cs typeface="Arial"/>
                        </a:rPr>
                        <a:t> entre l’existant et le futur processus</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Analyse du process et matérialisation ; création du processus sous Visio</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KYC </a:t>
                      </a:r>
                      <a:r>
                        <a:rPr lang="fr-FR" sz="1100" kern="1200" dirty="0" err="1">
                          <a:solidFill>
                            <a:schemeClr val="dk1"/>
                          </a:solidFill>
                          <a:latin typeface="+mn-lt"/>
                          <a:ea typeface="+mn-ea"/>
                          <a:cs typeface="Arial"/>
                        </a:rPr>
                        <a:t>Review</a:t>
                      </a:r>
                      <a:r>
                        <a:rPr lang="fr-FR" sz="1100" kern="1200" dirty="0">
                          <a:solidFill>
                            <a:schemeClr val="dk1"/>
                          </a:solidFill>
                          <a:latin typeface="+mn-lt"/>
                          <a:ea typeface="+mn-ea"/>
                          <a:cs typeface="Arial"/>
                        </a:rPr>
                        <a:t> : simplification et optimisation, revue de la chaine de valeur</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Écriture des Business </a:t>
                      </a:r>
                      <a:r>
                        <a:rPr lang="fr-FR" sz="1100" kern="1200" dirty="0" err="1">
                          <a:solidFill>
                            <a:schemeClr val="dk1"/>
                          </a:solidFill>
                          <a:latin typeface="+mn-lt"/>
                          <a:ea typeface="+mn-ea"/>
                          <a:cs typeface="Arial"/>
                        </a:rPr>
                        <a:t>Requirement</a:t>
                      </a:r>
                      <a:r>
                        <a:rPr lang="fr-FR" sz="1100" kern="1200" dirty="0">
                          <a:solidFill>
                            <a:schemeClr val="dk1"/>
                          </a:solidFill>
                          <a:latin typeface="+mn-lt"/>
                          <a:ea typeface="+mn-ea"/>
                          <a:cs typeface="Arial"/>
                        </a:rPr>
                        <a:t> (projet en mode Agile ; sprint, </a:t>
                      </a:r>
                      <a:r>
                        <a:rPr lang="fr-FR" sz="1100" kern="1200" dirty="0" err="1">
                          <a:solidFill>
                            <a:schemeClr val="dk1"/>
                          </a:solidFill>
                          <a:latin typeface="+mn-lt"/>
                          <a:ea typeface="+mn-ea"/>
                          <a:cs typeface="Arial"/>
                        </a:rPr>
                        <a:t>daily</a:t>
                      </a:r>
                      <a:r>
                        <a:rPr lang="fr-FR" sz="1100" kern="1200" dirty="0">
                          <a:solidFill>
                            <a:schemeClr val="dk1"/>
                          </a:solidFill>
                          <a:latin typeface="+mn-lt"/>
                          <a:ea typeface="+mn-ea"/>
                          <a:cs typeface="Arial"/>
                        </a:rPr>
                        <a:t> meeting, </a:t>
                      </a:r>
                      <a:r>
                        <a:rPr lang="fr-FR" sz="1100" kern="1200" dirty="0" err="1">
                          <a:solidFill>
                            <a:schemeClr val="dk1"/>
                          </a:solidFill>
                          <a:latin typeface="+mn-lt"/>
                          <a:ea typeface="+mn-ea"/>
                          <a:cs typeface="Arial"/>
                        </a:rPr>
                        <a:t>review</a:t>
                      </a:r>
                      <a:r>
                        <a:rPr lang="fr-FR" sz="1100" kern="1200" dirty="0">
                          <a:solidFill>
                            <a:schemeClr val="dk1"/>
                          </a:solidFill>
                          <a:latin typeface="+mn-lt"/>
                          <a:ea typeface="+mn-ea"/>
                          <a:cs typeface="Arial"/>
                        </a:rPr>
                        <a:t>, rétrospective)</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Écriture des tests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Workshops avec le métier, prise en compte des spécifications</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Mise à jour de la communication client (3 langues)</a:t>
                      </a: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347453563"/>
                  </a:ext>
                </a:extLst>
              </a:tr>
            </a:tbl>
          </a:graphicData>
        </a:graphic>
      </p:graphicFrame>
      <p:pic>
        <p:nvPicPr>
          <p:cNvPr id="2" name="Picture 4">
            <a:extLst>
              <a:ext uri="{FF2B5EF4-FFF2-40B4-BE49-F238E27FC236}">
                <a16:creationId xmlns:a16="http://schemas.microsoft.com/office/drawing/2014/main" id="{6EDD1344-EC89-4C43-E311-87AE5CC4D04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1897" y="2919855"/>
            <a:ext cx="1374420" cy="276077"/>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ING Logo - Marques et logos: histoire et signification | PNG">
            <a:extLst>
              <a:ext uri="{FF2B5EF4-FFF2-40B4-BE49-F238E27FC236}">
                <a16:creationId xmlns:a16="http://schemas.microsoft.com/office/drawing/2014/main" id="{2AB4E3DB-32DD-F42C-CD6C-831B64DA599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1898" y="4527909"/>
            <a:ext cx="1374419" cy="7731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14720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t 8" hidden="1">
            <a:extLst>
              <a:ext uri="{FF2B5EF4-FFF2-40B4-BE49-F238E27FC236}">
                <a16:creationId xmlns:a16="http://schemas.microsoft.com/office/drawing/2014/main" id="{C1B57085-525A-449E-9F55-6012045ECB6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60" imgH="360" progId="TCLayout.ActiveDocument.1">
                  <p:embed/>
                </p:oleObj>
              </mc:Choice>
              <mc:Fallback>
                <p:oleObj name="Diapositive think-cell" r:id="rId3" imgW="360" imgH="360" progId="TCLayout.ActiveDocument.1">
                  <p:embed/>
                  <p:pic>
                    <p:nvPicPr>
                      <p:cNvPr id="9" name="Objet 8" hidden="1">
                        <a:extLst>
                          <a:ext uri="{FF2B5EF4-FFF2-40B4-BE49-F238E27FC236}">
                            <a16:creationId xmlns:a16="http://schemas.microsoft.com/office/drawing/2014/main" id="{C1B57085-525A-449E-9F55-6012045ECB6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itre 5">
            <a:extLst>
              <a:ext uri="{FF2B5EF4-FFF2-40B4-BE49-F238E27FC236}">
                <a16:creationId xmlns:a16="http://schemas.microsoft.com/office/drawing/2014/main" id="{F21193ED-9FA6-442C-920C-43D20CE0B353}"/>
              </a:ext>
            </a:extLst>
          </p:cNvPr>
          <p:cNvSpPr>
            <a:spLocks noGrp="1"/>
          </p:cNvSpPr>
          <p:nvPr>
            <p:ph type="title"/>
          </p:nvPr>
        </p:nvSpPr>
        <p:spPr/>
        <p:txBody>
          <a:bodyPr vert="horz"/>
          <a:lstStyle/>
          <a:p>
            <a:r>
              <a:rPr lang="fr-FR"/>
              <a:t>Extrait de nos références</a:t>
            </a:r>
          </a:p>
        </p:txBody>
      </p:sp>
      <p:sp>
        <p:nvSpPr>
          <p:cNvPr id="4" name="Espace réservé du numéro de diapositive 3">
            <a:extLst>
              <a:ext uri="{FF2B5EF4-FFF2-40B4-BE49-F238E27FC236}">
                <a16:creationId xmlns:a16="http://schemas.microsoft.com/office/drawing/2014/main" id="{CDD846D0-1F89-461F-8085-A8D4069C1E02}"/>
              </a:ext>
            </a:extLst>
          </p:cNvPr>
          <p:cNvSpPr>
            <a:spLocks noGrp="1"/>
          </p:cNvSpPr>
          <p:nvPr>
            <p:ph type="sldNum" sz="quarter" idx="11"/>
          </p:nvPr>
        </p:nvSpPr>
        <p:spPr/>
        <p:txBody>
          <a:bodyPr/>
          <a:lstStyle/>
          <a:p>
            <a:fld id="{BE9517EC-C298-4848-B090-11602D956FCE}" type="slidenum">
              <a:rPr lang="fr-FR" smtClean="0"/>
              <a:pPr/>
              <a:t>10</a:t>
            </a:fld>
            <a:endParaRPr lang="fr-FR"/>
          </a:p>
        </p:txBody>
      </p:sp>
      <p:sp>
        <p:nvSpPr>
          <p:cNvPr id="8" name="Espace réservé du texte 7">
            <a:extLst>
              <a:ext uri="{FF2B5EF4-FFF2-40B4-BE49-F238E27FC236}">
                <a16:creationId xmlns:a16="http://schemas.microsoft.com/office/drawing/2014/main" id="{621217D1-69BC-42D3-90C4-64A18B4AB87C}"/>
              </a:ext>
            </a:extLst>
          </p:cNvPr>
          <p:cNvSpPr>
            <a:spLocks noGrp="1"/>
          </p:cNvSpPr>
          <p:nvPr>
            <p:ph type="body" sz="quarter" idx="13"/>
          </p:nvPr>
        </p:nvSpPr>
        <p:spPr/>
        <p:txBody>
          <a:bodyPr/>
          <a:lstStyle/>
          <a:p>
            <a:r>
              <a:rPr lang="fr-FR"/>
              <a:t>Quelques exemples de missions réalisées ou en cours par nos consultants</a:t>
            </a:r>
          </a:p>
        </p:txBody>
      </p:sp>
      <p:graphicFrame>
        <p:nvGraphicFramePr>
          <p:cNvPr id="12" name="Tableau 8">
            <a:extLst>
              <a:ext uri="{FF2B5EF4-FFF2-40B4-BE49-F238E27FC236}">
                <a16:creationId xmlns:a16="http://schemas.microsoft.com/office/drawing/2014/main" id="{522A63A6-A142-41B5-93A1-EBB1D8DC7CFD}"/>
              </a:ext>
            </a:extLst>
          </p:cNvPr>
          <p:cNvGraphicFramePr>
            <a:graphicFrameLocks/>
          </p:cNvGraphicFramePr>
          <p:nvPr>
            <p:extLst>
              <p:ext uri="{D42A27DB-BD31-4B8C-83A1-F6EECF244321}">
                <p14:modId xmlns:p14="http://schemas.microsoft.com/office/powerpoint/2010/main" val="3663466766"/>
              </p:ext>
            </p:extLst>
          </p:nvPr>
        </p:nvGraphicFramePr>
        <p:xfrm>
          <a:off x="361541" y="1808163"/>
          <a:ext cx="11430002" cy="4561170"/>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316830">
                <a:tc>
                  <a:txBody>
                    <a:bodyPr/>
                    <a:lstStyle/>
                    <a:p>
                      <a:r>
                        <a:rPr lang="fr-FR" sz="1400" b="1" noProof="0"/>
                        <a:t>Clients</a:t>
                      </a:r>
                    </a:p>
                  </a:txBody>
                  <a:tcPr anchor="ctr">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25442695"/>
                  </a:ext>
                </a:extLst>
              </a:tr>
              <a:tr h="967342">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BNP CIB</a:t>
                      </a:r>
                    </a:p>
                  </a:txBody>
                  <a:tcPr anchor="b">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r>
                        <a:rPr lang="fr-FR" altLang="fr-FR" sz="1100" kern="1200" dirty="0">
                          <a:solidFill>
                            <a:schemeClr val="tx1"/>
                          </a:solidFill>
                          <a:latin typeface="Arial" panose="020B0604020202020204" pitchFamily="34" charset="0"/>
                          <a:ea typeface="+mn-ea"/>
                          <a:cs typeface="Arial" panose="020B0604020202020204" pitchFamily="34" charset="0"/>
                        </a:rPr>
                        <a:t>Dans l’optique d’améliorer le processus KYC au niveau monde pour l’entité CIB de la BNP, un nouvel outil a été mis en place (FENERGO) pour remplacer l’ancien outil.</a:t>
                      </a:r>
                      <a:endParaRPr lang="fr-FR" sz="1100" kern="1200" dirty="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r>
                        <a:rPr lang="fr-FR" sz="1000" u="sng" kern="1200" dirty="0">
                          <a:solidFill>
                            <a:schemeClr val="tx1"/>
                          </a:solidFill>
                          <a:latin typeface="+mn-lt"/>
                          <a:ea typeface="+mn-ea"/>
                          <a:cs typeface="Arial" panose="020B0604020202020204" pitchFamily="34" charset="0"/>
                        </a:rPr>
                        <a:t>Gestion des besoins documentaires et des données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000" kern="1200" dirty="0">
                          <a:solidFill>
                            <a:schemeClr val="dk1"/>
                          </a:solidFill>
                          <a:latin typeface="+mn-lt"/>
                          <a:ea typeface="+mn-ea"/>
                          <a:cs typeface="Arial"/>
                        </a:rPr>
                        <a:t>Analyse et étude approfondie de l’ensemble de la politique KYC du groupe BNP Paribas CIB</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000" kern="1200" dirty="0">
                          <a:solidFill>
                            <a:schemeClr val="dk1"/>
                          </a:solidFill>
                          <a:latin typeface="+mn-lt"/>
                          <a:ea typeface="+mn-ea"/>
                          <a:cs typeface="Arial"/>
                        </a:rPr>
                        <a:t>Amélioration de l’architecture documentaire pour l’ensemble des départements</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000" kern="1200" dirty="0">
                          <a:solidFill>
                            <a:schemeClr val="dk1"/>
                          </a:solidFill>
                          <a:latin typeface="+mn-lt"/>
                          <a:ea typeface="+mn-ea"/>
                          <a:cs typeface="Arial"/>
                        </a:rPr>
                        <a:t>Expression des besoins dans l’outil JIRA</a:t>
                      </a:r>
                    </a:p>
                    <a:p>
                      <a:pPr marL="0" marR="0" lvl="0" indent="0" algn="l" defTabSz="557240" rtl="0" eaLnBrk="1" fontAlgn="auto" latinLnBrk="0" hangingPunct="1">
                        <a:lnSpc>
                          <a:spcPct val="100000"/>
                        </a:lnSpc>
                        <a:spcBef>
                          <a:spcPts val="0"/>
                        </a:spcBef>
                        <a:spcAft>
                          <a:spcPts val="0"/>
                        </a:spcAft>
                        <a:buClrTx/>
                        <a:buSzTx/>
                        <a:buFontTx/>
                        <a:buNone/>
                        <a:tabLst/>
                        <a:defRPr/>
                      </a:pPr>
                      <a:r>
                        <a:rPr lang="fr-FR" sz="1000" u="sng" kern="1200" dirty="0">
                          <a:solidFill>
                            <a:schemeClr val="tx1"/>
                          </a:solidFill>
                          <a:latin typeface="+mn-lt"/>
                          <a:ea typeface="+mn-ea"/>
                          <a:cs typeface="Arial" panose="020B0604020202020204" pitchFamily="34" charset="0"/>
                        </a:rPr>
                        <a:t>Participation aux phases de recettes lors des différentes releases (projet Agile)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000" kern="1200" dirty="0">
                          <a:solidFill>
                            <a:schemeClr val="dk1"/>
                          </a:solidFill>
                          <a:latin typeface="+mn-lt"/>
                          <a:ea typeface="+mn-ea"/>
                          <a:cs typeface="Arial"/>
                        </a:rPr>
                        <a:t>Paramétrage de l’outil avec les équipes IT</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000" kern="1200" dirty="0">
                          <a:solidFill>
                            <a:schemeClr val="dk1"/>
                          </a:solidFill>
                          <a:latin typeface="+mn-lt"/>
                          <a:ea typeface="+mn-ea"/>
                          <a:cs typeface="Arial"/>
                        </a:rPr>
                        <a:t>Tests et remontées des bugs aux équipes IT</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000" kern="1200" dirty="0">
                          <a:solidFill>
                            <a:schemeClr val="dk1"/>
                          </a:solidFill>
                          <a:latin typeface="+mn-lt"/>
                          <a:ea typeface="+mn-ea"/>
                          <a:cs typeface="Arial"/>
                        </a:rPr>
                        <a:t>Formation et participation à la création des supports de formation pour les équipes opérationnelles</a:t>
                      </a:r>
                    </a:p>
                    <a:p>
                      <a:pPr marL="0" marR="0" lvl="0" indent="0" algn="l" defTabSz="557240" rtl="0" eaLnBrk="1" fontAlgn="auto" latinLnBrk="0" hangingPunct="1">
                        <a:lnSpc>
                          <a:spcPct val="100000"/>
                        </a:lnSpc>
                        <a:spcBef>
                          <a:spcPts val="0"/>
                        </a:spcBef>
                        <a:spcAft>
                          <a:spcPts val="0"/>
                        </a:spcAft>
                        <a:buClrTx/>
                        <a:buSzTx/>
                        <a:buFontTx/>
                        <a:buNone/>
                        <a:tabLst/>
                        <a:defRPr/>
                      </a:pPr>
                      <a:r>
                        <a:rPr lang="fr-FR" sz="1000" u="sng" kern="1200" dirty="0">
                          <a:solidFill>
                            <a:schemeClr val="tx1"/>
                          </a:solidFill>
                          <a:latin typeface="+mn-lt"/>
                          <a:ea typeface="+mn-ea"/>
                          <a:cs typeface="Arial" panose="020B0604020202020204" pitchFamily="34" charset="0"/>
                        </a:rPr>
                        <a:t>Gestion des besoins régionaux (Local </a:t>
                      </a:r>
                      <a:r>
                        <a:rPr lang="fr-FR" sz="1000" u="sng" kern="1200" dirty="0" err="1">
                          <a:solidFill>
                            <a:schemeClr val="tx1"/>
                          </a:solidFill>
                          <a:latin typeface="+mn-lt"/>
                          <a:ea typeface="+mn-ea"/>
                          <a:cs typeface="Arial" panose="020B0604020202020204" pitchFamily="34" charset="0"/>
                        </a:rPr>
                        <a:t>Requirements</a:t>
                      </a:r>
                      <a:r>
                        <a:rPr lang="fr-FR" sz="1000" u="sng" kern="1200" dirty="0">
                          <a:solidFill>
                            <a:schemeClr val="tx1"/>
                          </a:solidFill>
                          <a:latin typeface="+mn-lt"/>
                          <a:ea typeface="+mn-ea"/>
                          <a:cs typeface="Arial" panose="020B0604020202020204" pitchFamily="34" charset="0"/>
                        </a:rPr>
                        <a:t>)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000" kern="1200" dirty="0">
                          <a:solidFill>
                            <a:schemeClr val="dk1"/>
                          </a:solidFill>
                          <a:latin typeface="+mn-lt"/>
                          <a:ea typeface="+mn-ea"/>
                          <a:cs typeface="Arial"/>
                        </a:rPr>
                        <a:t>Analyse et étude approfondie de l’ensemble des besoins réglementaires propres aux régions (45 pays, 164 besoins)</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000" kern="1200" dirty="0">
                          <a:solidFill>
                            <a:schemeClr val="dk1"/>
                          </a:solidFill>
                          <a:latin typeface="+mn-lt"/>
                          <a:ea typeface="+mn-ea"/>
                          <a:cs typeface="Arial"/>
                        </a:rPr>
                        <a:t>Compréhension et validation du besoin avec les régions</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000" kern="1200" dirty="0">
                          <a:solidFill>
                            <a:schemeClr val="dk1"/>
                          </a:solidFill>
                          <a:latin typeface="+mn-lt"/>
                          <a:ea typeface="+mn-ea"/>
                          <a:cs typeface="Arial"/>
                        </a:rPr>
                        <a:t>Arbitrage des besoins entre la politique globale et les politiques régionales</a:t>
                      </a:r>
                    </a:p>
                  </a:txBody>
                  <a:tcPr anchor="ctr">
                    <a:lnL w="12700" cap="flat" cmpd="sng" algn="ctr">
                      <a:solidFill>
                        <a:schemeClr val="bg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078204035"/>
                  </a:ext>
                </a:extLst>
              </a:tr>
              <a:tr h="90294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Crédit Agricole CIB</a:t>
                      </a: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r>
                        <a:rPr lang="fr-FR" altLang="fr-FR" sz="1100" kern="1200" dirty="0">
                          <a:solidFill>
                            <a:schemeClr val="tx1"/>
                          </a:solidFill>
                          <a:latin typeface="Arial" panose="020B0604020202020204" pitchFamily="34" charset="0"/>
                          <a:ea typeface="+mn-ea"/>
                          <a:cs typeface="Arial" panose="020B0604020202020204" pitchFamily="34" charset="0"/>
                        </a:rPr>
                        <a:t>Au sein du programme LOANSCAPE visant à refondre l'écosystème de la BFI. Le projet  INVEST’ON vise à développer un portail aux investisseurs sur le marché secondaire  pour gérer et exécuter de bout en bout le processus de vente des actifs proposés par CACIB</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r>
                        <a:rPr lang="fr-FR" sz="1000" u="sng" kern="1200" dirty="0">
                          <a:solidFill>
                            <a:schemeClr val="tx1"/>
                          </a:solidFill>
                          <a:latin typeface="+mn-lt"/>
                          <a:ea typeface="+mn-ea"/>
                          <a:cs typeface="Arial" panose="020B0604020202020204" pitchFamily="34" charset="0"/>
                        </a:rPr>
                        <a:t>Projet comparable :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000" kern="1200" dirty="0">
                          <a:solidFill>
                            <a:schemeClr val="dk1"/>
                          </a:solidFill>
                          <a:latin typeface="+mn-lt"/>
                          <a:ea typeface="+mn-ea"/>
                          <a:cs typeface="Arial"/>
                        </a:rPr>
                        <a:t>Pré cadrage: contexte, objectifs &amp; enjeux; découpage des 3 macro-processus constitution de la BDD, outil comparable, enrichissement des scénarios de </a:t>
                      </a:r>
                      <a:r>
                        <a:rPr lang="fr-FR" sz="1000" kern="1200" dirty="0" err="1">
                          <a:solidFill>
                            <a:schemeClr val="dk1"/>
                          </a:solidFill>
                          <a:latin typeface="+mn-lt"/>
                          <a:ea typeface="+mn-ea"/>
                          <a:cs typeface="Arial"/>
                        </a:rPr>
                        <a:t>pricing</a:t>
                      </a:r>
                      <a:r>
                        <a:rPr lang="fr-FR" sz="1000" kern="1200" dirty="0">
                          <a:solidFill>
                            <a:schemeClr val="dk1"/>
                          </a:solidFill>
                          <a:latin typeface="+mn-lt"/>
                          <a:ea typeface="+mn-ea"/>
                          <a:cs typeface="Arial"/>
                        </a:rPr>
                        <a:t>.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000" kern="1200" dirty="0">
                          <a:solidFill>
                            <a:schemeClr val="dk1"/>
                          </a:solidFill>
                          <a:latin typeface="+mn-lt"/>
                          <a:ea typeface="+mn-ea"/>
                          <a:cs typeface="Arial"/>
                        </a:rPr>
                        <a:t>Workflow fonctionnel : représentation sous </a:t>
                      </a:r>
                      <a:r>
                        <a:rPr lang="fr-FR" sz="1000" kern="1200" dirty="0" err="1">
                          <a:solidFill>
                            <a:schemeClr val="dk1"/>
                          </a:solidFill>
                          <a:latin typeface="+mn-lt"/>
                          <a:ea typeface="+mn-ea"/>
                          <a:cs typeface="Arial"/>
                        </a:rPr>
                        <a:t>visio</a:t>
                      </a:r>
                      <a:r>
                        <a:rPr lang="fr-FR" sz="1000" kern="1200" dirty="0">
                          <a:solidFill>
                            <a:schemeClr val="dk1"/>
                          </a:solidFill>
                          <a:latin typeface="+mn-lt"/>
                          <a:ea typeface="+mn-ea"/>
                          <a:cs typeface="Arial"/>
                        </a:rPr>
                        <a:t> &amp; détail Excel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000" kern="1200" dirty="0">
                          <a:solidFill>
                            <a:schemeClr val="dk1"/>
                          </a:solidFill>
                          <a:latin typeface="+mn-lt"/>
                          <a:ea typeface="+mn-ea"/>
                          <a:cs typeface="Arial"/>
                        </a:rPr>
                        <a:t>User stories: pondération &amp; planification &amp; rédaction sous </a:t>
                      </a:r>
                      <a:r>
                        <a:rPr lang="fr-FR" sz="1000" kern="1200" dirty="0" err="1">
                          <a:solidFill>
                            <a:schemeClr val="dk1"/>
                          </a:solidFill>
                          <a:latin typeface="+mn-lt"/>
                          <a:ea typeface="+mn-ea"/>
                          <a:cs typeface="Arial"/>
                        </a:rPr>
                        <a:t>Calitrack</a:t>
                      </a:r>
                      <a:endParaRPr lang="fr-FR" sz="1000" kern="1200" dirty="0">
                        <a:solidFill>
                          <a:schemeClr val="dk1"/>
                        </a:solidFill>
                        <a:latin typeface="+mn-lt"/>
                        <a:ea typeface="+mn-ea"/>
                        <a:cs typeface="Arial"/>
                      </a:endParaRPr>
                    </a:p>
                    <a:p>
                      <a:pPr marL="0" marR="0" lvl="0" indent="0" algn="l" defTabSz="557240" rtl="0" eaLnBrk="1" fontAlgn="auto" latinLnBrk="0" hangingPunct="1">
                        <a:lnSpc>
                          <a:spcPct val="100000"/>
                        </a:lnSpc>
                        <a:spcBef>
                          <a:spcPts val="0"/>
                        </a:spcBef>
                        <a:spcAft>
                          <a:spcPts val="0"/>
                        </a:spcAft>
                        <a:buClrTx/>
                        <a:buSzTx/>
                        <a:buFontTx/>
                        <a:buNone/>
                        <a:tabLst/>
                        <a:defRPr/>
                      </a:pPr>
                      <a:r>
                        <a:rPr lang="fr-FR" sz="1000" u="sng" kern="1200" dirty="0">
                          <a:solidFill>
                            <a:schemeClr val="tx1"/>
                          </a:solidFill>
                          <a:latin typeface="+mn-lt"/>
                          <a:ea typeface="+mn-ea"/>
                          <a:cs typeface="Arial" panose="020B0604020202020204" pitchFamily="34" charset="0"/>
                        </a:rPr>
                        <a:t>Recette applicative INVEST’ON: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en-US" sz="1000" kern="1200" dirty="0">
                          <a:solidFill>
                            <a:schemeClr val="dk1"/>
                          </a:solidFill>
                          <a:latin typeface="+mn-lt"/>
                          <a:ea typeface="+mn-ea"/>
                          <a:cs typeface="Arial"/>
                        </a:rPr>
                        <a:t>Test des </a:t>
                      </a:r>
                      <a:r>
                        <a:rPr lang="en-US" sz="1000" kern="1200" dirty="0" err="1">
                          <a:solidFill>
                            <a:schemeClr val="dk1"/>
                          </a:solidFill>
                          <a:latin typeface="+mn-lt"/>
                          <a:ea typeface="+mn-ea"/>
                          <a:cs typeface="Arial"/>
                        </a:rPr>
                        <a:t>fonctionnalités</a:t>
                      </a:r>
                      <a:r>
                        <a:rPr lang="en-US" sz="1000" kern="1200" dirty="0">
                          <a:solidFill>
                            <a:schemeClr val="dk1"/>
                          </a:solidFill>
                          <a:latin typeface="+mn-lt"/>
                          <a:ea typeface="+mn-ea"/>
                          <a:cs typeface="Arial"/>
                        </a:rPr>
                        <a:t> : Update Asset, Asset proposal, Rollback on asset</a:t>
                      </a:r>
                      <a:r>
                        <a:rPr lang="fr-FR" sz="1000" kern="1200" dirty="0">
                          <a:solidFill>
                            <a:schemeClr val="dk1"/>
                          </a:solidFill>
                          <a:latin typeface="+mn-lt"/>
                          <a:ea typeface="+mn-ea"/>
                          <a:cs typeface="Arial"/>
                        </a:rPr>
                        <a:t>, Program release &amp; Notifications.</a:t>
                      </a:r>
                    </a:p>
                    <a:p>
                      <a:pPr marL="0" marR="0" lvl="0" indent="0" algn="l" defTabSz="557240" rtl="0" eaLnBrk="1" fontAlgn="auto" latinLnBrk="0" hangingPunct="1">
                        <a:lnSpc>
                          <a:spcPct val="100000"/>
                        </a:lnSpc>
                        <a:spcBef>
                          <a:spcPts val="0"/>
                        </a:spcBef>
                        <a:spcAft>
                          <a:spcPts val="0"/>
                        </a:spcAft>
                        <a:buClrTx/>
                        <a:buSzTx/>
                        <a:buFontTx/>
                        <a:buNone/>
                        <a:tabLst/>
                        <a:defRPr/>
                      </a:pPr>
                      <a:r>
                        <a:rPr lang="fr-FR" sz="1000" u="sng" kern="1200" dirty="0">
                          <a:solidFill>
                            <a:schemeClr val="tx1"/>
                          </a:solidFill>
                          <a:latin typeface="+mn-lt"/>
                          <a:ea typeface="+mn-ea"/>
                          <a:cs typeface="Arial" panose="020B0604020202020204" pitchFamily="34" charset="0"/>
                        </a:rPr>
                        <a:t>Conduite du changement: </a:t>
                      </a:r>
                      <a:r>
                        <a:rPr lang="fr-FR" sz="1000" u="none" kern="1200" dirty="0">
                          <a:solidFill>
                            <a:schemeClr val="tx1"/>
                          </a:solidFill>
                          <a:latin typeface="+mn-lt"/>
                          <a:ea typeface="+mn-ea"/>
                          <a:cs typeface="Arial" panose="020B0604020202020204" pitchFamily="34" charset="0"/>
                        </a:rPr>
                        <a:t>rétro documentation fonctionnelle &amp; formation.</a:t>
                      </a:r>
                    </a:p>
                    <a:p>
                      <a:pPr marL="0" marR="0" lvl="0" indent="0" algn="l" defTabSz="557240" rtl="0" eaLnBrk="1" fontAlgn="auto" latinLnBrk="0" hangingPunct="1">
                        <a:lnSpc>
                          <a:spcPct val="100000"/>
                        </a:lnSpc>
                        <a:spcBef>
                          <a:spcPts val="0"/>
                        </a:spcBef>
                        <a:spcAft>
                          <a:spcPts val="0"/>
                        </a:spcAft>
                        <a:buClrTx/>
                        <a:buSzTx/>
                        <a:buFontTx/>
                        <a:buNone/>
                        <a:tabLst/>
                        <a:defRPr/>
                      </a:pPr>
                      <a:r>
                        <a:rPr lang="fr-FR" sz="1000" u="sng" kern="1200" dirty="0">
                          <a:solidFill>
                            <a:schemeClr val="tx1"/>
                          </a:solidFill>
                          <a:latin typeface="+mn-lt"/>
                          <a:ea typeface="+mn-ea"/>
                          <a:cs typeface="Arial" panose="020B0604020202020204" pitchFamily="34" charset="0"/>
                        </a:rPr>
                        <a:t>CODEV: </a:t>
                      </a:r>
                      <a:r>
                        <a:rPr lang="fr-FR" sz="1000" u="none" kern="1200" dirty="0">
                          <a:solidFill>
                            <a:schemeClr val="tx1"/>
                          </a:solidFill>
                          <a:latin typeface="+mn-lt"/>
                          <a:ea typeface="+mn-ea"/>
                          <a:cs typeface="Arial" panose="020B0604020202020204" pitchFamily="34" charset="0"/>
                        </a:rPr>
                        <a:t>constitution d’un groupe de pairs (Business </a:t>
                      </a:r>
                      <a:r>
                        <a:rPr lang="fr-FR" sz="1000" u="none" kern="1200" dirty="0" err="1">
                          <a:solidFill>
                            <a:schemeClr val="tx1"/>
                          </a:solidFill>
                          <a:latin typeface="+mn-lt"/>
                          <a:ea typeface="+mn-ea"/>
                          <a:cs typeface="Arial" panose="020B0604020202020204" pitchFamily="34" charset="0"/>
                        </a:rPr>
                        <a:t>Analyst</a:t>
                      </a:r>
                      <a:r>
                        <a:rPr lang="fr-FR" sz="1000" u="none" kern="1200" dirty="0">
                          <a:solidFill>
                            <a:schemeClr val="tx1"/>
                          </a:solidFill>
                          <a:latin typeface="+mn-lt"/>
                          <a:ea typeface="+mn-ea"/>
                          <a:cs typeface="Arial" panose="020B0604020202020204" pitchFamily="34" charset="0"/>
                        </a:rPr>
                        <a:t>) pour échanger sur les pratiques et traiter les problématiques rencontrées</a:t>
                      </a: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347453563"/>
                  </a:ext>
                </a:extLst>
              </a:tr>
            </a:tbl>
          </a:graphicData>
        </a:graphic>
      </p:graphicFrame>
      <p:pic>
        <p:nvPicPr>
          <p:cNvPr id="7" name="Image 6">
            <a:extLst>
              <a:ext uri="{FF2B5EF4-FFF2-40B4-BE49-F238E27FC236}">
                <a16:creationId xmlns:a16="http://schemas.microsoft.com/office/drawing/2014/main" id="{CA4A6152-0CF1-7082-ECFC-D4AF51AC646A}"/>
              </a:ext>
            </a:extLst>
          </p:cNvPr>
          <p:cNvPicPr>
            <a:picLocks noChangeAspect="1"/>
          </p:cNvPicPr>
          <p:nvPr/>
        </p:nvPicPr>
        <p:blipFill>
          <a:blip r:embed="rId5"/>
          <a:stretch>
            <a:fillRect/>
          </a:stretch>
        </p:blipFill>
        <p:spPr>
          <a:xfrm>
            <a:off x="219297" y="4938583"/>
            <a:ext cx="1982304" cy="1037406"/>
          </a:xfrm>
          <a:prstGeom prst="rect">
            <a:avLst/>
          </a:prstGeom>
        </p:spPr>
      </p:pic>
      <p:pic>
        <p:nvPicPr>
          <p:cNvPr id="10" name="Image 9">
            <a:extLst>
              <a:ext uri="{FF2B5EF4-FFF2-40B4-BE49-F238E27FC236}">
                <a16:creationId xmlns:a16="http://schemas.microsoft.com/office/drawing/2014/main" id="{30DADBC8-9FC4-8C3C-CACF-8895DBE40C27}"/>
              </a:ext>
            </a:extLst>
          </p:cNvPr>
          <p:cNvPicPr>
            <a:picLocks noChangeAspect="1"/>
          </p:cNvPicPr>
          <p:nvPr/>
        </p:nvPicPr>
        <p:blipFill>
          <a:blip r:embed="rId6"/>
          <a:stretch>
            <a:fillRect/>
          </a:stretch>
        </p:blipFill>
        <p:spPr>
          <a:xfrm>
            <a:off x="361542" y="3188985"/>
            <a:ext cx="1743008" cy="287295"/>
          </a:xfrm>
          <a:prstGeom prst="rect">
            <a:avLst/>
          </a:prstGeom>
        </p:spPr>
      </p:pic>
    </p:spTree>
    <p:extLst>
      <p:ext uri="{BB962C8B-B14F-4D97-AF65-F5344CB8AC3E}">
        <p14:creationId xmlns:p14="http://schemas.microsoft.com/office/powerpoint/2010/main" val="1914415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t 8" hidden="1">
            <a:extLst>
              <a:ext uri="{FF2B5EF4-FFF2-40B4-BE49-F238E27FC236}">
                <a16:creationId xmlns:a16="http://schemas.microsoft.com/office/drawing/2014/main" id="{C1B57085-525A-449E-9F55-6012045ECB6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60" imgH="360" progId="TCLayout.ActiveDocument.1">
                  <p:embed/>
                </p:oleObj>
              </mc:Choice>
              <mc:Fallback>
                <p:oleObj name="Diapositive think-cell" r:id="rId3" imgW="360" imgH="360" progId="TCLayout.ActiveDocument.1">
                  <p:embed/>
                  <p:pic>
                    <p:nvPicPr>
                      <p:cNvPr id="9" name="Objet 8" hidden="1">
                        <a:extLst>
                          <a:ext uri="{FF2B5EF4-FFF2-40B4-BE49-F238E27FC236}">
                            <a16:creationId xmlns:a16="http://schemas.microsoft.com/office/drawing/2014/main" id="{C1B57085-525A-449E-9F55-6012045ECB6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itre 5">
            <a:extLst>
              <a:ext uri="{FF2B5EF4-FFF2-40B4-BE49-F238E27FC236}">
                <a16:creationId xmlns:a16="http://schemas.microsoft.com/office/drawing/2014/main" id="{F21193ED-9FA6-442C-920C-43D20CE0B353}"/>
              </a:ext>
            </a:extLst>
          </p:cNvPr>
          <p:cNvSpPr>
            <a:spLocks noGrp="1"/>
          </p:cNvSpPr>
          <p:nvPr>
            <p:ph type="title"/>
          </p:nvPr>
        </p:nvSpPr>
        <p:spPr/>
        <p:txBody>
          <a:bodyPr vert="horz"/>
          <a:lstStyle/>
          <a:p>
            <a:r>
              <a:rPr lang="fr-FR"/>
              <a:t>Extrait de nos références</a:t>
            </a:r>
          </a:p>
        </p:txBody>
      </p:sp>
      <p:sp>
        <p:nvSpPr>
          <p:cNvPr id="4" name="Espace réservé du numéro de diapositive 3">
            <a:extLst>
              <a:ext uri="{FF2B5EF4-FFF2-40B4-BE49-F238E27FC236}">
                <a16:creationId xmlns:a16="http://schemas.microsoft.com/office/drawing/2014/main" id="{CDD846D0-1F89-461F-8085-A8D4069C1E02}"/>
              </a:ext>
            </a:extLst>
          </p:cNvPr>
          <p:cNvSpPr>
            <a:spLocks noGrp="1"/>
          </p:cNvSpPr>
          <p:nvPr>
            <p:ph type="sldNum" sz="quarter" idx="11"/>
          </p:nvPr>
        </p:nvSpPr>
        <p:spPr/>
        <p:txBody>
          <a:bodyPr/>
          <a:lstStyle/>
          <a:p>
            <a:fld id="{BE9517EC-C298-4848-B090-11602D956FCE}" type="slidenum">
              <a:rPr lang="fr-FR" smtClean="0"/>
              <a:pPr/>
              <a:t>11</a:t>
            </a:fld>
            <a:endParaRPr lang="fr-FR"/>
          </a:p>
        </p:txBody>
      </p:sp>
      <p:sp>
        <p:nvSpPr>
          <p:cNvPr id="8" name="Espace réservé du texte 7">
            <a:extLst>
              <a:ext uri="{FF2B5EF4-FFF2-40B4-BE49-F238E27FC236}">
                <a16:creationId xmlns:a16="http://schemas.microsoft.com/office/drawing/2014/main" id="{621217D1-69BC-42D3-90C4-64A18B4AB87C}"/>
              </a:ext>
            </a:extLst>
          </p:cNvPr>
          <p:cNvSpPr>
            <a:spLocks noGrp="1"/>
          </p:cNvSpPr>
          <p:nvPr>
            <p:ph type="body" sz="quarter" idx="13"/>
          </p:nvPr>
        </p:nvSpPr>
        <p:spPr/>
        <p:txBody>
          <a:bodyPr/>
          <a:lstStyle/>
          <a:p>
            <a:r>
              <a:rPr lang="fr-FR"/>
              <a:t>Quelques exemples de missions réalisées ou en cours par nos consultants</a:t>
            </a:r>
          </a:p>
        </p:txBody>
      </p:sp>
      <p:graphicFrame>
        <p:nvGraphicFramePr>
          <p:cNvPr id="12" name="Tableau 8">
            <a:extLst>
              <a:ext uri="{FF2B5EF4-FFF2-40B4-BE49-F238E27FC236}">
                <a16:creationId xmlns:a16="http://schemas.microsoft.com/office/drawing/2014/main" id="{522A63A6-A142-41B5-93A1-EBB1D8DC7CFD}"/>
              </a:ext>
            </a:extLst>
          </p:cNvPr>
          <p:cNvGraphicFramePr>
            <a:graphicFrameLocks/>
          </p:cNvGraphicFramePr>
          <p:nvPr>
            <p:extLst>
              <p:ext uri="{D42A27DB-BD31-4B8C-83A1-F6EECF244321}">
                <p14:modId xmlns:p14="http://schemas.microsoft.com/office/powerpoint/2010/main" val="1509325942"/>
              </p:ext>
            </p:extLst>
          </p:nvPr>
        </p:nvGraphicFramePr>
        <p:xfrm>
          <a:off x="361541" y="1808163"/>
          <a:ext cx="11430002" cy="4260128"/>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316830">
                <a:tc>
                  <a:txBody>
                    <a:bodyPr/>
                    <a:lstStyle/>
                    <a:p>
                      <a:r>
                        <a:rPr lang="fr-FR" sz="1400" b="1" noProof="0"/>
                        <a:t>Clients</a:t>
                      </a:r>
                    </a:p>
                  </a:txBody>
                  <a:tcPr anchor="ctr">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25442695"/>
                  </a:ext>
                </a:extLst>
              </a:tr>
              <a:tr h="967342">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Crédit Agricole S.A.</a:t>
                      </a:r>
                    </a:p>
                  </a:txBody>
                  <a:tcPr anchor="b">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r>
                        <a:rPr lang="fr-FR" sz="1100" kern="1200" dirty="0">
                          <a:solidFill>
                            <a:schemeClr val="tx1"/>
                          </a:solidFill>
                          <a:latin typeface="Arial" panose="020B0604020202020204" pitchFamily="34" charset="0"/>
                          <a:ea typeface="+mn-ea"/>
                          <a:cs typeface="Arial" panose="020B0604020202020204" pitchFamily="34" charset="0"/>
                        </a:rPr>
                        <a:t>Proposition de plans d’action pour structurer la démarche éthique du Groupe, afin de l’intégrer de manière plus durable, à l’environnement opérationnel des activités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Plan d’intégration de la dimension éthique à des process opérationnels du groupe (NAP, relations d’affaire, recrutement)</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Benchmark de quelques entreprises en pointe en éthique</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Définition des orientations pour un alignement du </a:t>
                      </a:r>
                      <a:r>
                        <a:rPr lang="fr-FR" sz="1100" i="1" kern="1200" dirty="0" err="1">
                          <a:solidFill>
                            <a:schemeClr val="dk1"/>
                          </a:solidFill>
                          <a:latin typeface="+mn-lt"/>
                          <a:ea typeface="+mn-ea"/>
                          <a:cs typeface="Arial"/>
                        </a:rPr>
                        <a:t>disclosure</a:t>
                      </a:r>
                      <a:r>
                        <a:rPr lang="fr-FR" sz="1100" kern="1200" dirty="0">
                          <a:solidFill>
                            <a:schemeClr val="dk1"/>
                          </a:solidFill>
                          <a:latin typeface="+mn-lt"/>
                          <a:ea typeface="+mn-ea"/>
                          <a:cs typeface="Arial"/>
                        </a:rPr>
                        <a:t> sur les exigences des agences de notation extra-financières (ESG)</a:t>
                      </a:r>
                    </a:p>
                  </a:txBody>
                  <a:tcPr anchor="ctr">
                    <a:lnL w="12700" cap="flat" cmpd="sng" algn="ctr">
                      <a:solidFill>
                        <a:schemeClr val="bg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078204035"/>
                  </a:ext>
                </a:extLst>
              </a:tr>
              <a:tr h="967342">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Société Générale</a:t>
                      </a: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r>
                        <a:rPr lang="fr-FR" sz="1100" kern="1200" dirty="0">
                          <a:solidFill>
                            <a:schemeClr val="tx1"/>
                          </a:solidFill>
                          <a:latin typeface="Arial" panose="020B0604020202020204" pitchFamily="34" charset="0"/>
                          <a:ea typeface="+mn-ea"/>
                          <a:cs typeface="Arial" panose="020B0604020202020204" pitchFamily="34" charset="0"/>
                        </a:rPr>
                        <a:t>Accompagnement à la Direction en charge des travaux avec le régulateur</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Instruction des plans d’action (lettre de suite par exemple)</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Suivi des actions en lien avec l’ACPR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Coordination des travaux en lien avec la BCE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Interface avec les missions menées en Central et relais auprès des métiers</a:t>
                      </a: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859461165"/>
                  </a:ext>
                </a:extLst>
              </a:tr>
              <a:tr h="967342">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dirty="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endParaRPr lang="fr-FR" sz="1100" kern="1200" dirty="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endParaRPr lang="fr-FR" sz="1100" kern="120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774117173"/>
                  </a:ext>
                </a:extLst>
              </a:tr>
              <a:tr h="1041272">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Centre des Professions Financières</a:t>
                      </a: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r>
                        <a:rPr lang="fr-FR" sz="1100" kern="1200" noProof="0" dirty="0">
                          <a:solidFill>
                            <a:schemeClr val="tx1"/>
                          </a:solidFill>
                          <a:latin typeface="Arial" panose="020B0604020202020204" pitchFamily="34" charset="0"/>
                          <a:ea typeface="+mn-ea"/>
                          <a:cs typeface="Arial" panose="020B0604020202020204" pitchFamily="34" charset="0"/>
                        </a:rPr>
                        <a:t>Animation d’une </a:t>
                      </a:r>
                      <a:r>
                        <a:rPr lang="fr-FR" sz="1100" kern="1200" noProof="0" dirty="0" err="1">
                          <a:solidFill>
                            <a:schemeClr val="tx1"/>
                          </a:solidFill>
                          <a:latin typeface="Arial" panose="020B0604020202020204" pitchFamily="34" charset="0"/>
                          <a:ea typeface="+mn-ea"/>
                          <a:cs typeface="Arial" panose="020B0604020202020204" pitchFamily="34" charset="0"/>
                        </a:rPr>
                        <a:t>task</a:t>
                      </a:r>
                      <a:r>
                        <a:rPr lang="fr-FR" sz="1100" kern="1200" noProof="0" dirty="0">
                          <a:solidFill>
                            <a:schemeClr val="tx1"/>
                          </a:solidFill>
                          <a:latin typeface="Arial" panose="020B0604020202020204" pitchFamily="34" charset="0"/>
                          <a:ea typeface="+mn-ea"/>
                          <a:cs typeface="Arial" panose="020B0604020202020204" pitchFamily="34" charset="0"/>
                        </a:rPr>
                        <a:t> force d’experts du secteur bancaire (directions risques et conformité) visant à améliorer les données de listes de PEP&amp;RCA (</a:t>
                      </a:r>
                      <a:r>
                        <a:rPr lang="fr-FR" sz="1100" kern="1200" noProof="0" dirty="0" err="1">
                          <a:solidFill>
                            <a:schemeClr val="tx1"/>
                          </a:solidFill>
                          <a:latin typeface="Arial" panose="020B0604020202020204" pitchFamily="34" charset="0"/>
                          <a:ea typeface="+mn-ea"/>
                          <a:cs typeface="Arial" panose="020B0604020202020204" pitchFamily="34" charset="0"/>
                        </a:rPr>
                        <a:t>Politically</a:t>
                      </a:r>
                      <a:r>
                        <a:rPr lang="fr-FR" sz="1100" kern="1200" noProof="0" dirty="0">
                          <a:solidFill>
                            <a:schemeClr val="tx1"/>
                          </a:solidFill>
                          <a:latin typeface="Arial" panose="020B0604020202020204" pitchFamily="34" charset="0"/>
                          <a:ea typeface="+mn-ea"/>
                          <a:cs typeface="Arial" panose="020B0604020202020204" pitchFamily="34" charset="0"/>
                        </a:rPr>
                        <a:t> </a:t>
                      </a:r>
                      <a:r>
                        <a:rPr lang="fr-FR" sz="1100" kern="1200" noProof="0" dirty="0" err="1">
                          <a:solidFill>
                            <a:schemeClr val="tx1"/>
                          </a:solidFill>
                          <a:latin typeface="Arial" panose="020B0604020202020204" pitchFamily="34" charset="0"/>
                          <a:ea typeface="+mn-ea"/>
                          <a:cs typeface="Arial" panose="020B0604020202020204" pitchFamily="34" charset="0"/>
                        </a:rPr>
                        <a:t>Exposed</a:t>
                      </a:r>
                      <a:r>
                        <a:rPr lang="fr-FR" sz="1100" kern="1200" noProof="0" dirty="0">
                          <a:solidFill>
                            <a:schemeClr val="tx1"/>
                          </a:solidFill>
                          <a:latin typeface="Arial" panose="020B0604020202020204" pitchFamily="34" charset="0"/>
                          <a:ea typeface="+mn-ea"/>
                          <a:cs typeface="Arial" panose="020B0604020202020204" pitchFamily="34" charset="0"/>
                        </a:rPr>
                        <a:t> </a:t>
                      </a:r>
                      <a:r>
                        <a:rPr lang="fr-FR" sz="1100" kern="1200" noProof="0" dirty="0" err="1">
                          <a:solidFill>
                            <a:schemeClr val="tx1"/>
                          </a:solidFill>
                          <a:latin typeface="Arial" panose="020B0604020202020204" pitchFamily="34" charset="0"/>
                          <a:ea typeface="+mn-ea"/>
                          <a:cs typeface="Arial" panose="020B0604020202020204" pitchFamily="34" charset="0"/>
                        </a:rPr>
                        <a:t>Persons</a:t>
                      </a:r>
                      <a:r>
                        <a:rPr lang="fr-FR" sz="1100" kern="1200" noProof="0" dirty="0">
                          <a:solidFill>
                            <a:schemeClr val="tx1"/>
                          </a:solidFill>
                          <a:latin typeface="Arial" panose="020B0604020202020204" pitchFamily="34" charset="0"/>
                          <a:ea typeface="+mn-ea"/>
                          <a:cs typeface="Arial" panose="020B0604020202020204" pitchFamily="34" charset="0"/>
                        </a:rPr>
                        <a:t>) des fournisseurs externes </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Elaboration du référentiel et de la typologie des données</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Identification des enjeux juridiques associés (CNIL, RGPD, CEPD)</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Formalisation des besoins d’évolution à destination du principal fournisseur de liste</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Rédaction d’un document de synthèse et d’un article publié dans le magazine du centre</a:t>
                      </a: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347453563"/>
                  </a:ext>
                </a:extLst>
              </a:tr>
            </a:tbl>
          </a:graphicData>
        </a:graphic>
      </p:graphicFrame>
      <p:pic>
        <p:nvPicPr>
          <p:cNvPr id="3" name="Picture 2" descr="Résultat de recherche d'images pour &quot;logo SG&quot;">
            <a:extLst>
              <a:ext uri="{FF2B5EF4-FFF2-40B4-BE49-F238E27FC236}">
                <a16:creationId xmlns:a16="http://schemas.microsoft.com/office/drawing/2014/main" id="{6CA9BE37-A63A-F810-D8B0-DC59826CB95A}"/>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36786" b="34619"/>
          <a:stretch/>
        </p:blipFill>
        <p:spPr bwMode="auto">
          <a:xfrm>
            <a:off x="669190" y="3459943"/>
            <a:ext cx="1084022" cy="266282"/>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5" name="Image 4">
            <a:extLst>
              <a:ext uri="{FF2B5EF4-FFF2-40B4-BE49-F238E27FC236}">
                <a16:creationId xmlns:a16="http://schemas.microsoft.com/office/drawing/2014/main" id="{2B44C179-34A2-5C8A-87A8-B5D5D11C3A65}"/>
              </a:ext>
            </a:extLst>
          </p:cNvPr>
          <p:cNvPicPr>
            <a:picLocks noChangeAspect="1"/>
          </p:cNvPicPr>
          <p:nvPr/>
        </p:nvPicPr>
        <p:blipFill rotWithShape="1">
          <a:blip r:embed="rId6"/>
          <a:srcRect t="11497" b="22452"/>
          <a:stretch/>
        </p:blipFill>
        <p:spPr>
          <a:xfrm>
            <a:off x="636486" y="2392921"/>
            <a:ext cx="1149430" cy="390525"/>
          </a:xfrm>
          <a:prstGeom prst="rect">
            <a:avLst/>
          </a:prstGeom>
        </p:spPr>
      </p:pic>
      <p:pic>
        <p:nvPicPr>
          <p:cNvPr id="11" name="Image 10">
            <a:extLst>
              <a:ext uri="{FF2B5EF4-FFF2-40B4-BE49-F238E27FC236}">
                <a16:creationId xmlns:a16="http://schemas.microsoft.com/office/drawing/2014/main" id="{11DE718D-4193-99D8-C6D1-B8C2EDCE83D3}"/>
              </a:ext>
            </a:extLst>
          </p:cNvPr>
          <p:cNvPicPr>
            <a:picLocks noChangeAspect="1"/>
          </p:cNvPicPr>
          <p:nvPr/>
        </p:nvPicPr>
        <p:blipFill>
          <a:blip r:embed="rId7"/>
          <a:stretch>
            <a:fillRect/>
          </a:stretch>
        </p:blipFill>
        <p:spPr>
          <a:xfrm>
            <a:off x="501540" y="5217082"/>
            <a:ext cx="1419323" cy="534367"/>
          </a:xfrm>
          <a:prstGeom prst="rect">
            <a:avLst/>
          </a:prstGeom>
        </p:spPr>
      </p:pic>
    </p:spTree>
    <p:extLst>
      <p:ext uri="{BB962C8B-B14F-4D97-AF65-F5344CB8AC3E}">
        <p14:creationId xmlns:p14="http://schemas.microsoft.com/office/powerpoint/2010/main" val="17413156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t 8" hidden="1">
            <a:extLst>
              <a:ext uri="{FF2B5EF4-FFF2-40B4-BE49-F238E27FC236}">
                <a16:creationId xmlns:a16="http://schemas.microsoft.com/office/drawing/2014/main" id="{C1B57085-525A-449E-9F55-6012045ECB6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60" imgH="360" progId="TCLayout.ActiveDocument.1">
                  <p:embed/>
                </p:oleObj>
              </mc:Choice>
              <mc:Fallback>
                <p:oleObj name="Diapositive think-cell" r:id="rId3" imgW="360" imgH="360" progId="TCLayout.ActiveDocument.1">
                  <p:embed/>
                  <p:pic>
                    <p:nvPicPr>
                      <p:cNvPr id="9" name="Objet 8" hidden="1">
                        <a:extLst>
                          <a:ext uri="{FF2B5EF4-FFF2-40B4-BE49-F238E27FC236}">
                            <a16:creationId xmlns:a16="http://schemas.microsoft.com/office/drawing/2014/main" id="{C1B57085-525A-449E-9F55-6012045ECB6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itre 5">
            <a:extLst>
              <a:ext uri="{FF2B5EF4-FFF2-40B4-BE49-F238E27FC236}">
                <a16:creationId xmlns:a16="http://schemas.microsoft.com/office/drawing/2014/main" id="{F21193ED-9FA6-442C-920C-43D20CE0B353}"/>
              </a:ext>
            </a:extLst>
          </p:cNvPr>
          <p:cNvSpPr>
            <a:spLocks noGrp="1"/>
          </p:cNvSpPr>
          <p:nvPr>
            <p:ph type="title"/>
          </p:nvPr>
        </p:nvSpPr>
        <p:spPr/>
        <p:txBody>
          <a:bodyPr vert="horz"/>
          <a:lstStyle/>
          <a:p>
            <a:r>
              <a:rPr lang="fr-FR"/>
              <a:t>Extrait de nos références</a:t>
            </a:r>
          </a:p>
        </p:txBody>
      </p:sp>
      <p:sp>
        <p:nvSpPr>
          <p:cNvPr id="4" name="Espace réservé du numéro de diapositive 3">
            <a:extLst>
              <a:ext uri="{FF2B5EF4-FFF2-40B4-BE49-F238E27FC236}">
                <a16:creationId xmlns:a16="http://schemas.microsoft.com/office/drawing/2014/main" id="{CDD846D0-1F89-461F-8085-A8D4069C1E02}"/>
              </a:ext>
            </a:extLst>
          </p:cNvPr>
          <p:cNvSpPr>
            <a:spLocks noGrp="1"/>
          </p:cNvSpPr>
          <p:nvPr>
            <p:ph type="sldNum" sz="quarter" idx="11"/>
          </p:nvPr>
        </p:nvSpPr>
        <p:spPr/>
        <p:txBody>
          <a:bodyPr/>
          <a:lstStyle/>
          <a:p>
            <a:fld id="{BE9517EC-C298-4848-B090-11602D956FCE}" type="slidenum">
              <a:rPr lang="fr-FR" smtClean="0"/>
              <a:pPr/>
              <a:t>12</a:t>
            </a:fld>
            <a:endParaRPr lang="fr-FR"/>
          </a:p>
        </p:txBody>
      </p:sp>
      <p:sp>
        <p:nvSpPr>
          <p:cNvPr id="8" name="Espace réservé du texte 7">
            <a:extLst>
              <a:ext uri="{FF2B5EF4-FFF2-40B4-BE49-F238E27FC236}">
                <a16:creationId xmlns:a16="http://schemas.microsoft.com/office/drawing/2014/main" id="{621217D1-69BC-42D3-90C4-64A18B4AB87C}"/>
              </a:ext>
            </a:extLst>
          </p:cNvPr>
          <p:cNvSpPr>
            <a:spLocks noGrp="1"/>
          </p:cNvSpPr>
          <p:nvPr>
            <p:ph type="body" sz="quarter" idx="13"/>
          </p:nvPr>
        </p:nvSpPr>
        <p:spPr/>
        <p:txBody>
          <a:bodyPr/>
          <a:lstStyle/>
          <a:p>
            <a:r>
              <a:rPr lang="fr-FR"/>
              <a:t>Quelques exemples de missions réalisées ou en cours par nos consultants</a:t>
            </a:r>
          </a:p>
        </p:txBody>
      </p:sp>
      <p:graphicFrame>
        <p:nvGraphicFramePr>
          <p:cNvPr id="12" name="Tableau 8">
            <a:extLst>
              <a:ext uri="{FF2B5EF4-FFF2-40B4-BE49-F238E27FC236}">
                <a16:creationId xmlns:a16="http://schemas.microsoft.com/office/drawing/2014/main" id="{522A63A6-A142-41B5-93A1-EBB1D8DC7CFD}"/>
              </a:ext>
            </a:extLst>
          </p:cNvPr>
          <p:cNvGraphicFramePr>
            <a:graphicFrameLocks/>
          </p:cNvGraphicFramePr>
          <p:nvPr>
            <p:extLst>
              <p:ext uri="{D42A27DB-BD31-4B8C-83A1-F6EECF244321}">
                <p14:modId xmlns:p14="http://schemas.microsoft.com/office/powerpoint/2010/main" val="3767006836"/>
              </p:ext>
            </p:extLst>
          </p:nvPr>
        </p:nvGraphicFramePr>
        <p:xfrm>
          <a:off x="361541" y="1808164"/>
          <a:ext cx="11430002" cy="4416402"/>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292643">
                <a:tc>
                  <a:txBody>
                    <a:bodyPr/>
                    <a:lstStyle/>
                    <a:p>
                      <a:r>
                        <a:rPr lang="fr-FR" sz="1400" b="1" noProof="0"/>
                        <a:t>Clients</a:t>
                      </a:r>
                    </a:p>
                  </a:txBody>
                  <a:tcPr anchor="ctr">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25442695"/>
                  </a:ext>
                </a:extLst>
              </a:tr>
              <a:tr h="1293165">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Covéa Vie</a:t>
                      </a:r>
                    </a:p>
                  </a:txBody>
                  <a:tcPr anchor="b">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r>
                        <a:rPr lang="fr-FR" sz="1100" kern="1200" noProof="0" dirty="0">
                          <a:solidFill>
                            <a:schemeClr val="tx1"/>
                          </a:solidFill>
                          <a:latin typeface="Arial" panose="020B0604020202020204" pitchFamily="34" charset="0"/>
                          <a:ea typeface="+mn-ea"/>
                          <a:cs typeface="Arial" panose="020B0604020202020204" pitchFamily="34" charset="0"/>
                        </a:rPr>
                        <a:t>Renforcement du suivi des travaux réglementaires (RGPD, LCB-FT) au sein de la Direction Assurance Vie (DAV)</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Suivi de l’avancement des chantiers du Programme RGPD et des travaux RGPD des marques, cadrage, relais et suivi des sollicitations auprès des correspondants métiers à la DAV</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Etat des lieux sur les 3 marques MMA, MAAF et GMF de la collecte des données KYC : en fonction des parcours clients et sur les rôles prioritaires du point de vue de la DAV</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Analyse des écarts avec les exigences KYC / LCB-FT exprimées par la conformité Groupe, identification des pistes de travail envisageables (remédiation, évolutions SI, consignes réseaux)</a:t>
                      </a:r>
                    </a:p>
                  </a:txBody>
                  <a:tcPr anchor="ctr">
                    <a:lnL w="12700" cap="flat" cmpd="sng" algn="ctr">
                      <a:solidFill>
                        <a:schemeClr val="bg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078204035"/>
                  </a:ext>
                </a:extLst>
              </a:tr>
              <a:tr h="1013511">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dirty="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endParaRPr lang="fr-FR" sz="1100" kern="1200" noProof="0" dirty="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endParaRPr lang="fr-FR" sz="1100" kern="1200" noProof="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347453563"/>
                  </a:ext>
                </a:extLst>
              </a:tr>
              <a:tr h="169804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endParaRPr lang="fr-FR" sz="1100" kern="1200" noProof="0" dirty="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fontAlgn="auto">
                        <a:lnSpc>
                          <a:spcPct val="110000"/>
                        </a:lnSpc>
                        <a:spcBef>
                          <a:spcPts val="300"/>
                        </a:spcBef>
                        <a:spcAft>
                          <a:spcPts val="100"/>
                        </a:spcAft>
                        <a:buClr>
                          <a:schemeClr val="accent1"/>
                        </a:buClr>
                        <a:buSzPts val="1000"/>
                        <a:buFont typeface="Arial"/>
                        <a:buChar char="•"/>
                        <a:tabLst/>
                        <a:defRPr/>
                      </a:pPr>
                      <a:endParaRPr lang="fr-FR" sz="1100" i="1" dirty="0"/>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2569449350"/>
                  </a:ext>
                </a:extLst>
              </a:tr>
            </a:tbl>
          </a:graphicData>
        </a:graphic>
      </p:graphicFrame>
      <p:pic>
        <p:nvPicPr>
          <p:cNvPr id="3" name="Picture 3" descr="Covéa — Wikipédia">
            <a:extLst>
              <a:ext uri="{FF2B5EF4-FFF2-40B4-BE49-F238E27FC236}">
                <a16:creationId xmlns:a16="http://schemas.microsoft.com/office/drawing/2014/main" id="{09F76F21-3630-9B0C-9FF2-33168C1B0891}"/>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9476" y="2548805"/>
            <a:ext cx="726377" cy="5829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961670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E0240027-B419-7F7B-74A1-8BEC4BF9BCF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500" imgH="501" progId="TCLayout.ActiveDocument.1">
                  <p:embed/>
                </p:oleObj>
              </mc:Choice>
              <mc:Fallback>
                <p:oleObj name="Diapositive think-cell" r:id="rId3" imgW="500" imgH="501" progId="TCLayout.ActiveDocument.1">
                  <p:embed/>
                  <p:pic>
                    <p:nvPicPr>
                      <p:cNvPr id="10" name="think-cell data - do not delete" hidden="1">
                        <a:extLst>
                          <a:ext uri="{FF2B5EF4-FFF2-40B4-BE49-F238E27FC236}">
                            <a16:creationId xmlns:a16="http://schemas.microsoft.com/office/drawing/2014/main" id="{E0240027-B419-7F7B-74A1-8BEC4BF9BCF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816B749C-7730-0E48-E95C-A8C8BCCDD0C1}"/>
              </a:ext>
            </a:extLst>
          </p:cNvPr>
          <p:cNvSpPr>
            <a:spLocks noGrp="1"/>
          </p:cNvSpPr>
          <p:nvPr>
            <p:ph type="title"/>
          </p:nvPr>
        </p:nvSpPr>
        <p:spPr/>
        <p:txBody>
          <a:bodyPr vert="horz"/>
          <a:lstStyle/>
          <a:p>
            <a:r>
              <a:rPr lang="fr-FR"/>
              <a:t>Extrait de nos références</a:t>
            </a:r>
          </a:p>
        </p:txBody>
      </p:sp>
      <p:sp>
        <p:nvSpPr>
          <p:cNvPr id="3" name="Espace réservé du numéro de diapositive 2">
            <a:extLst>
              <a:ext uri="{FF2B5EF4-FFF2-40B4-BE49-F238E27FC236}">
                <a16:creationId xmlns:a16="http://schemas.microsoft.com/office/drawing/2014/main" id="{A6A28303-BA13-1BDE-A87F-458C8133D46D}"/>
              </a:ext>
            </a:extLst>
          </p:cNvPr>
          <p:cNvSpPr>
            <a:spLocks noGrp="1"/>
          </p:cNvSpPr>
          <p:nvPr>
            <p:ph type="sldNum" sz="quarter" idx="11"/>
          </p:nvPr>
        </p:nvSpPr>
        <p:spPr/>
        <p:txBody>
          <a:bodyPr/>
          <a:lstStyle/>
          <a:p>
            <a:fld id="{BE9517EC-C298-4848-B090-11602D956FCE}" type="slidenum">
              <a:rPr lang="fr-FR" smtClean="0"/>
              <a:pPr/>
              <a:t>13</a:t>
            </a:fld>
            <a:endParaRPr lang="fr-FR"/>
          </a:p>
        </p:txBody>
      </p:sp>
      <p:sp>
        <p:nvSpPr>
          <p:cNvPr id="4" name="Espace réservé du texte 3">
            <a:extLst>
              <a:ext uri="{FF2B5EF4-FFF2-40B4-BE49-F238E27FC236}">
                <a16:creationId xmlns:a16="http://schemas.microsoft.com/office/drawing/2014/main" id="{2D9E47AB-4CCB-FE19-0A0F-0F3C5814F2B7}"/>
              </a:ext>
            </a:extLst>
          </p:cNvPr>
          <p:cNvSpPr>
            <a:spLocks noGrp="1"/>
          </p:cNvSpPr>
          <p:nvPr>
            <p:ph type="body" sz="quarter" idx="13"/>
          </p:nvPr>
        </p:nvSpPr>
        <p:spPr/>
        <p:txBody>
          <a:bodyPr/>
          <a:lstStyle/>
          <a:p>
            <a:r>
              <a:rPr lang="fr-FR"/>
              <a:t>Quelques exemples de missions réalisées ou en cours par nos consultants</a:t>
            </a:r>
          </a:p>
        </p:txBody>
      </p:sp>
      <p:graphicFrame>
        <p:nvGraphicFramePr>
          <p:cNvPr id="5" name="Tableau 8">
            <a:extLst>
              <a:ext uri="{FF2B5EF4-FFF2-40B4-BE49-F238E27FC236}">
                <a16:creationId xmlns:a16="http://schemas.microsoft.com/office/drawing/2014/main" id="{CA659D41-EFBE-2DB8-2EF8-27CF870D460D}"/>
              </a:ext>
            </a:extLst>
          </p:cNvPr>
          <p:cNvGraphicFramePr>
            <a:graphicFrameLocks/>
          </p:cNvGraphicFramePr>
          <p:nvPr>
            <p:extLst>
              <p:ext uri="{D42A27DB-BD31-4B8C-83A1-F6EECF244321}">
                <p14:modId xmlns:p14="http://schemas.microsoft.com/office/powerpoint/2010/main" val="28509272"/>
              </p:ext>
            </p:extLst>
          </p:nvPr>
        </p:nvGraphicFramePr>
        <p:xfrm>
          <a:off x="381000" y="1825625"/>
          <a:ext cx="11430002" cy="3241628"/>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316830">
                <a:tc>
                  <a:txBody>
                    <a:bodyPr/>
                    <a:lstStyle/>
                    <a:p>
                      <a:pPr algn="ctr"/>
                      <a:r>
                        <a:rPr lang="fr-FR" sz="1400" b="1" noProof="0" dirty="0"/>
                        <a:t>Client</a:t>
                      </a:r>
                    </a:p>
                  </a:txBody>
                  <a:tcPr anchor="ctr">
                    <a:lnR w="12700" cap="flat" cmpd="sng" algn="ctr">
                      <a:solidFill>
                        <a:schemeClr val="bg1"/>
                      </a:solidFill>
                      <a:prstDash val="solid"/>
                      <a:round/>
                      <a:headEnd type="none" w="med" len="med"/>
                      <a:tailEnd type="none" w="med" len="med"/>
                    </a:lnR>
                    <a:lnB w="12700" cap="flat" cmpd="sng" algn="ctr">
                      <a:solidFill>
                        <a:schemeClr val="bg1">
                          <a:lumMod val="75000"/>
                        </a:schemeClr>
                      </a:solidFill>
                      <a:prstDash val="sysDash"/>
                      <a:round/>
                      <a:headEnd type="none" w="med" len="med"/>
                      <a:tailEnd type="none" w="med" len="med"/>
                    </a:lnB>
                  </a:tcPr>
                </a:tc>
                <a:tc>
                  <a:txBody>
                    <a:bodyPr/>
                    <a:lstStyle/>
                    <a:p>
                      <a:pPr algn="ctr"/>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75000"/>
                        </a:schemeClr>
                      </a:solidFill>
                      <a:prstDash val="sysDash"/>
                      <a:round/>
                      <a:headEnd type="none" w="med" len="med"/>
                      <a:tailEnd type="none" w="med" len="med"/>
                    </a:lnB>
                  </a:tcPr>
                </a:tc>
                <a:tc>
                  <a:txBody>
                    <a:bodyPr/>
                    <a:lstStyle/>
                    <a:p>
                      <a:pPr algn="ctr"/>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725442695"/>
                  </a:ext>
                </a:extLst>
              </a:tr>
              <a:tr h="81241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dirty="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endParaRPr lang="fr-FR" sz="1100" kern="1200" dirty="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endParaRPr lang="fr-FR" sz="1100" kern="120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4249048149"/>
                  </a:ext>
                </a:extLst>
              </a:tr>
              <a:tr h="81241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Crédit Agricole CIB</a:t>
                      </a: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r>
                        <a:rPr lang="fr-FR" sz="1100" kern="1200" dirty="0">
                          <a:solidFill>
                            <a:schemeClr val="tx1"/>
                          </a:solidFill>
                          <a:latin typeface="Arial" panose="020B0604020202020204" pitchFamily="34" charset="0"/>
                          <a:ea typeface="+mn-ea"/>
                          <a:cs typeface="Arial" panose="020B0604020202020204" pitchFamily="34" charset="0"/>
                        </a:rPr>
                        <a:t>CACIB décide de mettre en place une </a:t>
                      </a:r>
                      <a:r>
                        <a:rPr lang="fr-FR" sz="1100" kern="1200" dirty="0" err="1">
                          <a:solidFill>
                            <a:schemeClr val="tx1"/>
                          </a:solidFill>
                          <a:latin typeface="Arial" panose="020B0604020202020204" pitchFamily="34" charset="0"/>
                          <a:ea typeface="+mn-ea"/>
                          <a:cs typeface="Arial" panose="020B0604020202020204" pitchFamily="34" charset="0"/>
                        </a:rPr>
                        <a:t>task</a:t>
                      </a:r>
                      <a:r>
                        <a:rPr lang="fr-FR" sz="1100" kern="1200" dirty="0">
                          <a:solidFill>
                            <a:schemeClr val="tx1"/>
                          </a:solidFill>
                          <a:latin typeface="Arial" panose="020B0604020202020204" pitchFamily="34" charset="0"/>
                          <a:ea typeface="+mn-ea"/>
                          <a:cs typeface="Arial" panose="020B0604020202020204" pitchFamily="34" charset="0"/>
                        </a:rPr>
                        <a:t> force pour remédier aux faiblesses du dispositif de </a:t>
                      </a:r>
                      <a:r>
                        <a:rPr lang="fr-FR" sz="1100" kern="1200" dirty="0" err="1">
                          <a:solidFill>
                            <a:schemeClr val="tx1"/>
                          </a:solidFill>
                          <a:latin typeface="Arial" panose="020B0604020202020204" pitchFamily="34" charset="0"/>
                          <a:ea typeface="+mn-ea"/>
                          <a:cs typeface="Arial" panose="020B0604020202020204" pitchFamily="34" charset="0"/>
                        </a:rPr>
                        <a:t>reporting</a:t>
                      </a:r>
                      <a:r>
                        <a:rPr lang="fr-FR" sz="1100" kern="1200" dirty="0">
                          <a:solidFill>
                            <a:schemeClr val="tx1"/>
                          </a:solidFill>
                          <a:latin typeface="Arial" panose="020B0604020202020204" pitchFamily="34" charset="0"/>
                          <a:ea typeface="+mn-ea"/>
                          <a:cs typeface="Arial" panose="020B0604020202020204" pitchFamily="34" charset="0"/>
                        </a:rPr>
                        <a:t> LCR Daily</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Mise en place du LCR Daily : </a:t>
                      </a:r>
                      <a:r>
                        <a:rPr lang="fr-FR" sz="1100" kern="1200" dirty="0" err="1">
                          <a:solidFill>
                            <a:schemeClr val="dk1"/>
                          </a:solidFill>
                          <a:latin typeface="+mn-lt"/>
                          <a:ea typeface="+mn-ea"/>
                          <a:cs typeface="Arial"/>
                        </a:rPr>
                        <a:t>Backtesting</a:t>
                      </a:r>
                      <a:r>
                        <a:rPr lang="fr-FR" sz="1100" kern="1200" dirty="0">
                          <a:solidFill>
                            <a:schemeClr val="dk1"/>
                          </a:solidFill>
                          <a:latin typeface="+mn-lt"/>
                          <a:ea typeface="+mn-ea"/>
                          <a:cs typeface="Arial"/>
                        </a:rPr>
                        <a:t> LCR trésorerie vs LCR réglementaire</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Définition et animation de la gouvernance sur le </a:t>
                      </a:r>
                      <a:r>
                        <a:rPr lang="fr-FR" sz="1100" kern="1200" dirty="0" err="1">
                          <a:solidFill>
                            <a:schemeClr val="dk1"/>
                          </a:solidFill>
                          <a:latin typeface="+mn-lt"/>
                          <a:ea typeface="+mn-ea"/>
                          <a:cs typeface="Arial"/>
                        </a:rPr>
                        <a:t>backtesting</a:t>
                      </a:r>
                      <a:endParaRPr lang="fr-FR" sz="1100" kern="1200" dirty="0">
                        <a:solidFill>
                          <a:schemeClr val="dk1"/>
                        </a:solidFill>
                        <a:latin typeface="+mn-lt"/>
                        <a:ea typeface="+mn-ea"/>
                        <a:cs typeface="Arial"/>
                      </a:endParaRP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Définition du processus de production</a:t>
                      </a: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078204035"/>
                  </a:ext>
                </a:extLst>
              </a:tr>
              <a:tr h="746876">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Crédit Agricole</a:t>
                      </a: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r>
                        <a:rPr lang="fr-FR" sz="1100" kern="1200" dirty="0">
                          <a:solidFill>
                            <a:schemeClr val="tx1"/>
                          </a:solidFill>
                          <a:latin typeface="Arial" panose="020B0604020202020204" pitchFamily="34" charset="0"/>
                          <a:ea typeface="+mn-ea"/>
                          <a:cs typeface="Arial" panose="020B0604020202020204" pitchFamily="34" charset="0"/>
                        </a:rPr>
                        <a:t>Dans un contexte de création de la filière liquidité du Groupe, le CA (CA.sa et CACIB) a souhaité définir le risque de liquidité, ses indicateurs et ses modalités de pilotage et d’encadrement de ce risque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Définition du modèle interne de liquidité (définition de indicateurs, stress test, limite, plan d’urgence, gouvernance</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Déploiement du dispositif au niveau des entités et déclinaison en fonction des métiers (CIB, métiers du titres, Asset management, Assurance,…)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Mise en place du processus de production et d’un SI afférent au calcul des métriques de liquidité</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Accompagnement au suivi de l’audit de l’inspection sur le risque de liquidité</a:t>
                      </a: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125027618"/>
                  </a:ext>
                </a:extLst>
              </a:tr>
            </a:tbl>
          </a:graphicData>
        </a:graphic>
      </p:graphicFrame>
      <p:pic>
        <p:nvPicPr>
          <p:cNvPr id="11" name="Image 17">
            <a:extLst>
              <a:ext uri="{FF2B5EF4-FFF2-40B4-BE49-F238E27FC236}">
                <a16:creationId xmlns:a16="http://schemas.microsoft.com/office/drawing/2014/main" id="{628AB998-086F-835E-3CBB-9833E6855080}"/>
              </a:ext>
            </a:extLst>
          </p:cNvPr>
          <p:cNvPicPr>
            <a:picLocks noChangeAspect="1"/>
          </p:cNvPicPr>
          <p:nvPr/>
        </p:nvPicPr>
        <p:blipFill>
          <a:blip r:embed="rId5"/>
          <a:stretch>
            <a:fillRect/>
          </a:stretch>
        </p:blipFill>
        <p:spPr>
          <a:xfrm>
            <a:off x="428095" y="3344675"/>
            <a:ext cx="1580204" cy="393525"/>
          </a:xfrm>
          <a:prstGeom prst="rect">
            <a:avLst/>
          </a:prstGeom>
        </p:spPr>
      </p:pic>
      <p:pic>
        <p:nvPicPr>
          <p:cNvPr id="12" name="Image 15">
            <a:extLst>
              <a:ext uri="{FF2B5EF4-FFF2-40B4-BE49-F238E27FC236}">
                <a16:creationId xmlns:a16="http://schemas.microsoft.com/office/drawing/2014/main" id="{33DFAC2C-2270-61AE-8770-7A71F6D3D57E}"/>
              </a:ext>
            </a:extLst>
          </p:cNvPr>
          <p:cNvPicPr>
            <a:picLocks noChangeAspect="1"/>
          </p:cNvPicPr>
          <p:nvPr/>
        </p:nvPicPr>
        <p:blipFill>
          <a:blip r:embed="rId6"/>
          <a:stretch>
            <a:fillRect/>
          </a:stretch>
        </p:blipFill>
        <p:spPr>
          <a:xfrm>
            <a:off x="679035" y="4097274"/>
            <a:ext cx="1078325" cy="554666"/>
          </a:xfrm>
          <a:prstGeom prst="rect">
            <a:avLst/>
          </a:prstGeom>
        </p:spPr>
      </p:pic>
      <p:pic>
        <p:nvPicPr>
          <p:cNvPr id="13" name="Image 12">
            <a:extLst>
              <a:ext uri="{FF2B5EF4-FFF2-40B4-BE49-F238E27FC236}">
                <a16:creationId xmlns:a16="http://schemas.microsoft.com/office/drawing/2014/main" id="{F9D98676-5630-1550-A763-A58D1262CE24}"/>
              </a:ext>
            </a:extLst>
          </p:cNvPr>
          <p:cNvPicPr>
            <a:picLocks noChangeAspect="1"/>
          </p:cNvPicPr>
          <p:nvPr/>
        </p:nvPicPr>
        <p:blipFill>
          <a:blip r:embed="rId5"/>
          <a:stretch>
            <a:fillRect/>
          </a:stretch>
        </p:blipFill>
        <p:spPr>
          <a:xfrm>
            <a:off x="428095" y="4641560"/>
            <a:ext cx="1580204" cy="393525"/>
          </a:xfrm>
          <a:prstGeom prst="rect">
            <a:avLst/>
          </a:prstGeom>
        </p:spPr>
      </p:pic>
      <p:pic>
        <p:nvPicPr>
          <p:cNvPr id="7" name="Graphique 6" descr="Ajouter avec un remplissage uni">
            <a:extLst>
              <a:ext uri="{FF2B5EF4-FFF2-40B4-BE49-F238E27FC236}">
                <a16:creationId xmlns:a16="http://schemas.microsoft.com/office/drawing/2014/main" id="{5A2B72CB-ACE7-151C-6A9F-9AADD8C716B2}"/>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127815" y="4493322"/>
            <a:ext cx="180765" cy="180765"/>
          </a:xfrm>
          <a:prstGeom prst="rect">
            <a:avLst/>
          </a:prstGeom>
        </p:spPr>
      </p:pic>
    </p:spTree>
    <p:extLst>
      <p:ext uri="{BB962C8B-B14F-4D97-AF65-F5344CB8AC3E}">
        <p14:creationId xmlns:p14="http://schemas.microsoft.com/office/powerpoint/2010/main" val="26433943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E0240027-B419-7F7B-74A1-8BEC4BF9BCF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500" imgH="501" progId="TCLayout.ActiveDocument.1">
                  <p:embed/>
                </p:oleObj>
              </mc:Choice>
              <mc:Fallback>
                <p:oleObj name="Diapositive think-cell" r:id="rId3" imgW="500" imgH="501" progId="TCLayout.ActiveDocument.1">
                  <p:embed/>
                  <p:pic>
                    <p:nvPicPr>
                      <p:cNvPr id="10" name="think-cell data - do not delete" hidden="1">
                        <a:extLst>
                          <a:ext uri="{FF2B5EF4-FFF2-40B4-BE49-F238E27FC236}">
                            <a16:creationId xmlns:a16="http://schemas.microsoft.com/office/drawing/2014/main" id="{E0240027-B419-7F7B-74A1-8BEC4BF9BCF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816B749C-7730-0E48-E95C-A8C8BCCDD0C1}"/>
              </a:ext>
            </a:extLst>
          </p:cNvPr>
          <p:cNvSpPr>
            <a:spLocks noGrp="1"/>
          </p:cNvSpPr>
          <p:nvPr>
            <p:ph type="title"/>
          </p:nvPr>
        </p:nvSpPr>
        <p:spPr/>
        <p:txBody>
          <a:bodyPr vert="horz"/>
          <a:lstStyle/>
          <a:p>
            <a:r>
              <a:rPr lang="fr-FR"/>
              <a:t>Extrait de nos références</a:t>
            </a:r>
          </a:p>
        </p:txBody>
      </p:sp>
      <p:sp>
        <p:nvSpPr>
          <p:cNvPr id="3" name="Espace réservé du numéro de diapositive 2">
            <a:extLst>
              <a:ext uri="{FF2B5EF4-FFF2-40B4-BE49-F238E27FC236}">
                <a16:creationId xmlns:a16="http://schemas.microsoft.com/office/drawing/2014/main" id="{A6A28303-BA13-1BDE-A87F-458C8133D46D}"/>
              </a:ext>
            </a:extLst>
          </p:cNvPr>
          <p:cNvSpPr>
            <a:spLocks noGrp="1"/>
          </p:cNvSpPr>
          <p:nvPr>
            <p:ph type="sldNum" sz="quarter" idx="11"/>
          </p:nvPr>
        </p:nvSpPr>
        <p:spPr/>
        <p:txBody>
          <a:bodyPr/>
          <a:lstStyle/>
          <a:p>
            <a:fld id="{BE9517EC-C298-4848-B090-11602D956FCE}" type="slidenum">
              <a:rPr lang="fr-FR" smtClean="0"/>
              <a:pPr/>
              <a:t>14</a:t>
            </a:fld>
            <a:endParaRPr lang="fr-FR"/>
          </a:p>
        </p:txBody>
      </p:sp>
      <p:sp>
        <p:nvSpPr>
          <p:cNvPr id="4" name="Espace réservé du texte 3">
            <a:extLst>
              <a:ext uri="{FF2B5EF4-FFF2-40B4-BE49-F238E27FC236}">
                <a16:creationId xmlns:a16="http://schemas.microsoft.com/office/drawing/2014/main" id="{2D9E47AB-4CCB-FE19-0A0F-0F3C5814F2B7}"/>
              </a:ext>
            </a:extLst>
          </p:cNvPr>
          <p:cNvSpPr>
            <a:spLocks noGrp="1"/>
          </p:cNvSpPr>
          <p:nvPr>
            <p:ph type="body" sz="quarter" idx="13"/>
          </p:nvPr>
        </p:nvSpPr>
        <p:spPr/>
        <p:txBody>
          <a:bodyPr/>
          <a:lstStyle/>
          <a:p>
            <a:r>
              <a:rPr lang="fr-FR"/>
              <a:t>Quelques exemples de missions réalisées ou en cours par nos consultants</a:t>
            </a:r>
          </a:p>
        </p:txBody>
      </p:sp>
      <p:graphicFrame>
        <p:nvGraphicFramePr>
          <p:cNvPr id="5" name="Tableau 8">
            <a:extLst>
              <a:ext uri="{FF2B5EF4-FFF2-40B4-BE49-F238E27FC236}">
                <a16:creationId xmlns:a16="http://schemas.microsoft.com/office/drawing/2014/main" id="{CA659D41-EFBE-2DB8-2EF8-27CF870D460D}"/>
              </a:ext>
            </a:extLst>
          </p:cNvPr>
          <p:cNvGraphicFramePr>
            <a:graphicFrameLocks/>
          </p:cNvGraphicFramePr>
          <p:nvPr>
            <p:extLst>
              <p:ext uri="{D42A27DB-BD31-4B8C-83A1-F6EECF244321}">
                <p14:modId xmlns:p14="http://schemas.microsoft.com/office/powerpoint/2010/main" val="3631144720"/>
              </p:ext>
            </p:extLst>
          </p:nvPr>
        </p:nvGraphicFramePr>
        <p:xfrm>
          <a:off x="381000" y="1825625"/>
          <a:ext cx="11430002" cy="3872826"/>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316830">
                <a:tc>
                  <a:txBody>
                    <a:bodyPr/>
                    <a:lstStyle/>
                    <a:p>
                      <a:pPr algn="ctr"/>
                      <a:r>
                        <a:rPr lang="fr-FR" sz="1400" b="1" noProof="0" dirty="0"/>
                        <a:t>Client </a:t>
                      </a:r>
                    </a:p>
                  </a:txBody>
                  <a:tcPr anchor="ctr">
                    <a:lnR w="12700" cap="flat" cmpd="sng" algn="ctr">
                      <a:solidFill>
                        <a:schemeClr val="bg1"/>
                      </a:solidFill>
                      <a:prstDash val="solid"/>
                      <a:round/>
                      <a:headEnd type="none" w="med" len="med"/>
                      <a:tailEnd type="none" w="med" len="med"/>
                    </a:lnR>
                    <a:lnB w="12700" cap="flat" cmpd="sng" algn="ctr">
                      <a:solidFill>
                        <a:schemeClr val="bg1">
                          <a:lumMod val="75000"/>
                        </a:schemeClr>
                      </a:solidFill>
                      <a:prstDash val="sysDash"/>
                      <a:round/>
                      <a:headEnd type="none" w="med" len="med"/>
                      <a:tailEnd type="none" w="med" len="med"/>
                    </a:lnB>
                  </a:tcPr>
                </a:tc>
                <a:tc>
                  <a:txBody>
                    <a:bodyPr/>
                    <a:lstStyle/>
                    <a:p>
                      <a:pPr algn="ctr"/>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75000"/>
                        </a:schemeClr>
                      </a:solidFill>
                      <a:prstDash val="sysDash"/>
                      <a:round/>
                      <a:headEnd type="none" w="med" len="med"/>
                      <a:tailEnd type="none" w="med" len="med"/>
                    </a:lnB>
                  </a:tcPr>
                </a:tc>
                <a:tc>
                  <a:txBody>
                    <a:bodyPr/>
                    <a:lstStyle/>
                    <a:p>
                      <a:pPr algn="ctr"/>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725442695"/>
                  </a:ext>
                </a:extLst>
              </a:tr>
              <a:tr h="81241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dirty="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endParaRPr lang="fr-FR" sz="1100" kern="1200" dirty="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endParaRPr lang="fr-FR" sz="1100" kern="120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4249048149"/>
                  </a:ext>
                </a:extLst>
              </a:tr>
              <a:tr h="81241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Société Générale</a:t>
                      </a: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r>
                        <a:rPr lang="fr-FR" sz="1100" kern="1200" noProof="0" dirty="0">
                          <a:solidFill>
                            <a:schemeClr val="tx1"/>
                          </a:solidFill>
                          <a:latin typeface="Arial" panose="020B0604020202020204" pitchFamily="34" charset="0"/>
                          <a:ea typeface="+mn-ea"/>
                          <a:cs typeface="Arial" panose="020B0604020202020204" pitchFamily="34" charset="0"/>
                        </a:rPr>
                        <a:t>Suite à l’exercice </a:t>
                      </a:r>
                      <a:r>
                        <a:rPr lang="fr-FR" sz="1100" kern="1200" noProof="0" dirty="0" err="1">
                          <a:solidFill>
                            <a:schemeClr val="tx1"/>
                          </a:solidFill>
                          <a:latin typeface="Arial" panose="020B0604020202020204" pitchFamily="34" charset="0"/>
                          <a:ea typeface="+mn-ea"/>
                          <a:cs typeface="Arial" panose="020B0604020202020204" pitchFamily="34" charset="0"/>
                        </a:rPr>
                        <a:t>LiST</a:t>
                      </a:r>
                      <a:r>
                        <a:rPr lang="fr-FR" sz="1100" kern="1200" noProof="0" dirty="0">
                          <a:solidFill>
                            <a:schemeClr val="tx1"/>
                          </a:solidFill>
                          <a:latin typeface="Arial" panose="020B0604020202020204" pitchFamily="34" charset="0"/>
                          <a:ea typeface="+mn-ea"/>
                          <a:cs typeface="Arial" panose="020B0604020202020204" pitchFamily="34" charset="0"/>
                        </a:rPr>
                        <a:t>, lancement de plusieurs initiatives de remédiation dans le cadre du renforcement du dispositif liquidité</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Revue des </a:t>
                      </a:r>
                      <a:r>
                        <a:rPr lang="fr-FR" sz="1100" kern="1200" noProof="0" dirty="0" err="1">
                          <a:solidFill>
                            <a:schemeClr val="dk1"/>
                          </a:solidFill>
                          <a:latin typeface="+mn-lt"/>
                          <a:ea typeface="+mn-ea"/>
                          <a:cs typeface="Arial"/>
                        </a:rPr>
                        <a:t>reporting</a:t>
                      </a:r>
                      <a:r>
                        <a:rPr lang="fr-FR" sz="1100" kern="1200" noProof="0" dirty="0">
                          <a:solidFill>
                            <a:schemeClr val="dk1"/>
                          </a:solidFill>
                          <a:latin typeface="+mn-lt"/>
                          <a:ea typeface="+mn-ea"/>
                          <a:cs typeface="Arial"/>
                        </a:rPr>
                        <a:t> de pilotage de la liquidité au niveau des business unit et du Groupe et mise en place d’indicateurs de pilotage des ratios réglementaires (LCR/NSFR)</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Harmonisation des gaps de liquidité statiques et stressé</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Assistance à la refonte du SI de pilotage de la liquidité </a:t>
                      </a: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078204035"/>
                  </a:ext>
                </a:extLst>
              </a:tr>
              <a:tr h="81241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dirty="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endParaRPr lang="fr-FR" sz="1100" kern="1200" noProof="0" dirty="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endParaRPr lang="fr-FR" sz="1100" b="0" kern="1200" noProof="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3311555948"/>
                  </a:ext>
                </a:extLst>
              </a:tr>
              <a:tr h="1118757">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algn="l" fontAlgn="ctr"/>
                      <a:endParaRPr lang="fr-FR" sz="1000" b="0" i="0" u="none" strike="noStrike" dirty="0">
                        <a:solidFill>
                          <a:srgbClr val="000000"/>
                        </a:solidFill>
                        <a:effectLst/>
                        <a:latin typeface="Arial" panose="020B0604020202020204" pitchFamily="34" charset="0"/>
                      </a:endParaRPr>
                    </a:p>
                  </a:txBody>
                  <a:tcPr marL="7620" marR="7620" marT="762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indent="0" algn="l" fontAlgn="t">
                        <a:buFont typeface="Arial" panose="020B0604020202020204" pitchFamily="34" charset="0"/>
                        <a:buNone/>
                      </a:pPr>
                      <a:endParaRPr lang="fr-FR" sz="1100" b="0" i="0" u="none" strike="noStrike" dirty="0">
                        <a:solidFill>
                          <a:srgbClr val="000000"/>
                        </a:solidFill>
                        <a:effectLst/>
                        <a:latin typeface="Arial" panose="020B0604020202020204" pitchFamily="34" charset="0"/>
                      </a:endParaRPr>
                    </a:p>
                  </a:txBody>
                  <a:tcPr marL="7620" marR="7620" marT="7620" marB="0">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852353690"/>
                  </a:ext>
                </a:extLst>
              </a:tr>
            </a:tbl>
          </a:graphicData>
        </a:graphic>
      </p:graphicFrame>
      <p:pic>
        <p:nvPicPr>
          <p:cNvPr id="9" name="Picture Placeholder 12">
            <a:extLst>
              <a:ext uri="{FF2B5EF4-FFF2-40B4-BE49-F238E27FC236}">
                <a16:creationId xmlns:a16="http://schemas.microsoft.com/office/drawing/2014/main" id="{795A3A30-D776-0C9E-195C-223E046D24C1}"/>
              </a:ext>
            </a:extLst>
          </p:cNvPr>
          <p:cNvPicPr>
            <a:picLocks noChangeAspect="1"/>
          </p:cNvPicPr>
          <p:nvPr/>
        </p:nvPicPr>
        <p:blipFill rotWithShape="1">
          <a:blip r:embed="rId5" cstate="print">
            <a:alphaModFix/>
            <a:extLst>
              <a:ext uri="{28A0092B-C50C-407E-A947-70E740481C1C}">
                <a14:useLocalDpi xmlns:a14="http://schemas.microsoft.com/office/drawing/2010/main" val="0"/>
              </a:ext>
            </a:extLst>
          </a:blip>
          <a:srcRect t="-14712" b="-14712"/>
          <a:stretch/>
        </p:blipFill>
        <p:spPr bwMode="gray">
          <a:xfrm>
            <a:off x="676612" y="3038330"/>
            <a:ext cx="1033523" cy="356347"/>
          </a:xfrm>
          <a:prstGeom prst="rect">
            <a:avLst/>
          </a:prstGeom>
          <a:solidFill>
            <a:schemeClr val="bg1"/>
          </a:solidFill>
          <a:ln/>
        </p:spPr>
      </p:pic>
    </p:spTree>
    <p:extLst>
      <p:ext uri="{BB962C8B-B14F-4D97-AF65-F5344CB8AC3E}">
        <p14:creationId xmlns:p14="http://schemas.microsoft.com/office/powerpoint/2010/main" val="377205680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NUM" val="6"/>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NUM" val="6"/>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NUM" val="6"/>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2023 03_ACI partners">
  <a:themeElements>
    <a:clrScheme name="Personnalisé 5">
      <a:dk1>
        <a:srgbClr val="000000"/>
      </a:dk1>
      <a:lt1>
        <a:srgbClr val="FFFFFF"/>
      </a:lt1>
      <a:dk2>
        <a:srgbClr val="313F4F"/>
      </a:dk2>
      <a:lt2>
        <a:srgbClr val="F2F2F2"/>
      </a:lt2>
      <a:accent1>
        <a:srgbClr val="313F4F"/>
      </a:accent1>
      <a:accent2>
        <a:srgbClr val="425468"/>
      </a:accent2>
      <a:accent3>
        <a:srgbClr val="8295AE"/>
      </a:accent3>
      <a:accent4>
        <a:srgbClr val="678BA9"/>
      </a:accent4>
      <a:accent5>
        <a:srgbClr val="FA803D"/>
      </a:accent5>
      <a:accent6>
        <a:srgbClr val="FAEB37"/>
      </a:accent6>
      <a:hlink>
        <a:srgbClr val="8297B0"/>
      </a:hlink>
      <a:folHlink>
        <a:srgbClr val="678BA8"/>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rtlCol="0" anchor="ctr"/>
      <a:lstStyle>
        <a:defPPr algn="ctr">
          <a:defRPr sz="1400"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2023 03_ACI partners" id="{C2E85A24-EC8A-44BD-934F-B55D994E1818}" vid="{048C62D8-7484-4431-9444-855DECC00AE4}"/>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EA5923CF42828478025696259AFA44C" ma:contentTypeVersion="13" ma:contentTypeDescription="Crée un document." ma:contentTypeScope="" ma:versionID="5e993e22e778ef09ecfb16d3fefdfc9f">
  <xsd:schema xmlns:xsd="http://www.w3.org/2001/XMLSchema" xmlns:xs="http://www.w3.org/2001/XMLSchema" xmlns:p="http://schemas.microsoft.com/office/2006/metadata/properties" xmlns:ns2="b662136d-f4c7-4ecd-aecf-392677ef4b39" xmlns:ns3="5438b2ed-c33a-4943-80d4-1eb1a51ca64d" targetNamespace="http://schemas.microsoft.com/office/2006/metadata/properties" ma:root="true" ma:fieldsID="c5619f54d5f07886a6273fdc4fba94ca" ns2:_="" ns3:_="">
    <xsd:import namespace="b662136d-f4c7-4ecd-aecf-392677ef4b39"/>
    <xsd:import namespace="5438b2ed-c33a-4943-80d4-1eb1a51ca64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Location"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662136d-f4c7-4ecd-aecf-392677ef4b3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Balises d’images" ma:readOnly="false" ma:fieldId="{5cf76f15-5ced-4ddc-b409-7134ff3c332f}" ma:taxonomyMulti="true" ma:sspId="9c4cb228-3045-4ce0-a5ba-35060aea63d2" ma:termSetId="09814cd3-568e-fe90-9814-8d621ff8fb84" ma:anchorId="fba54fb3-c3e1-fe81-a776-ca4b69148c4d" ma:open="true" ma:isKeyword="false">
      <xsd:complexType>
        <xsd:sequence>
          <xsd:element ref="pc:Terms" minOccurs="0" maxOccurs="1"/>
        </xsd:sequence>
      </xsd:complexType>
    </xsd:element>
    <xsd:element name="MediaServiceLocation" ma:index="19" nillable="true" ma:displayName="Location" ma:indexed="true" ma:internalName="MediaServiceLocation"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438b2ed-c33a-4943-80d4-1eb1a51ca64d"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c9b42586-e577-452a-859a-b23ae595a161}" ma:internalName="TaxCatchAll" ma:showField="CatchAllData" ma:web="5438b2ed-c33a-4943-80d4-1eb1a51ca64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b662136d-f4c7-4ecd-aecf-392677ef4b39">
      <Terms xmlns="http://schemas.microsoft.com/office/infopath/2007/PartnerControls"/>
    </lcf76f155ced4ddcb4097134ff3c332f>
    <TaxCatchAll xmlns="5438b2ed-c33a-4943-80d4-1eb1a51ca64d"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C2C9236-52D2-4012-B7E8-0FBE91ECE19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662136d-f4c7-4ecd-aecf-392677ef4b39"/>
    <ds:schemaRef ds:uri="5438b2ed-c33a-4943-80d4-1eb1a51ca64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4B2C9DB-0A57-4B63-9B2F-1F2577DE39DB}">
  <ds:schemaRefs>
    <ds:schemaRef ds:uri="4f6f44f4-5674-4c2b-bc40-55542a1e461f"/>
    <ds:schemaRef ds:uri="93f4ea96-aa74-42f7-9ee2-d0081040e0e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 ds:uri="b662136d-f4c7-4ecd-aecf-392677ef4b39"/>
    <ds:schemaRef ds:uri="5438b2ed-c33a-4943-80d4-1eb1a51ca64d"/>
  </ds:schemaRefs>
</ds:datastoreItem>
</file>

<file path=customXml/itemProps3.xml><?xml version="1.0" encoding="utf-8"?>
<ds:datastoreItem xmlns:ds="http://schemas.openxmlformats.org/officeDocument/2006/customXml" ds:itemID="{1783928A-16BB-46DD-99FA-B3F8B6A54A9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Default Theme</Template>
  <TotalTime>0</TotalTime>
  <Words>2571</Words>
  <Application>Microsoft Office PowerPoint</Application>
  <PresentationFormat>Grand écran</PresentationFormat>
  <Paragraphs>254</Paragraphs>
  <Slides>14</Slides>
  <Notes>1</Notes>
  <HiddenSlides>0</HiddenSlides>
  <MMClips>0</MMClips>
  <ScaleCrop>false</ScaleCrop>
  <HeadingPairs>
    <vt:vector size="8" baseType="variant">
      <vt:variant>
        <vt:lpstr>Polices utilisées</vt:lpstr>
      </vt:variant>
      <vt:variant>
        <vt:i4>3</vt:i4>
      </vt:variant>
      <vt:variant>
        <vt:lpstr>Thème</vt:lpstr>
      </vt:variant>
      <vt:variant>
        <vt:i4>1</vt:i4>
      </vt:variant>
      <vt:variant>
        <vt:lpstr>Serveurs OLE incorporés</vt:lpstr>
      </vt:variant>
      <vt:variant>
        <vt:i4>1</vt:i4>
      </vt:variant>
      <vt:variant>
        <vt:lpstr>Titres des diapositives</vt:lpstr>
      </vt:variant>
      <vt:variant>
        <vt:i4>14</vt:i4>
      </vt:variant>
    </vt:vector>
  </HeadingPairs>
  <TitlesOfParts>
    <vt:vector size="19" baseType="lpstr">
      <vt:lpstr>Arial</vt:lpstr>
      <vt:lpstr>Calibri</vt:lpstr>
      <vt:lpstr>Raleway</vt:lpstr>
      <vt:lpstr>2023 03_ACI partners</vt:lpstr>
      <vt:lpstr>Diapositive think-cell</vt:lpstr>
      <vt:lpstr>Extrait de nos références</vt:lpstr>
      <vt:lpstr>Extrait de nos références</vt:lpstr>
      <vt:lpstr>Extrait de nos références</vt:lpstr>
      <vt:lpstr>Extrait de nos références</vt:lpstr>
      <vt:lpstr>Extrait de nos références</vt:lpstr>
      <vt:lpstr>Extrait de nos références</vt:lpstr>
      <vt:lpstr>Extrait de nos références</vt:lpstr>
      <vt:lpstr>Extrait de nos références</vt:lpstr>
      <vt:lpstr>Extrait de nos références</vt:lpstr>
      <vt:lpstr>Extrait de nos références</vt:lpstr>
      <vt:lpstr>Extrait de nos références</vt:lpstr>
      <vt:lpstr>Extrait de nos références</vt:lpstr>
      <vt:lpstr>Extrait de nos références</vt:lpstr>
      <vt:lpstr>Extrait de nos références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Accelerate Collective Intelligence</dc:title>
  <dc:creator>Adrien Pina</dc:creator>
  <cp:lastModifiedBy>Julie Massé</cp:lastModifiedBy>
  <cp:revision>23</cp:revision>
  <dcterms:created xsi:type="dcterms:W3CDTF">2023-09-06T09:59:04Z</dcterms:created>
  <dcterms:modified xsi:type="dcterms:W3CDTF">2025-03-17T15:30:36Z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0x010100AEA5923CF42828478025696259AFA44C</vt:lpwstr>
  </property>
  <property fmtid="{D5CDD505-2E9C-101B-9397-08002B2CF9AE}" pid="4" name="Order">
    <vt:r8>1599700</vt:r8>
  </property>
  <property fmtid="{D5CDD505-2E9C-101B-9397-08002B2CF9AE}" pid="5" name="xd_Signature">
    <vt:bool>false</vt:bool>
  </property>
  <property fmtid="{D5CDD505-2E9C-101B-9397-08002B2CF9AE}" pid="6" name="SharedWithUsers">
    <vt:lpwstr>1456;#Diana-Alexandra Stan;#1333;#Laurent Wlodarczyk;#16;#Vincent Falgéras;#1359;#Catalin Irimia;#53;#Moïse Gueye;#12;#Adrien Pina;#32;#Damien Maniere</vt:lpwstr>
  </property>
  <property fmtid="{D5CDD505-2E9C-101B-9397-08002B2CF9AE}" pid="7" name="xd_ProgID">
    <vt:lpwstr/>
  </property>
  <property fmtid="{D5CDD505-2E9C-101B-9397-08002B2CF9AE}" pid="8" name="ComplianceAssetId">
    <vt:lpwstr/>
  </property>
  <property fmtid="{D5CDD505-2E9C-101B-9397-08002B2CF9AE}" pid="9" name="TemplateUrl">
    <vt:lpwstr/>
  </property>
  <property fmtid="{D5CDD505-2E9C-101B-9397-08002B2CF9AE}" pid="10" name="_ExtendedDescription">
    <vt:lpwstr/>
  </property>
  <property fmtid="{D5CDD505-2E9C-101B-9397-08002B2CF9AE}" pid="11" name="TriggerFlowInfo">
    <vt:lpwstr/>
  </property>
</Properties>
</file>