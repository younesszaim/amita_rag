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147378320" r:id="rId5"/>
    <p:sldId id="2147378323" r:id="rId6"/>
  </p:sldIdLst>
  <p:sldSz cx="12192000" cy="6858000"/>
  <p:notesSz cx="6858000" cy="9144000"/>
  <p:custDataLst>
    <p:tags r:id="rId8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B738-3D5C-4851-BA0A-F593F390B82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6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6" Type="http://schemas.openxmlformats.org/officeDocument/2006/relationships/image" Target="../media/image12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6556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 </a:t>
            </a:r>
            <a:r>
              <a:rPr lang="fr-FR" b="1">
                <a:solidFill>
                  <a:srgbClr val="FF0000"/>
                </a:solidFill>
              </a:rPr>
              <a:t>1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1083933"/>
              </p:ext>
            </p:extLst>
          </p:nvPr>
        </p:nvGraphicFramePr>
        <p:xfrm>
          <a:off x="361541" y="1808163"/>
          <a:ext cx="11430002" cy="2983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Logo client ici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Suite à un projet d’externalisation du SI, poursuite de la transformation de son SI en mettant l’accent sur la performance et le niveau de service : définition de la trajectoire de mise à niveau des applicatifs métiers et prise en compte des aspects d’optimisation et de rationalisation de l’infrastructure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Plan Informatique, de la cartographie applicative et analyse des éléments d’infrastructure applicative (contraintes techniques, obsolescence des applications, ...)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Entretiens avec les métiers pour recueillir leurs enjeux et attentes ; étude de l’adéquation avec les outils SI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Rencontre avec les éditeurs de logiciels pour identifier les possibilités d’évolution des applications et l’intégration dans le SI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Ordonnancement des besoins, attentes et contraintes du point de vue des métiers, du pôle Informatique, des éditeurs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adhérences entre applications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Élaboration d’une proposition de trajectoire SI 2019 –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4EB66420-1FEF-2277-4563-AB4F99EBEEC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69" b="16269"/>
          <a:stretch>
            <a:fillRect/>
          </a:stretch>
        </p:blipFill>
        <p:spPr>
          <a:xfrm>
            <a:off x="811144" y="3612245"/>
            <a:ext cx="762000" cy="5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3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60" imgH="360" progId="TCLayout.ActiveDocument.1">
                  <p:embed/>
                </p:oleObj>
              </mc:Choice>
              <mc:Fallback>
                <p:oleObj name="Diapositive think-cell" r:id="rId4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00000"/>
              </p:ext>
            </p:extLst>
          </p:nvPr>
        </p:nvGraphicFramePr>
        <p:xfrm>
          <a:off x="361541" y="1808163"/>
          <a:ext cx="11430002" cy="3871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Volonté d’acquisition d’un outil FO-MO de financement structuré pour fiabiliser la production (diminution des risques opérationnels), faciliter les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internes et externes (dont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réglementaires), et optimiser le suivi MO (gain PNB)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Finalisation du cahier des charges &amp; début de conception détaillé des besoins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Simulation du coût et ROI des solutions éditeurs selon plusieurs scénarii et support de BPCE Achat dans la négociation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du dossier de choix et complétion itérative avec les éléments clés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906517"/>
                  </a:ext>
                </a:extLst>
              </a:tr>
            </a:tbl>
          </a:graphicData>
        </a:graphic>
      </p:graphicFrame>
      <p:pic>
        <p:nvPicPr>
          <p:cNvPr id="3" name="Image 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3B115B0-13B0-9106-D765-F189196E3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9" y="2290988"/>
            <a:ext cx="1066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6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E12C3ED4-7469-403B-8F4A-4BD46D090E44}"/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269</Words>
  <Application>Microsoft Office PowerPoint</Application>
  <PresentationFormat>Grand écran</PresentationFormat>
  <Paragraphs>26</Paragraphs>
  <Slides>2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Raleway</vt:lpstr>
      <vt:lpstr>2023 03_ACI partners</vt:lpstr>
      <vt:lpstr>Diapositive think-cell</vt:lpstr>
      <vt:lpstr>Extrait de nos références 1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21</cp:revision>
  <dcterms:created xsi:type="dcterms:W3CDTF">2023-09-06T09:59:04Z</dcterms:created>
  <dcterms:modified xsi:type="dcterms:W3CDTF">2024-05-28T15:37:53Z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1599900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