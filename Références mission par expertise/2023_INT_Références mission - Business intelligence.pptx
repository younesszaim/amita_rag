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378330" r:id="rId5"/>
  </p:sldIdLst>
  <p:sldSz cx="12192000" cy="6858000"/>
  <p:notesSz cx="6858000" cy="9144000"/>
  <p:custDataLst>
    <p:tags r:id="rId7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C9D42-81F6-4B8B-8873-0A2EE6B0A388}" v="12" dt="2024-05-21T09:42:10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ni BEN MRAD" userId="29e18123-af16-4e2b-8963-6a004e026def" providerId="ADAL" clId="{78E63A4E-AD4F-490C-8E4A-EEC435BAB616}"/>
    <pc:docChg chg="undo custSel addSld delSld modSld sldOrd modSection">
      <pc:chgData name="Héni BEN MRAD" userId="29e18123-af16-4e2b-8963-6a004e026def" providerId="ADAL" clId="{78E63A4E-AD4F-490C-8E4A-EEC435BAB616}" dt="2024-05-16T07:28:05.329" v="34"/>
      <pc:docMkLst>
        <pc:docMk/>
      </pc:docMkLst>
      <pc:sldChg chg="modSp mod">
        <pc:chgData name="Héni BEN MRAD" userId="29e18123-af16-4e2b-8963-6a004e026def" providerId="ADAL" clId="{78E63A4E-AD4F-490C-8E4A-EEC435BAB616}" dt="2024-05-15T08:31:24.252" v="1" actId="1076"/>
        <pc:sldMkLst>
          <pc:docMk/>
          <pc:sldMk cId="17159160" sldId="2147378656"/>
        </pc:sldMkLst>
        <pc:graphicFrameChg chg="mod">
          <ac:chgData name="Héni BEN MRAD" userId="29e18123-af16-4e2b-8963-6a004e026def" providerId="ADAL" clId="{78E63A4E-AD4F-490C-8E4A-EEC435BAB616}" dt="2024-05-15T08:31:24.252" v="1" actId="1076"/>
          <ac:graphicFrameMkLst>
            <pc:docMk/>
            <pc:sldMk cId="17159160" sldId="2147378656"/>
            <ac:graphicFrameMk id="5" creationId="{CA659D41-EFBE-2DB8-2EF8-27CF870D460D}"/>
          </ac:graphicFrameMkLst>
        </pc:graphicFrameChg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229247021" sldId="214737866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596813283" sldId="2147378663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36498837" sldId="2147378664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553861569" sldId="2147378665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78661884" sldId="2147378668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05728382" sldId="2147378669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43201548" sldId="2147378670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785727531" sldId="214737867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60049709" sldId="214737867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600413362" sldId="214737867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4230165508" sldId="214737867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53351736" sldId="2147378678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481359237" sldId="214737867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51729791" sldId="2147378681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425987383" sldId="214737868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868947623" sldId="214737868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882209703" sldId="214737868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955142616" sldId="2147378687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99446170" sldId="214737868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21991331" sldId="214737869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92800247" sldId="2147378691"/>
        </pc:sldMkLst>
      </pc:sldChg>
      <pc:sldChg chg="add del">
        <pc:chgData name="Héni BEN MRAD" userId="29e18123-af16-4e2b-8963-6a004e026def" providerId="ADAL" clId="{78E63A4E-AD4F-490C-8E4A-EEC435BAB616}" dt="2024-05-16T07:10:15.912" v="8" actId="47"/>
        <pc:sldMkLst>
          <pc:docMk/>
          <pc:sldMk cId="484516163" sldId="214737869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327284772" sldId="2147378692"/>
        </pc:sldMkLst>
      </pc:sldChg>
      <pc:sldChg chg="add del">
        <pc:chgData name="Héni BEN MRAD" userId="29e18123-af16-4e2b-8963-6a004e026def" providerId="ADAL" clId="{78E63A4E-AD4F-490C-8E4A-EEC435BAB616}" dt="2024-05-16T07:10:17.555" v="9" actId="47"/>
        <pc:sldMkLst>
          <pc:docMk/>
          <pc:sldMk cId="3785935496" sldId="2147378692"/>
        </pc:sldMkLst>
      </pc:sldChg>
      <pc:sldChg chg="add del">
        <pc:chgData name="Héni BEN MRAD" userId="29e18123-af16-4e2b-8963-6a004e026def" providerId="ADAL" clId="{78E63A4E-AD4F-490C-8E4A-EEC435BAB616}" dt="2024-05-16T07:10:18.352" v="10" actId="47"/>
        <pc:sldMkLst>
          <pc:docMk/>
          <pc:sldMk cId="269473791" sldId="2147378693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456009956" sldId="2147378694"/>
        </pc:sldMkLst>
      </pc:sldChg>
      <pc:sldChg chg="add del">
        <pc:chgData name="Héni BEN MRAD" userId="29e18123-af16-4e2b-8963-6a004e026def" providerId="ADAL" clId="{78E63A4E-AD4F-490C-8E4A-EEC435BAB616}" dt="2024-05-16T07:10:19.166" v="11" actId="47"/>
        <pc:sldMkLst>
          <pc:docMk/>
          <pc:sldMk cId="1313836966" sldId="2147378694"/>
        </pc:sldMkLst>
      </pc:sldChg>
      <pc:sldChg chg="add del">
        <pc:chgData name="Héni BEN MRAD" userId="29e18123-af16-4e2b-8963-6a004e026def" providerId="ADAL" clId="{78E63A4E-AD4F-490C-8E4A-EEC435BAB616}" dt="2024-05-16T07:10:19.998" v="12" actId="47"/>
        <pc:sldMkLst>
          <pc:docMk/>
          <pc:sldMk cId="3333659444" sldId="2147378695"/>
        </pc:sldMkLst>
      </pc:sldChg>
      <pc:sldChg chg="add del">
        <pc:chgData name="Héni BEN MRAD" userId="29e18123-af16-4e2b-8963-6a004e026def" providerId="ADAL" clId="{78E63A4E-AD4F-490C-8E4A-EEC435BAB616}" dt="2024-05-16T07:10:20.664" v="13" actId="47"/>
        <pc:sldMkLst>
          <pc:docMk/>
          <pc:sldMk cId="1725248626" sldId="2147378696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5575117" sldId="2147378696"/>
        </pc:sldMkLst>
      </pc:sldChg>
      <pc:sldChg chg="add del">
        <pc:chgData name="Héni BEN MRAD" userId="29e18123-af16-4e2b-8963-6a004e026def" providerId="ADAL" clId="{78E63A4E-AD4F-490C-8E4A-EEC435BAB616}" dt="2024-05-16T07:10:21.493" v="14" actId="47"/>
        <pc:sldMkLst>
          <pc:docMk/>
          <pc:sldMk cId="2244888204" sldId="2147378697"/>
        </pc:sldMkLst>
      </pc:sldChg>
      <pc:sldChg chg="add del">
        <pc:chgData name="Héni BEN MRAD" userId="29e18123-af16-4e2b-8963-6a004e026def" providerId="ADAL" clId="{78E63A4E-AD4F-490C-8E4A-EEC435BAB616}" dt="2024-05-16T07:10:22.179" v="15" actId="47"/>
        <pc:sldMkLst>
          <pc:docMk/>
          <pc:sldMk cId="149892603" sldId="2147378698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53131440" sldId="2147378698"/>
        </pc:sldMkLst>
      </pc:sldChg>
      <pc:sldChg chg="add del">
        <pc:chgData name="Héni BEN MRAD" userId="29e18123-af16-4e2b-8963-6a004e026def" providerId="ADAL" clId="{78E63A4E-AD4F-490C-8E4A-EEC435BAB616}" dt="2024-05-16T07:10:22.874" v="16" actId="47"/>
        <pc:sldMkLst>
          <pc:docMk/>
          <pc:sldMk cId="1058382084" sldId="2147378699"/>
        </pc:sldMkLst>
      </pc:sldChg>
      <pc:sldChg chg="add del">
        <pc:chgData name="Héni BEN MRAD" userId="29e18123-af16-4e2b-8963-6a004e026def" providerId="ADAL" clId="{78E63A4E-AD4F-490C-8E4A-EEC435BAB616}" dt="2024-05-16T07:10:23.492" v="17" actId="47"/>
        <pc:sldMkLst>
          <pc:docMk/>
          <pc:sldMk cId="1368798832" sldId="214737870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7934972" sldId="2147378700"/>
        </pc:sldMkLst>
      </pc:sldChg>
      <pc:sldChg chg="add del">
        <pc:chgData name="Héni BEN MRAD" userId="29e18123-af16-4e2b-8963-6a004e026def" providerId="ADAL" clId="{78E63A4E-AD4F-490C-8E4A-EEC435BAB616}" dt="2024-05-16T07:10:24.105" v="18" actId="47"/>
        <pc:sldMkLst>
          <pc:docMk/>
          <pc:sldMk cId="1216998310" sldId="214737870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436619141" sldId="2147378701"/>
        </pc:sldMkLst>
      </pc:sldChg>
      <pc:sldChg chg="add del">
        <pc:chgData name="Héni BEN MRAD" userId="29e18123-af16-4e2b-8963-6a004e026def" providerId="ADAL" clId="{78E63A4E-AD4F-490C-8E4A-EEC435BAB616}" dt="2024-05-16T07:10:24.817" v="19" actId="47"/>
        <pc:sldMkLst>
          <pc:docMk/>
          <pc:sldMk cId="92800247" sldId="2147378702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1453969738" sldId="2147378703"/>
        </pc:sldMkLst>
      </pc:sldChg>
      <pc:sldChg chg="add del">
        <pc:chgData name="Héni BEN MRAD" userId="29e18123-af16-4e2b-8963-6a004e026def" providerId="ADAL" clId="{78E63A4E-AD4F-490C-8E4A-EEC435BAB616}" dt="2024-05-16T07:10:25.399" v="20" actId="47"/>
        <pc:sldMkLst>
          <pc:docMk/>
          <pc:sldMk cId="3327284772" sldId="2147378703"/>
        </pc:sldMkLst>
      </pc:sldChg>
      <pc:sldChg chg="add del">
        <pc:chgData name="Héni BEN MRAD" userId="29e18123-af16-4e2b-8963-6a004e026def" providerId="ADAL" clId="{78E63A4E-AD4F-490C-8E4A-EEC435BAB616}" dt="2024-05-16T07:10:26.031" v="21" actId="47"/>
        <pc:sldMkLst>
          <pc:docMk/>
          <pc:sldMk cId="456009956" sldId="2147378704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9515716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981362468" sldId="2147378705"/>
        </pc:sldMkLst>
      </pc:sldChg>
      <pc:sldChg chg="add del">
        <pc:chgData name="Héni BEN MRAD" userId="29e18123-af16-4e2b-8963-6a004e026def" providerId="ADAL" clId="{78E63A4E-AD4F-490C-8E4A-EEC435BAB616}" dt="2024-05-16T07:10:26.660" v="22" actId="47"/>
        <pc:sldMkLst>
          <pc:docMk/>
          <pc:sldMk cId="264557511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66727073" sldId="2147378706"/>
        </pc:sldMkLst>
      </pc:sldChg>
      <pc:sldChg chg="add del">
        <pc:chgData name="Héni BEN MRAD" userId="29e18123-af16-4e2b-8963-6a004e026def" providerId="ADAL" clId="{78E63A4E-AD4F-490C-8E4A-EEC435BAB616}" dt="2024-05-16T07:10:27.279" v="23" actId="47"/>
        <pc:sldMkLst>
          <pc:docMk/>
          <pc:sldMk cId="353131440" sldId="2147378706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186096818" sldId="2147378706"/>
        </pc:sldMkLst>
      </pc:sldChg>
      <pc:sldChg chg="add del">
        <pc:chgData name="Héni BEN MRAD" userId="29e18123-af16-4e2b-8963-6a004e026def" providerId="ADAL" clId="{78E63A4E-AD4F-490C-8E4A-EEC435BAB616}" dt="2024-05-16T07:10:28.168" v="24" actId="47"/>
        <pc:sldMkLst>
          <pc:docMk/>
          <pc:sldMk cId="2647934972" sldId="2147378707"/>
        </pc:sldMkLst>
      </pc:sldChg>
      <pc:sldChg chg="add del">
        <pc:chgData name="Héni BEN MRAD" userId="29e18123-af16-4e2b-8963-6a004e026def" providerId="ADAL" clId="{78E63A4E-AD4F-490C-8E4A-EEC435BAB616}" dt="2024-05-16T07:10:28.782" v="25" actId="47"/>
        <pc:sldMkLst>
          <pc:docMk/>
          <pc:sldMk cId="3436619141" sldId="2147378708"/>
        </pc:sldMkLst>
      </pc:sldChg>
      <pc:sldChg chg="add del">
        <pc:chgData name="Héni BEN MRAD" userId="29e18123-af16-4e2b-8963-6a004e026def" providerId="ADAL" clId="{78E63A4E-AD4F-490C-8E4A-EEC435BAB616}" dt="2024-05-16T07:10:31.211" v="26" actId="47"/>
        <pc:sldMkLst>
          <pc:docMk/>
          <pc:sldMk cId="1453969738" sldId="214737870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698827131" sldId="214737870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4190672234" sldId="2147378709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2823448428" sldId="2147378710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61900893" sldId="2147378711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945530814" sldId="2147378712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793402826" sldId="2147378713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3916433297" sldId="2147378714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07029331" sldId="2147378715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962818013" sldId="2147378717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280056239" sldId="2147378718"/>
        </pc:sldMkLst>
      </pc:sldChg>
      <pc:sldChg chg="add del">
        <pc:chgData name="Héni BEN MRAD" userId="29e18123-af16-4e2b-8963-6a004e026def" providerId="ADAL" clId="{78E63A4E-AD4F-490C-8E4A-EEC435BAB616}" dt="2024-05-16T07:28:01.308" v="33"/>
        <pc:sldMkLst>
          <pc:docMk/>
          <pc:sldMk cId="654307286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308491393" sldId="214737871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706009947" sldId="2147378719"/>
        </pc:sldMkLst>
      </pc:sldChg>
      <pc:sldChg chg="add">
        <pc:chgData name="Héni BEN MRAD" userId="29e18123-af16-4e2b-8963-6a004e026def" providerId="ADAL" clId="{78E63A4E-AD4F-490C-8E4A-EEC435BAB616}" dt="2024-05-16T07:28:05.329" v="34"/>
        <pc:sldMkLst>
          <pc:docMk/>
          <pc:sldMk cId="3919194427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71410912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75036908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31977721" sldId="2147378721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80514243" sldId="2147378721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7814840" sldId="2147378722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08938016" sldId="2147378722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063390252" sldId="2147378723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282623194" sldId="2147378723"/>
        </pc:sldMkLst>
      </pc:sldChg>
    </pc:docChg>
  </pc:docChgLst>
  <pc:docChgLst>
    <pc:chgData name="Diana-Alexandra Stan" userId="2b14850f-a8de-4b8f-a1ca-aac948f0bd80" providerId="ADAL" clId="{ABEC9D42-81F6-4B8B-8873-0A2EE6B0A388}"/>
    <pc:docChg chg="undo custSel addSld delSld modSld sldOrd addSection delSection modSection">
      <pc:chgData name="Diana-Alexandra Stan" userId="2b14850f-a8de-4b8f-a1ca-aac948f0bd80" providerId="ADAL" clId="{ABEC9D42-81F6-4B8B-8873-0A2EE6B0A388}" dt="2024-05-21T09:42:10.192" v="97" actId="113"/>
      <pc:docMkLst>
        <pc:docMk/>
      </pc:docMkLst>
      <pc:sldChg chg="modSp mod">
        <pc:chgData name="Diana-Alexandra Stan" userId="2b14850f-a8de-4b8f-a1ca-aac948f0bd80" providerId="ADAL" clId="{ABEC9D42-81F6-4B8B-8873-0A2EE6B0A388}" dt="2024-05-14T09:13:08.592" v="1" actId="14734"/>
        <pc:sldMkLst>
          <pc:docMk/>
          <pc:sldMk cId="4278805120" sldId="2147378330"/>
        </pc:sldMkLst>
        <pc:graphicFrameChg chg="modGraphic">
          <ac:chgData name="Diana-Alexandra Stan" userId="2b14850f-a8de-4b8f-a1ca-aac948f0bd80" providerId="ADAL" clId="{ABEC9D42-81F6-4B8B-8873-0A2EE6B0A388}" dt="2024-05-14T09:13:08.592" v="1" actId="14734"/>
          <ac:graphicFrameMkLst>
            <pc:docMk/>
            <pc:sldMk cId="4278805120" sldId="2147378330"/>
            <ac:graphicFrameMk id="12" creationId="{522A63A6-A142-41B5-93A1-EBB1D8DC7CFD}"/>
          </ac:graphicFrameMkLst>
        </pc:graphicFrameChg>
      </pc:sldChg>
      <pc:sldChg chg="delSp modSp add mod">
        <pc:chgData name="Diana-Alexandra Stan" userId="2b14850f-a8de-4b8f-a1ca-aac948f0bd80" providerId="ADAL" clId="{ABEC9D42-81F6-4B8B-8873-0A2EE6B0A388}" dt="2024-05-15T14:06:40.677" v="61" actId="20577"/>
        <pc:sldMkLst>
          <pc:docMk/>
          <pc:sldMk cId="464417022" sldId="2147378467"/>
        </pc:sldMkLst>
        <pc:spChg chg="mod">
          <ac:chgData name="Diana-Alexandra Stan" userId="2b14850f-a8de-4b8f-a1ca-aac948f0bd80" providerId="ADAL" clId="{ABEC9D42-81F6-4B8B-8873-0A2EE6B0A388}" dt="2024-05-15T14:06:40.677" v="61" actId="20577"/>
          <ac:spMkLst>
            <pc:docMk/>
            <pc:sldMk cId="464417022" sldId="2147378467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5:52.958" v="46" actId="478"/>
          <ac:spMkLst>
            <pc:docMk/>
            <pc:sldMk cId="464417022" sldId="2147378467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5:53.871" v="47" actId="478"/>
          <ac:picMkLst>
            <pc:docMk/>
            <pc:sldMk cId="464417022" sldId="2147378467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7:36.775" v="78" actId="20577"/>
        <pc:sldMkLst>
          <pc:docMk/>
          <pc:sldMk cId="3457511368" sldId="2147378469"/>
        </pc:sldMkLst>
        <pc:spChg chg="mod">
          <ac:chgData name="Diana-Alexandra Stan" userId="2b14850f-a8de-4b8f-a1ca-aac948f0bd80" providerId="ADAL" clId="{ABEC9D42-81F6-4B8B-8873-0A2EE6B0A388}" dt="2024-05-15T14:07:36.775" v="78" actId="20577"/>
          <ac:spMkLst>
            <pc:docMk/>
            <pc:sldMk cId="3457511368" sldId="2147378469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7:31.935" v="74" actId="478"/>
          <ac:spMkLst>
            <pc:docMk/>
            <pc:sldMk cId="3457511368" sldId="2147378469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7:32.772" v="75" actId="478"/>
          <ac:picMkLst>
            <pc:docMk/>
            <pc:sldMk cId="3457511368" sldId="2147378469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6:45.780" v="70" actId="20577"/>
        <pc:sldMkLst>
          <pc:docMk/>
          <pc:sldMk cId="4110961314" sldId="2147378470"/>
        </pc:sldMkLst>
        <pc:spChg chg="mod">
          <ac:chgData name="Diana-Alexandra Stan" userId="2b14850f-a8de-4b8f-a1ca-aac948f0bd80" providerId="ADAL" clId="{ABEC9D42-81F6-4B8B-8873-0A2EE6B0A388}" dt="2024-05-15T14:06:45.780" v="70" actId="20577"/>
          <ac:spMkLst>
            <pc:docMk/>
            <pc:sldMk cId="4110961314" sldId="2147378470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6:27.322" v="51" actId="478"/>
          <ac:spMkLst>
            <pc:docMk/>
            <pc:sldMk cId="4110961314" sldId="2147378470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6:27.966" v="52" actId="478"/>
          <ac:picMkLst>
            <pc:docMk/>
            <pc:sldMk cId="4110961314" sldId="2147378470"/>
            <ac:picMk id="11" creationId="{8B9EE739-37DD-4253-A764-60D4B439E679}"/>
          </ac:picMkLst>
        </pc:picChg>
      </pc:sldChg>
      <pc:sldChg chg="delSp add mod">
        <pc:chgData name="Diana-Alexandra Stan" userId="2b14850f-a8de-4b8f-a1ca-aac948f0bd80" providerId="ADAL" clId="{ABEC9D42-81F6-4B8B-8873-0A2EE6B0A388}" dt="2024-05-15T14:04:25.593" v="40" actId="478"/>
        <pc:sldMkLst>
          <pc:docMk/>
          <pc:sldMk cId="560854086" sldId="2147378476"/>
        </pc:sldMkLst>
        <pc:spChg chg="del">
          <ac:chgData name="Diana-Alexandra Stan" userId="2b14850f-a8de-4b8f-a1ca-aac948f0bd80" providerId="ADAL" clId="{ABEC9D42-81F6-4B8B-8873-0A2EE6B0A388}" dt="2024-05-15T14:04:24.824" v="39" actId="478"/>
          <ac:spMkLst>
            <pc:docMk/>
            <pc:sldMk cId="560854086" sldId="2147378476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4:04:25.593" v="40" actId="478"/>
          <ac:picMkLst>
            <pc:docMk/>
            <pc:sldMk cId="560854086" sldId="2147378476"/>
            <ac:picMk id="11" creationId="{FEC01301-0507-0121-FCF1-58EC421A36B4}"/>
          </ac:picMkLst>
        </pc:picChg>
      </pc:sldChg>
      <pc:sldChg chg="delSp mod">
        <pc:chgData name="Diana-Alexandra Stan" userId="2b14850f-a8de-4b8f-a1ca-aac948f0bd80" providerId="ADAL" clId="{ABEC9D42-81F6-4B8B-8873-0A2EE6B0A388}" dt="2024-05-15T13:58:01.188" v="35" actId="478"/>
        <pc:sldMkLst>
          <pc:docMk/>
          <pc:sldMk cId="840874942" sldId="2147378477"/>
        </pc:sldMkLst>
        <pc:spChg chg="del">
          <ac:chgData name="Diana-Alexandra Stan" userId="2b14850f-a8de-4b8f-a1ca-aac948f0bd80" providerId="ADAL" clId="{ABEC9D42-81F6-4B8B-8873-0A2EE6B0A388}" dt="2024-05-15T13:58:00.254" v="34" actId="478"/>
          <ac:spMkLst>
            <pc:docMk/>
            <pc:sldMk cId="840874942" sldId="2147378477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3:58:01.188" v="35" actId="478"/>
          <ac:picMkLst>
            <pc:docMk/>
            <pc:sldMk cId="840874942" sldId="2147378477"/>
            <ac:picMk id="11" creationId="{FEC01301-0507-0121-FCF1-58EC421A36B4}"/>
          </ac:picMkLst>
        </pc:picChg>
      </pc:sldChg>
      <pc:sldChg chg="delSp modSp del mod">
        <pc:chgData name="Diana-Alexandra Stan" userId="2b14850f-a8de-4b8f-a1ca-aac948f0bd80" providerId="ADAL" clId="{ABEC9D42-81F6-4B8B-8873-0A2EE6B0A388}" dt="2024-05-15T14:10:18.443" v="79" actId="47"/>
        <pc:sldMkLst>
          <pc:docMk/>
          <pc:sldMk cId="4043005681" sldId="2147378658"/>
        </pc:sldMkLst>
        <pc:graphicFrameChg chg="modGraphic">
          <ac:chgData name="Diana-Alexandra Stan" userId="2b14850f-a8de-4b8f-a1ca-aac948f0bd80" providerId="ADAL" clId="{ABEC9D42-81F6-4B8B-8873-0A2EE6B0A388}" dt="2024-05-14T09:14:18.311" v="2" actId="2164"/>
          <ac:graphicFrameMkLst>
            <pc:docMk/>
            <pc:sldMk cId="4043005681" sldId="2147378658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4T09:14:19.964" v="3" actId="478"/>
          <ac:picMkLst>
            <pc:docMk/>
            <pc:sldMk cId="4043005681" sldId="2147378658"/>
            <ac:picMk id="7" creationId="{DF2D1750-2F7D-7F86-BA24-20F3D1D91715}"/>
          </ac:picMkLst>
        </pc:picChg>
      </pc:sldChg>
      <pc:sldChg chg="new del">
        <pc:chgData name="Diana-Alexandra Stan" userId="2b14850f-a8de-4b8f-a1ca-aac948f0bd80" providerId="ADAL" clId="{ABEC9D42-81F6-4B8B-8873-0A2EE6B0A388}" dt="2024-05-15T14:06:25.873" v="50" actId="47"/>
        <pc:sldMkLst>
          <pc:docMk/>
          <pc:sldMk cId="707896562" sldId="2147378660"/>
        </pc:sldMkLst>
      </pc:sldChg>
      <pc:sldChg chg="new del">
        <pc:chgData name="Diana-Alexandra Stan" userId="2b14850f-a8de-4b8f-a1ca-aac948f0bd80" providerId="ADAL" clId="{ABEC9D42-81F6-4B8B-8873-0A2EE6B0A388}" dt="2024-05-15T14:07:23.615" v="73" actId="47"/>
        <pc:sldMkLst>
          <pc:docMk/>
          <pc:sldMk cId="758949734" sldId="2147378660"/>
        </pc:sldMkLst>
      </pc:sldChg>
      <pc:sldChg chg="modSp add del mod">
        <pc:chgData name="Diana-Alexandra Stan" userId="2b14850f-a8de-4b8f-a1ca-aac948f0bd80" providerId="ADAL" clId="{ABEC9D42-81F6-4B8B-8873-0A2EE6B0A388}" dt="2024-05-14T09:34:53.937" v="26" actId="2696"/>
        <pc:sldMkLst>
          <pc:docMk/>
          <pc:sldMk cId="873405070" sldId="2147378660"/>
        </pc:sldMkLst>
        <pc:spChg chg="mod">
          <ac:chgData name="Diana-Alexandra Stan" userId="2b14850f-a8de-4b8f-a1ca-aac948f0bd80" providerId="ADAL" clId="{ABEC9D42-81F6-4B8B-8873-0A2EE6B0A388}" dt="2024-05-14T09:33:55.861" v="24" actId="20577"/>
          <ac:spMkLst>
            <pc:docMk/>
            <pc:sldMk cId="873405070" sldId="2147378660"/>
            <ac:spMk id="7" creationId="{30EA6425-EB2C-4F05-158E-A6F703DAF560}"/>
          </ac:spMkLst>
        </pc:spChg>
      </pc:sldChg>
      <pc:sldChg chg="delSp modSp mod">
        <pc:chgData name="Diana-Alexandra Stan" userId="2b14850f-a8de-4b8f-a1ca-aac948f0bd80" providerId="ADAL" clId="{ABEC9D42-81F6-4B8B-8873-0A2EE6B0A388}" dt="2024-05-15T14:15:01.072" v="83" actId="1076"/>
        <pc:sldMkLst>
          <pc:docMk/>
          <pc:sldMk cId="1160057248" sldId="2147378660"/>
        </pc:sldMkLst>
        <pc:graphicFrameChg chg="modGraphic">
          <ac:chgData name="Diana-Alexandra Stan" userId="2b14850f-a8de-4b8f-a1ca-aac948f0bd80" providerId="ADAL" clId="{ABEC9D42-81F6-4B8B-8873-0A2EE6B0A388}" dt="2024-05-15T14:14:48.410" v="80" actId="2164"/>
          <ac:graphicFrameMkLst>
            <pc:docMk/>
            <pc:sldMk cId="1160057248" sldId="2147378660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4:14:55.765" v="82" actId="478"/>
          <ac:picMkLst>
            <pc:docMk/>
            <pc:sldMk cId="1160057248" sldId="2147378660"/>
            <ac:picMk id="3" creationId="{C4407E16-2862-9402-F926-AFF0665C9233}"/>
          </ac:picMkLst>
        </pc:picChg>
        <pc:picChg chg="mod">
          <ac:chgData name="Diana-Alexandra Stan" userId="2b14850f-a8de-4b8f-a1ca-aac948f0bd80" providerId="ADAL" clId="{ABEC9D42-81F6-4B8B-8873-0A2EE6B0A388}" dt="2024-05-15T14:15:01.072" v="83" actId="1076"/>
          <ac:picMkLst>
            <pc:docMk/>
            <pc:sldMk cId="1160057248" sldId="2147378660"/>
            <ac:picMk id="7" creationId="{21E2981E-6F40-A2C8-28AE-B852A21B75B1}"/>
          </ac:picMkLst>
        </pc:picChg>
        <pc:picChg chg="del">
          <ac:chgData name="Diana-Alexandra Stan" userId="2b14850f-a8de-4b8f-a1ca-aac948f0bd80" providerId="ADAL" clId="{ABEC9D42-81F6-4B8B-8873-0A2EE6B0A388}" dt="2024-05-15T14:14:52.739" v="81" actId="478"/>
          <ac:picMkLst>
            <pc:docMk/>
            <pc:sldMk cId="1160057248" sldId="2147378660"/>
            <ac:picMk id="14" creationId="{3E00E60D-2E0F-C9B2-13CC-80F011C8B569}"/>
          </ac:picMkLst>
        </pc:picChg>
      </pc:sldChg>
      <pc:sldChg chg="new del">
        <pc:chgData name="Diana-Alexandra Stan" userId="2b14850f-a8de-4b8f-a1ca-aac948f0bd80" providerId="ADAL" clId="{ABEC9D42-81F6-4B8B-8873-0A2EE6B0A388}" dt="2024-05-15T14:05:50.647" v="45" actId="47"/>
        <pc:sldMkLst>
          <pc:docMk/>
          <pc:sldMk cId="3462172794" sldId="2147378660"/>
        </pc:sldMkLst>
      </pc:sldChg>
      <pc:sldChg chg="del">
        <pc:chgData name="Diana-Alexandra Stan" userId="2b14850f-a8de-4b8f-a1ca-aac948f0bd80" providerId="ADAL" clId="{ABEC9D42-81F6-4B8B-8873-0A2EE6B0A388}" dt="2024-05-15T14:04:35.237" v="42" actId="47"/>
        <pc:sldMkLst>
          <pc:docMk/>
          <pc:sldMk cId="4238660116" sldId="2147378660"/>
        </pc:sldMkLst>
      </pc:sldChg>
      <pc:sldChg chg="add del">
        <pc:chgData name="Diana-Alexandra Stan" userId="2b14850f-a8de-4b8f-a1ca-aac948f0bd80" providerId="ADAL" clId="{ABEC9D42-81F6-4B8B-8873-0A2EE6B0A388}" dt="2024-05-14T09:33:45.886" v="7"/>
        <pc:sldMkLst>
          <pc:docMk/>
          <pc:sldMk cId="4285291089" sldId="2147378660"/>
        </pc:sldMkLst>
      </pc:sldChg>
      <pc:sldChg chg="addSp delSp new del mod">
        <pc:chgData name="Diana-Alexandra Stan" userId="2b14850f-a8de-4b8f-a1ca-aac948f0bd80" providerId="ADAL" clId="{ABEC9D42-81F6-4B8B-8873-0A2EE6B0A388}" dt="2024-05-15T13:39:15.783" v="31" actId="47"/>
        <pc:sldMkLst>
          <pc:docMk/>
          <pc:sldMk cId="2296911869" sldId="2147378661"/>
        </pc:sldMkLst>
        <pc:graphicFrameChg chg="add del">
          <ac:chgData name="Diana-Alexandra Stan" userId="2b14850f-a8de-4b8f-a1ca-aac948f0bd80" providerId="ADAL" clId="{ABEC9D42-81F6-4B8B-8873-0A2EE6B0A388}" dt="2024-05-15T13:38:59.015" v="29" actId="478"/>
          <ac:graphicFrameMkLst>
            <pc:docMk/>
            <pc:sldMk cId="2296911869" sldId="2147378661"/>
            <ac:graphicFrameMk id="5" creationId="{01ABEB95-54AA-1183-50D9-69CBF59055C8}"/>
          </ac:graphicFrameMkLst>
        </pc:graphicFrameChg>
      </pc:sldChg>
      <pc:sldChg chg="delSp modSp add del mod">
        <pc:chgData name="Diana-Alexandra Stan" userId="2b14850f-a8de-4b8f-a1ca-aac948f0bd80" providerId="ADAL" clId="{ABEC9D42-81F6-4B8B-8873-0A2EE6B0A388}" dt="2024-05-15T14:04:31.523" v="41" actId="47"/>
        <pc:sldMkLst>
          <pc:docMk/>
          <pc:sldMk cId="182839367" sldId="2147378662"/>
        </pc:sldMkLst>
        <pc:graphicFrameChg chg="modGraphic">
          <ac:chgData name="Diana-Alexandra Stan" userId="2b14850f-a8de-4b8f-a1ca-aac948f0bd80" providerId="ADAL" clId="{ABEC9D42-81F6-4B8B-8873-0A2EE6B0A388}" dt="2024-05-15T13:39:22.066" v="32" actId="2164"/>
          <ac:graphicFrameMkLst>
            <pc:docMk/>
            <pc:sldMk cId="182839367" sldId="2147378662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3:39:23.776" v="33" actId="478"/>
          <ac:picMkLst>
            <pc:docMk/>
            <pc:sldMk cId="182839367" sldId="2147378662"/>
            <ac:picMk id="3" creationId="{4EB66420-1FEF-2277-4563-AB4F99EBEEC2}"/>
          </ac:picMkLst>
        </pc:picChg>
      </pc:sldChg>
      <pc:sldChg chg="new del">
        <pc:chgData name="Diana-Alexandra Stan" userId="2b14850f-a8de-4b8f-a1ca-aac948f0bd80" providerId="ADAL" clId="{ABEC9D42-81F6-4B8B-8873-0A2EE6B0A388}" dt="2024-05-15T14:04:23.428" v="38" actId="47"/>
        <pc:sldMkLst>
          <pc:docMk/>
          <pc:sldMk cId="744371929" sldId="2147378663"/>
        </pc:sldMkLst>
      </pc:sldChg>
      <pc:sldChg chg="new del">
        <pc:chgData name="Diana-Alexandra Stan" userId="2b14850f-a8de-4b8f-a1ca-aac948f0bd80" providerId="ADAL" clId="{ABEC9D42-81F6-4B8B-8873-0A2EE6B0A388}" dt="2024-05-21T09:41:19.448" v="89" actId="47"/>
        <pc:sldMkLst>
          <pc:docMk/>
          <pc:sldMk cId="790569242" sldId="2147378720"/>
        </pc:sldMkLst>
      </pc:sldChg>
      <pc:sldChg chg="addSp delSp modSp add mod">
        <pc:chgData name="Diana-Alexandra Stan" userId="2b14850f-a8de-4b8f-a1ca-aac948f0bd80" providerId="ADAL" clId="{ABEC9D42-81F6-4B8B-8873-0A2EE6B0A388}" dt="2024-05-21T09:42:10.192" v="97" actId="113"/>
        <pc:sldMkLst>
          <pc:docMk/>
          <pc:sldMk cId="3975855007" sldId="2147378721"/>
        </pc:sldMkLst>
        <pc:spChg chg="del">
          <ac:chgData name="Diana-Alexandra Stan" userId="2b14850f-a8de-4b8f-a1ca-aac948f0bd80" providerId="ADAL" clId="{ABEC9D42-81F6-4B8B-8873-0A2EE6B0A388}" dt="2024-05-21T09:41:17.747" v="88" actId="478"/>
          <ac:spMkLst>
            <pc:docMk/>
            <pc:sldMk cId="3975855007" sldId="2147378721"/>
            <ac:spMk id="2" creationId="{4125BCEF-AEAA-A399-A48F-ED2906997D53}"/>
          </ac:spMkLst>
        </pc:spChg>
        <pc:spChg chg="add del mod">
          <ac:chgData name="Diana-Alexandra Stan" userId="2b14850f-a8de-4b8f-a1ca-aac948f0bd80" providerId="ADAL" clId="{ABEC9D42-81F6-4B8B-8873-0A2EE6B0A388}" dt="2024-05-21T09:41:21.370" v="90" actId="478"/>
          <ac:spMkLst>
            <pc:docMk/>
            <pc:sldMk cId="3975855007" sldId="2147378721"/>
            <ac:spMk id="5" creationId="{BED22ED2-E3CD-871E-FA4D-E00B6B410DA4}"/>
          </ac:spMkLst>
        </pc:spChg>
        <pc:graphicFrameChg chg="modGraphic">
          <ac:chgData name="Diana-Alexandra Stan" userId="2b14850f-a8de-4b8f-a1ca-aac948f0bd80" providerId="ADAL" clId="{ABEC9D42-81F6-4B8B-8873-0A2EE6B0A388}" dt="2024-05-21T09:42:10.192" v="97" actId="113"/>
          <ac:graphicFrameMkLst>
            <pc:docMk/>
            <pc:sldMk cId="3975855007" sldId="2147378721"/>
            <ac:graphicFrameMk id="7" creationId="{07A82FFD-C6E1-8E2C-3D8C-ECDB1C786C7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171A1-F55B-4300-A18E-75AE39E64350}" type="datetimeFigureOut">
              <a:rPr lang="fr-FR" smtClean="0"/>
              <a:t>28/05/2024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B738-3D5C-4851-BA0A-F593F390B8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436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27283" y="5292725"/>
            <a:ext cx="2937434" cy="106362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D741F203-39C2-8465-9E74-15F19FD3D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883" y="5292725"/>
            <a:ext cx="3128893" cy="10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97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C6E4F6-E88F-E84E-0950-25AFB4F532BB}"/>
              </a:ext>
            </a:extLst>
          </p:cNvPr>
          <p:cNvSpPr/>
          <p:nvPr/>
        </p:nvSpPr>
        <p:spPr>
          <a:xfrm>
            <a:off x="155574" y="152400"/>
            <a:ext cx="3378933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40474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7620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0195042A-90D0-34D6-C22D-45B6A12E2B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81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5923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E6D46E39-FB99-4BF4-B965-51E151375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563" y="4818826"/>
            <a:ext cx="5285016" cy="179657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442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g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955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FB9975-02E6-5AA9-F3E3-25070AE0C3B8}"/>
              </a:ext>
            </a:extLst>
          </p:cNvPr>
          <p:cNvSpPr/>
          <p:nvPr/>
        </p:nvSpPr>
        <p:spPr>
          <a:xfrm>
            <a:off x="155574" y="152399"/>
            <a:ext cx="3378933" cy="6553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39417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5125"/>
          </a:xfrm>
        </p:spPr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6563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Raleway Light" panose="020B0003030101060003" pitchFamily="34" charset="0"/>
              </a:defRPr>
            </a:lvl1pPr>
          </a:lstStyle>
          <a:p>
            <a:pPr lvl="0"/>
            <a:r>
              <a:rPr lang="fr-FR" noProof="0">
                <a:latin typeface="+mj-lt"/>
              </a:rPr>
              <a:t>© ACI partners | Confidentiel 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1597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04549" y="6340476"/>
            <a:ext cx="7318401" cy="360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0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904195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53CA171-068E-EDB1-7CF5-A2BB8CAEC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9041952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727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95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11430003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382865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7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07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06551"/>
            <a:ext cx="7569001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825624"/>
            <a:ext cx="7569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0388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994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7641002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7641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06551"/>
            <a:ext cx="3708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825624"/>
            <a:ext cx="3708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9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661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395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878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35060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49" y="152400"/>
            <a:ext cx="6977863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6424" y="3001630"/>
            <a:ext cx="3464313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16424" y="3684766"/>
            <a:ext cx="3464313" cy="2420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D8B5DCD-0FE5-F4AD-0455-D5B227CF48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8587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04AF62D-622A-D8B8-3FE8-9BE1D7C5570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D877059-911D-4C8C-1E64-B46C382ACAEF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</p:spTree>
    <p:extLst>
      <p:ext uri="{BB962C8B-B14F-4D97-AF65-F5344CB8AC3E}">
        <p14:creationId xmlns:p14="http://schemas.microsoft.com/office/powerpoint/2010/main" val="29636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8547708" y="152400"/>
            <a:ext cx="348840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50" y="152400"/>
            <a:ext cx="348806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4430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4622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E1B4779-6E96-2CA5-5365-456599D8CBF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65253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C7704363-0CA5-9867-A073-FE0383F81B1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9203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83F5E8D-DC34-CB01-5C9C-813B260B89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C0554B0-77F5-A099-E6B3-4C58136521C5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E3DB172-92D7-C172-A50E-E0AD69B3B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2488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88450C6-721F-B2DE-95DE-354A7DBC99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2680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6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AA9235A-9DEE-240D-62CA-3BB48AA0E80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FF93BCF-02C7-5B52-B82D-E8ED9FA8B91E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D2340-73DA-9C03-F51E-998F2842EFEC}"/>
              </a:ext>
            </a:extLst>
          </p:cNvPr>
          <p:cNvSpPr/>
          <p:nvPr/>
        </p:nvSpPr>
        <p:spPr>
          <a:xfrm>
            <a:off x="9711014" y="152399"/>
            <a:ext cx="2325411" cy="65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7385603" y="152400"/>
            <a:ext cx="232541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60192" y="152400"/>
            <a:ext cx="2325411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919C13D-903B-D43A-1004-108D8D4CAE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0829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C2AC75B3-5077-A8E7-F76B-E38A6BAA97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1013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7A97C8-3D95-3EBF-02A0-2FC800E6D2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240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0FBE1A0-53D3-A6FE-FC6D-A8478AAC1B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86424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EC0B694-A32E-D8D4-5AEB-39330B9DB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1651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A1B7DB9-8E34-E736-7AD2-27C2B58449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1835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33707480-81A3-6CB5-CA74-7672CEA9414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10471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A1A5CE3D-0051-E316-AF39-06D78C0D635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85060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0F88CFB0-191C-5F38-84E6-E8F622972A3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59649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pic>
        <p:nvPicPr>
          <p:cNvPr id="20" name="Graphic 26">
            <a:extLst>
              <a:ext uri="{FF2B5EF4-FFF2-40B4-BE49-F238E27FC236}">
                <a16:creationId xmlns:a16="http://schemas.microsoft.com/office/drawing/2014/main" id="{05496D6C-CD74-616D-FDD2-01CD0DD43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73534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7" imgW="359" imgH="360" progId="TCLayout.ActiveDocument.1">
                  <p:embed/>
                </p:oleObj>
              </mc:Choice>
              <mc:Fallback>
                <p:oleObj name="Diapositive think-cell" r:id="rId17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485693"/>
            <a:ext cx="11430003" cy="3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825625"/>
            <a:ext cx="1143000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4549" y="6340475"/>
            <a:ext cx="7318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30" y="6340475"/>
            <a:ext cx="591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900" b="0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EAE1AD28-E865-978A-DD49-D21AF449B7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65B99EF-19E1-E906-69E0-E7404B75E831}"/>
              </a:ext>
            </a:extLst>
          </p:cNvPr>
          <p:cNvSpPr txBox="1"/>
          <p:nvPr/>
        </p:nvSpPr>
        <p:spPr>
          <a:xfrm>
            <a:off x="380997" y="6407621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</p:spTree>
    <p:extLst>
      <p:ext uri="{BB962C8B-B14F-4D97-AF65-F5344CB8AC3E}">
        <p14:creationId xmlns:p14="http://schemas.microsoft.com/office/powerpoint/2010/main" val="30414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2" r:id="rId2"/>
    <p:sldLayoutId id="2147483659" r:id="rId3"/>
    <p:sldLayoutId id="2147483653" r:id="rId4"/>
    <p:sldLayoutId id="2147483655" r:id="rId5"/>
    <p:sldLayoutId id="2147483649" r:id="rId6"/>
    <p:sldLayoutId id="2147483650" r:id="rId7"/>
    <p:sldLayoutId id="2147483663" r:id="rId8"/>
    <p:sldLayoutId id="2147483662" r:id="rId9"/>
    <p:sldLayoutId id="2147483657" r:id="rId10"/>
    <p:sldLayoutId id="2147483651" r:id="rId11"/>
    <p:sldLayoutId id="2147483661" r:id="rId12"/>
    <p:sldLayoutId id="2147483660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20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8729812"/>
              </p:ext>
            </p:extLst>
          </p:nvPr>
        </p:nvGraphicFramePr>
        <p:xfrm>
          <a:off x="361541" y="1808163"/>
          <a:ext cx="11430002" cy="31142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109410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1047231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CIB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Création d’une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task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force par CA-CIB pour un rapprochement de LCR. Ils possèdent deux outils de production du LCR (gestion et compta). Un comité de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backtesting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 été mis en place pour évaluer les écarts entre les 2 outils mais il n’est pas suffisant pour tout identifier. Le but de la mission est de réconcilier ces 2 outils pour identifier les écarts restants.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Lecture documentaire du schéma et de l’organisation des 2 outils + ateliers avec les interlocuteurs concernés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Pilotage et gestion de la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task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force avec les différents métiers (Finance, MOA, ALM, Trésorerie, Risques, IT, Compta…)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Identification de la source des écarts et mise en place de plans de corrections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des règles de gestion pour mettre en évidence les écarts selon les différents produits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Construction d’un outil tactique de rapprochement sur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Dataiku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Mise en place de report d’analyse sur Power 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DF2D1750-2F7D-7F86-BA24-20F3D1D91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40" y="3235014"/>
            <a:ext cx="1798827" cy="103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051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03_ACI partners">
  <a:themeElements>
    <a:clrScheme name="Personnalisé 5">
      <a:dk1>
        <a:srgbClr val="000000"/>
      </a:dk1>
      <a:lt1>
        <a:srgbClr val="FFFFFF"/>
      </a:lt1>
      <a:dk2>
        <a:srgbClr val="313F4F"/>
      </a:dk2>
      <a:lt2>
        <a:srgbClr val="F2F2F2"/>
      </a:lt2>
      <a:accent1>
        <a:srgbClr val="313F4F"/>
      </a:accent1>
      <a:accent2>
        <a:srgbClr val="425468"/>
      </a:accent2>
      <a:accent3>
        <a:srgbClr val="8295AE"/>
      </a:accent3>
      <a:accent4>
        <a:srgbClr val="678BA9"/>
      </a:accent4>
      <a:accent5>
        <a:srgbClr val="FA803D"/>
      </a:accent5>
      <a:accent6>
        <a:srgbClr val="FAEB37"/>
      </a:accent6>
      <a:hlink>
        <a:srgbClr val="8297B0"/>
      </a:hlink>
      <a:folHlink>
        <a:srgbClr val="678B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 03_ACI partners" id="{C2E85A24-EC8A-44BD-934F-B55D994E1818}" vid="{048C62D8-7484-4431-9444-855DECC00A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ée un document." ma:contentTypeScope="" ma:versionID="5e993e22e778ef09ecfb16d3fefdfc9f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5619f54d5f07886a6273fdc4fba94ca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83928A-16BB-46DD-99FA-B3F8B6A54A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B2C9DB-0A57-4B63-9B2F-1F2577DE39DB}">
  <ds:schemaRefs>
    <ds:schemaRef ds:uri="4f6f44f4-5674-4c2b-bc40-55542a1e461f"/>
    <ds:schemaRef ds:uri="93f4ea96-aa74-42f7-9ee2-d0081040e0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748C103-972A-4985-BC0E-5E517B379A46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178</Words>
  <Application>Microsoft Office PowerPoint</Application>
  <PresentationFormat>Grand écran</PresentationFormat>
  <Paragraphs>14</Paragraphs>
  <Slides>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Raleway</vt:lpstr>
      <vt:lpstr>2023 03_ACI partners</vt:lpstr>
      <vt:lpstr>Diapositive think-cell</vt:lpstr>
      <vt:lpstr>Extrait de nos 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Collective Intelligence</dc:title>
  <dc:creator>Adrien Pina</dc:creator>
  <cp:lastModifiedBy>Héni BEN MRAD</cp:lastModifiedBy>
  <cp:revision>21</cp:revision>
  <dcterms:created xsi:type="dcterms:W3CDTF">2023-09-06T09:59:04Z</dcterms:created>
  <dcterms:modified xsi:type="dcterms:W3CDTF">2024-05-28T15:36:36Z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  <property fmtid="{D5CDD505-2E9C-101B-9397-08002B2CF9AE}" pid="4" name="Order">
    <vt:r8>1598700</vt:r8>
  </property>
  <property fmtid="{D5CDD505-2E9C-101B-9397-08002B2CF9AE}" pid="5" name="xd_Signature">
    <vt:bool>false</vt:bool>
  </property>
  <property fmtid="{D5CDD505-2E9C-101B-9397-08002B2CF9AE}" pid="6" name="SharedWithUsers">
    <vt:lpwstr>1456;#Diana-Alexandra Stan;#1333;#Laurent Wlodarczyk;#16;#Vincent Falgéras;#1359;#Catalin Irimia;#53;#Moïse Gueye;#12;#Adrien Pina;#32;#Damien Maniere</vt:lpwstr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