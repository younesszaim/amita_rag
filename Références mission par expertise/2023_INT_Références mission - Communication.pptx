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147378320" r:id="rId5"/>
    <p:sldId id="2147378322" r:id="rId6"/>
    <p:sldId id="2147378324" r:id="rId7"/>
    <p:sldId id="2147378323" r:id="rId8"/>
    <p:sldId id="2147378326" r:id="rId9"/>
    <p:sldId id="2147378327" r:id="rId10"/>
    <p:sldId id="2147378328" r:id="rId11"/>
    <p:sldId id="2147378329" r:id="rId12"/>
    <p:sldId id="2147378332" r:id="rId13"/>
    <p:sldId id="2147378333" r:id="rId14"/>
    <p:sldId id="2147378334" r:id="rId15"/>
    <p:sldId id="2147378335" r:id="rId16"/>
    <p:sldId id="2147378337" r:id="rId17"/>
    <p:sldId id="2147378652" r:id="rId18"/>
  </p:sldIdLst>
  <p:sldSz cx="12192000" cy="6858000"/>
  <p:notesSz cx="6858000" cy="9144000"/>
  <p:custDataLst>
    <p:tags r:id="rId20"/>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C9D42-81F6-4B8B-8873-0A2EE6B0A388}" v="12" dt="2024-05-21T09:42:10.1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éni BEN MRAD" userId="29e18123-af16-4e2b-8963-6a004e026def" providerId="ADAL" clId="{78E63A4E-AD4F-490C-8E4A-EEC435BAB616}"/>
    <pc:docChg chg="undo custSel addSld delSld modSld sldOrd modSection">
      <pc:chgData name="Héni BEN MRAD" userId="29e18123-af16-4e2b-8963-6a004e026def" providerId="ADAL" clId="{78E63A4E-AD4F-490C-8E4A-EEC435BAB616}" dt="2024-05-16T07:28:05.329" v="34"/>
      <pc:docMkLst>
        <pc:docMk/>
      </pc:docMkLst>
      <pc:sldChg chg="modSp mod">
        <pc:chgData name="Héni BEN MRAD" userId="29e18123-af16-4e2b-8963-6a004e026def" providerId="ADAL" clId="{78E63A4E-AD4F-490C-8E4A-EEC435BAB616}" dt="2024-05-15T08:31:24.252" v="1" actId="1076"/>
        <pc:sldMkLst>
          <pc:docMk/>
          <pc:sldMk cId="17159160" sldId="2147378656"/>
        </pc:sldMkLst>
        <pc:graphicFrameChg chg="mod">
          <ac:chgData name="Héni BEN MRAD" userId="29e18123-af16-4e2b-8963-6a004e026def" providerId="ADAL" clId="{78E63A4E-AD4F-490C-8E4A-EEC435BAB616}" dt="2024-05-15T08:31:24.252" v="1" actId="1076"/>
          <ac:graphicFrameMkLst>
            <pc:docMk/>
            <pc:sldMk cId="17159160" sldId="2147378656"/>
            <ac:graphicFrameMk id="5" creationId="{CA659D41-EFBE-2DB8-2EF8-27CF870D460D}"/>
          </ac:graphicFrameMkLst>
        </pc:graphicFrameChg>
      </pc:sldChg>
      <pc:sldChg chg="add">
        <pc:chgData name="Héni BEN MRAD" userId="29e18123-af16-4e2b-8963-6a004e026def" providerId="ADAL" clId="{78E63A4E-AD4F-490C-8E4A-EEC435BAB616}" dt="2024-05-16T07:06:45.009" v="4"/>
        <pc:sldMkLst>
          <pc:docMk/>
          <pc:sldMk cId="3229247021" sldId="2147378662"/>
        </pc:sldMkLst>
      </pc:sldChg>
      <pc:sldChg chg="add">
        <pc:chgData name="Héni BEN MRAD" userId="29e18123-af16-4e2b-8963-6a004e026def" providerId="ADAL" clId="{78E63A4E-AD4F-490C-8E4A-EEC435BAB616}" dt="2024-05-16T07:06:45.009" v="4"/>
        <pc:sldMkLst>
          <pc:docMk/>
          <pc:sldMk cId="3596813283" sldId="2147378663"/>
        </pc:sldMkLst>
      </pc:sldChg>
      <pc:sldChg chg="add">
        <pc:chgData name="Héni BEN MRAD" userId="29e18123-af16-4e2b-8963-6a004e026def" providerId="ADAL" clId="{78E63A4E-AD4F-490C-8E4A-EEC435BAB616}" dt="2024-05-16T07:06:45.009" v="4"/>
        <pc:sldMkLst>
          <pc:docMk/>
          <pc:sldMk cId="236498837" sldId="2147378664"/>
        </pc:sldMkLst>
      </pc:sldChg>
      <pc:sldChg chg="add">
        <pc:chgData name="Héni BEN MRAD" userId="29e18123-af16-4e2b-8963-6a004e026def" providerId="ADAL" clId="{78E63A4E-AD4F-490C-8E4A-EEC435BAB616}" dt="2024-05-16T07:06:45.009" v="4"/>
        <pc:sldMkLst>
          <pc:docMk/>
          <pc:sldMk cId="2553861569" sldId="2147378665"/>
        </pc:sldMkLst>
      </pc:sldChg>
      <pc:sldChg chg="add">
        <pc:chgData name="Héni BEN MRAD" userId="29e18123-af16-4e2b-8963-6a004e026def" providerId="ADAL" clId="{78E63A4E-AD4F-490C-8E4A-EEC435BAB616}" dt="2024-05-16T07:06:45.009" v="4"/>
        <pc:sldMkLst>
          <pc:docMk/>
          <pc:sldMk cId="578661884" sldId="2147378668"/>
        </pc:sldMkLst>
      </pc:sldChg>
      <pc:sldChg chg="add">
        <pc:chgData name="Héni BEN MRAD" userId="29e18123-af16-4e2b-8963-6a004e026def" providerId="ADAL" clId="{78E63A4E-AD4F-490C-8E4A-EEC435BAB616}" dt="2024-05-16T07:06:45.009" v="4"/>
        <pc:sldMkLst>
          <pc:docMk/>
          <pc:sldMk cId="405728382" sldId="2147378669"/>
        </pc:sldMkLst>
      </pc:sldChg>
      <pc:sldChg chg="add">
        <pc:chgData name="Héni BEN MRAD" userId="29e18123-af16-4e2b-8963-6a004e026def" providerId="ADAL" clId="{78E63A4E-AD4F-490C-8E4A-EEC435BAB616}" dt="2024-05-16T07:06:45.009" v="4"/>
        <pc:sldMkLst>
          <pc:docMk/>
          <pc:sldMk cId="443201548" sldId="2147378670"/>
        </pc:sldMkLst>
      </pc:sldChg>
      <pc:sldChg chg="add">
        <pc:chgData name="Héni BEN MRAD" userId="29e18123-af16-4e2b-8963-6a004e026def" providerId="ADAL" clId="{78E63A4E-AD4F-490C-8E4A-EEC435BAB616}" dt="2024-05-16T07:06:45.009" v="4"/>
        <pc:sldMkLst>
          <pc:docMk/>
          <pc:sldMk cId="3785727531" sldId="2147378672"/>
        </pc:sldMkLst>
      </pc:sldChg>
      <pc:sldChg chg="add">
        <pc:chgData name="Héni BEN MRAD" userId="29e18123-af16-4e2b-8963-6a004e026def" providerId="ADAL" clId="{78E63A4E-AD4F-490C-8E4A-EEC435BAB616}" dt="2024-05-16T07:06:45.009" v="4"/>
        <pc:sldMkLst>
          <pc:docMk/>
          <pc:sldMk cId="560049709" sldId="2147378673"/>
        </pc:sldMkLst>
      </pc:sldChg>
      <pc:sldChg chg="add">
        <pc:chgData name="Héni BEN MRAD" userId="29e18123-af16-4e2b-8963-6a004e026def" providerId="ADAL" clId="{78E63A4E-AD4F-490C-8E4A-EEC435BAB616}" dt="2024-05-16T07:07:24.590" v="5"/>
        <pc:sldMkLst>
          <pc:docMk/>
          <pc:sldMk cId="3600413362" sldId="2147378674"/>
        </pc:sldMkLst>
      </pc:sldChg>
      <pc:sldChg chg="add">
        <pc:chgData name="Héni BEN MRAD" userId="29e18123-af16-4e2b-8963-6a004e026def" providerId="ADAL" clId="{78E63A4E-AD4F-490C-8E4A-EEC435BAB616}" dt="2024-05-16T07:07:24.590" v="5"/>
        <pc:sldMkLst>
          <pc:docMk/>
          <pc:sldMk cId="4230165508" sldId="2147378676"/>
        </pc:sldMkLst>
      </pc:sldChg>
      <pc:sldChg chg="add">
        <pc:chgData name="Héni BEN MRAD" userId="29e18123-af16-4e2b-8963-6a004e026def" providerId="ADAL" clId="{78E63A4E-AD4F-490C-8E4A-EEC435BAB616}" dt="2024-05-16T07:07:24.590" v="5"/>
        <pc:sldMkLst>
          <pc:docMk/>
          <pc:sldMk cId="53351736" sldId="2147378678"/>
        </pc:sldMkLst>
      </pc:sldChg>
      <pc:sldChg chg="add">
        <pc:chgData name="Héni BEN MRAD" userId="29e18123-af16-4e2b-8963-6a004e026def" providerId="ADAL" clId="{78E63A4E-AD4F-490C-8E4A-EEC435BAB616}" dt="2024-05-16T07:07:24.590" v="5"/>
        <pc:sldMkLst>
          <pc:docMk/>
          <pc:sldMk cId="3481359237" sldId="2147378679"/>
        </pc:sldMkLst>
      </pc:sldChg>
      <pc:sldChg chg="add">
        <pc:chgData name="Héni BEN MRAD" userId="29e18123-af16-4e2b-8963-6a004e026def" providerId="ADAL" clId="{78E63A4E-AD4F-490C-8E4A-EEC435BAB616}" dt="2024-05-16T07:07:24.590" v="5"/>
        <pc:sldMkLst>
          <pc:docMk/>
          <pc:sldMk cId="3151729791" sldId="2147378681"/>
        </pc:sldMkLst>
      </pc:sldChg>
      <pc:sldChg chg="add">
        <pc:chgData name="Héni BEN MRAD" userId="29e18123-af16-4e2b-8963-6a004e026def" providerId="ADAL" clId="{78E63A4E-AD4F-490C-8E4A-EEC435BAB616}" dt="2024-05-16T07:07:24.590" v="5"/>
        <pc:sldMkLst>
          <pc:docMk/>
          <pc:sldMk cId="2425987383" sldId="2147378683"/>
        </pc:sldMkLst>
      </pc:sldChg>
      <pc:sldChg chg="add">
        <pc:chgData name="Héni BEN MRAD" userId="29e18123-af16-4e2b-8963-6a004e026def" providerId="ADAL" clId="{78E63A4E-AD4F-490C-8E4A-EEC435BAB616}" dt="2024-05-16T07:07:24.590" v="5"/>
        <pc:sldMkLst>
          <pc:docMk/>
          <pc:sldMk cId="2868947623" sldId="2147378684"/>
        </pc:sldMkLst>
      </pc:sldChg>
      <pc:sldChg chg="add">
        <pc:chgData name="Héni BEN MRAD" userId="29e18123-af16-4e2b-8963-6a004e026def" providerId="ADAL" clId="{78E63A4E-AD4F-490C-8E4A-EEC435BAB616}" dt="2024-05-16T07:07:24.590" v="5"/>
        <pc:sldMkLst>
          <pc:docMk/>
          <pc:sldMk cId="3882209703" sldId="2147378686"/>
        </pc:sldMkLst>
      </pc:sldChg>
      <pc:sldChg chg="add">
        <pc:chgData name="Héni BEN MRAD" userId="29e18123-af16-4e2b-8963-6a004e026def" providerId="ADAL" clId="{78E63A4E-AD4F-490C-8E4A-EEC435BAB616}" dt="2024-05-16T07:07:24.590" v="5"/>
        <pc:sldMkLst>
          <pc:docMk/>
          <pc:sldMk cId="3955142616" sldId="2147378687"/>
        </pc:sldMkLst>
      </pc:sldChg>
      <pc:sldChg chg="add">
        <pc:chgData name="Héni BEN MRAD" userId="29e18123-af16-4e2b-8963-6a004e026def" providerId="ADAL" clId="{78E63A4E-AD4F-490C-8E4A-EEC435BAB616}" dt="2024-05-16T07:07:24.590" v="5"/>
        <pc:sldMkLst>
          <pc:docMk/>
          <pc:sldMk cId="3199446170" sldId="2147378689"/>
        </pc:sldMkLst>
      </pc:sldChg>
      <pc:sldChg chg="add">
        <pc:chgData name="Héni BEN MRAD" userId="29e18123-af16-4e2b-8963-6a004e026def" providerId="ADAL" clId="{78E63A4E-AD4F-490C-8E4A-EEC435BAB616}" dt="2024-05-16T07:07:24.590" v="5"/>
        <pc:sldMkLst>
          <pc:docMk/>
          <pc:sldMk cId="3121991331" sldId="2147378690"/>
        </pc:sldMkLst>
      </pc:sldChg>
      <pc:sldChg chg="add del">
        <pc:chgData name="Héni BEN MRAD" userId="29e18123-af16-4e2b-8963-6a004e026def" providerId="ADAL" clId="{78E63A4E-AD4F-490C-8E4A-EEC435BAB616}" dt="2024-05-16T07:11:47.685" v="31"/>
        <pc:sldMkLst>
          <pc:docMk/>
          <pc:sldMk cId="92800247" sldId="2147378691"/>
        </pc:sldMkLst>
      </pc:sldChg>
      <pc:sldChg chg="add del">
        <pc:chgData name="Héni BEN MRAD" userId="29e18123-af16-4e2b-8963-6a004e026def" providerId="ADAL" clId="{78E63A4E-AD4F-490C-8E4A-EEC435BAB616}" dt="2024-05-16T07:10:15.912" v="8" actId="47"/>
        <pc:sldMkLst>
          <pc:docMk/>
          <pc:sldMk cId="484516163" sldId="2147378691"/>
        </pc:sldMkLst>
      </pc:sldChg>
      <pc:sldChg chg="add del">
        <pc:chgData name="Héni BEN MRAD" userId="29e18123-af16-4e2b-8963-6a004e026def" providerId="ADAL" clId="{78E63A4E-AD4F-490C-8E4A-EEC435BAB616}" dt="2024-05-16T07:11:47.685" v="31"/>
        <pc:sldMkLst>
          <pc:docMk/>
          <pc:sldMk cId="3327284772" sldId="2147378692"/>
        </pc:sldMkLst>
      </pc:sldChg>
      <pc:sldChg chg="add del">
        <pc:chgData name="Héni BEN MRAD" userId="29e18123-af16-4e2b-8963-6a004e026def" providerId="ADAL" clId="{78E63A4E-AD4F-490C-8E4A-EEC435BAB616}" dt="2024-05-16T07:10:17.555" v="9" actId="47"/>
        <pc:sldMkLst>
          <pc:docMk/>
          <pc:sldMk cId="3785935496" sldId="2147378692"/>
        </pc:sldMkLst>
      </pc:sldChg>
      <pc:sldChg chg="add del">
        <pc:chgData name="Héni BEN MRAD" userId="29e18123-af16-4e2b-8963-6a004e026def" providerId="ADAL" clId="{78E63A4E-AD4F-490C-8E4A-EEC435BAB616}" dt="2024-05-16T07:10:18.352" v="10" actId="47"/>
        <pc:sldMkLst>
          <pc:docMk/>
          <pc:sldMk cId="269473791" sldId="2147378693"/>
        </pc:sldMkLst>
      </pc:sldChg>
      <pc:sldChg chg="add del">
        <pc:chgData name="Héni BEN MRAD" userId="29e18123-af16-4e2b-8963-6a004e026def" providerId="ADAL" clId="{78E63A4E-AD4F-490C-8E4A-EEC435BAB616}" dt="2024-05-16T07:11:47.685" v="31"/>
        <pc:sldMkLst>
          <pc:docMk/>
          <pc:sldMk cId="456009956" sldId="2147378694"/>
        </pc:sldMkLst>
      </pc:sldChg>
      <pc:sldChg chg="add del">
        <pc:chgData name="Héni BEN MRAD" userId="29e18123-af16-4e2b-8963-6a004e026def" providerId="ADAL" clId="{78E63A4E-AD4F-490C-8E4A-EEC435BAB616}" dt="2024-05-16T07:10:19.166" v="11" actId="47"/>
        <pc:sldMkLst>
          <pc:docMk/>
          <pc:sldMk cId="1313836966" sldId="2147378694"/>
        </pc:sldMkLst>
      </pc:sldChg>
      <pc:sldChg chg="add del">
        <pc:chgData name="Héni BEN MRAD" userId="29e18123-af16-4e2b-8963-6a004e026def" providerId="ADAL" clId="{78E63A4E-AD4F-490C-8E4A-EEC435BAB616}" dt="2024-05-16T07:10:19.998" v="12" actId="47"/>
        <pc:sldMkLst>
          <pc:docMk/>
          <pc:sldMk cId="3333659444" sldId="2147378695"/>
        </pc:sldMkLst>
      </pc:sldChg>
      <pc:sldChg chg="add del">
        <pc:chgData name="Héni BEN MRAD" userId="29e18123-af16-4e2b-8963-6a004e026def" providerId="ADAL" clId="{78E63A4E-AD4F-490C-8E4A-EEC435BAB616}" dt="2024-05-16T07:10:20.664" v="13" actId="47"/>
        <pc:sldMkLst>
          <pc:docMk/>
          <pc:sldMk cId="1725248626" sldId="2147378696"/>
        </pc:sldMkLst>
      </pc:sldChg>
      <pc:sldChg chg="add del">
        <pc:chgData name="Héni BEN MRAD" userId="29e18123-af16-4e2b-8963-6a004e026def" providerId="ADAL" clId="{78E63A4E-AD4F-490C-8E4A-EEC435BAB616}" dt="2024-05-16T07:11:47.685" v="31"/>
        <pc:sldMkLst>
          <pc:docMk/>
          <pc:sldMk cId="2645575117" sldId="2147378696"/>
        </pc:sldMkLst>
      </pc:sldChg>
      <pc:sldChg chg="add del">
        <pc:chgData name="Héni BEN MRAD" userId="29e18123-af16-4e2b-8963-6a004e026def" providerId="ADAL" clId="{78E63A4E-AD4F-490C-8E4A-EEC435BAB616}" dt="2024-05-16T07:10:21.493" v="14" actId="47"/>
        <pc:sldMkLst>
          <pc:docMk/>
          <pc:sldMk cId="2244888204" sldId="2147378697"/>
        </pc:sldMkLst>
      </pc:sldChg>
      <pc:sldChg chg="add del">
        <pc:chgData name="Héni BEN MRAD" userId="29e18123-af16-4e2b-8963-6a004e026def" providerId="ADAL" clId="{78E63A4E-AD4F-490C-8E4A-EEC435BAB616}" dt="2024-05-16T07:10:22.179" v="15" actId="47"/>
        <pc:sldMkLst>
          <pc:docMk/>
          <pc:sldMk cId="149892603" sldId="2147378698"/>
        </pc:sldMkLst>
      </pc:sldChg>
      <pc:sldChg chg="add del">
        <pc:chgData name="Héni BEN MRAD" userId="29e18123-af16-4e2b-8963-6a004e026def" providerId="ADAL" clId="{78E63A4E-AD4F-490C-8E4A-EEC435BAB616}" dt="2024-05-16T07:11:47.685" v="31"/>
        <pc:sldMkLst>
          <pc:docMk/>
          <pc:sldMk cId="353131440" sldId="2147378698"/>
        </pc:sldMkLst>
      </pc:sldChg>
      <pc:sldChg chg="add del">
        <pc:chgData name="Héni BEN MRAD" userId="29e18123-af16-4e2b-8963-6a004e026def" providerId="ADAL" clId="{78E63A4E-AD4F-490C-8E4A-EEC435BAB616}" dt="2024-05-16T07:10:22.874" v="16" actId="47"/>
        <pc:sldMkLst>
          <pc:docMk/>
          <pc:sldMk cId="1058382084" sldId="2147378699"/>
        </pc:sldMkLst>
      </pc:sldChg>
      <pc:sldChg chg="add del">
        <pc:chgData name="Héni BEN MRAD" userId="29e18123-af16-4e2b-8963-6a004e026def" providerId="ADAL" clId="{78E63A4E-AD4F-490C-8E4A-EEC435BAB616}" dt="2024-05-16T07:10:23.492" v="17" actId="47"/>
        <pc:sldMkLst>
          <pc:docMk/>
          <pc:sldMk cId="1368798832" sldId="2147378700"/>
        </pc:sldMkLst>
      </pc:sldChg>
      <pc:sldChg chg="add del">
        <pc:chgData name="Héni BEN MRAD" userId="29e18123-af16-4e2b-8963-6a004e026def" providerId="ADAL" clId="{78E63A4E-AD4F-490C-8E4A-EEC435BAB616}" dt="2024-05-16T07:11:47.685" v="31"/>
        <pc:sldMkLst>
          <pc:docMk/>
          <pc:sldMk cId="2647934972" sldId="2147378700"/>
        </pc:sldMkLst>
      </pc:sldChg>
      <pc:sldChg chg="add del">
        <pc:chgData name="Héni BEN MRAD" userId="29e18123-af16-4e2b-8963-6a004e026def" providerId="ADAL" clId="{78E63A4E-AD4F-490C-8E4A-EEC435BAB616}" dt="2024-05-16T07:10:24.105" v="18" actId="47"/>
        <pc:sldMkLst>
          <pc:docMk/>
          <pc:sldMk cId="1216998310" sldId="2147378701"/>
        </pc:sldMkLst>
      </pc:sldChg>
      <pc:sldChg chg="add del">
        <pc:chgData name="Héni BEN MRAD" userId="29e18123-af16-4e2b-8963-6a004e026def" providerId="ADAL" clId="{78E63A4E-AD4F-490C-8E4A-EEC435BAB616}" dt="2024-05-16T07:11:47.685" v="31"/>
        <pc:sldMkLst>
          <pc:docMk/>
          <pc:sldMk cId="3436619141" sldId="2147378701"/>
        </pc:sldMkLst>
      </pc:sldChg>
      <pc:sldChg chg="add del">
        <pc:chgData name="Héni BEN MRAD" userId="29e18123-af16-4e2b-8963-6a004e026def" providerId="ADAL" clId="{78E63A4E-AD4F-490C-8E4A-EEC435BAB616}" dt="2024-05-16T07:10:24.817" v="19" actId="47"/>
        <pc:sldMkLst>
          <pc:docMk/>
          <pc:sldMk cId="92800247" sldId="2147378702"/>
        </pc:sldMkLst>
      </pc:sldChg>
      <pc:sldChg chg="add del">
        <pc:chgData name="Héni BEN MRAD" userId="29e18123-af16-4e2b-8963-6a004e026def" providerId="ADAL" clId="{78E63A4E-AD4F-490C-8E4A-EEC435BAB616}" dt="2024-05-16T07:11:47.685" v="31"/>
        <pc:sldMkLst>
          <pc:docMk/>
          <pc:sldMk cId="1453969738" sldId="2147378703"/>
        </pc:sldMkLst>
      </pc:sldChg>
      <pc:sldChg chg="add del">
        <pc:chgData name="Héni BEN MRAD" userId="29e18123-af16-4e2b-8963-6a004e026def" providerId="ADAL" clId="{78E63A4E-AD4F-490C-8E4A-EEC435BAB616}" dt="2024-05-16T07:10:25.399" v="20" actId="47"/>
        <pc:sldMkLst>
          <pc:docMk/>
          <pc:sldMk cId="3327284772" sldId="2147378703"/>
        </pc:sldMkLst>
      </pc:sldChg>
      <pc:sldChg chg="add del">
        <pc:chgData name="Héni BEN MRAD" userId="29e18123-af16-4e2b-8963-6a004e026def" providerId="ADAL" clId="{78E63A4E-AD4F-490C-8E4A-EEC435BAB616}" dt="2024-05-16T07:10:26.031" v="21" actId="47"/>
        <pc:sldMkLst>
          <pc:docMk/>
          <pc:sldMk cId="456009956" sldId="2147378704"/>
        </pc:sldMkLst>
      </pc:sldChg>
      <pc:sldChg chg="add del">
        <pc:chgData name="Héni BEN MRAD" userId="29e18123-af16-4e2b-8963-6a004e026def" providerId="ADAL" clId="{78E63A4E-AD4F-490C-8E4A-EEC435BAB616}" dt="2024-05-16T07:10:44.821" v="28"/>
        <pc:sldMkLst>
          <pc:docMk/>
          <pc:sldMk cId="395157167" sldId="2147378705"/>
        </pc:sldMkLst>
      </pc:sldChg>
      <pc:sldChg chg="add del">
        <pc:chgData name="Héni BEN MRAD" userId="29e18123-af16-4e2b-8963-6a004e026def" providerId="ADAL" clId="{78E63A4E-AD4F-490C-8E4A-EEC435BAB616}" dt="2024-05-16T07:11:03.057" v="30"/>
        <pc:sldMkLst>
          <pc:docMk/>
          <pc:sldMk cId="1981362468" sldId="2147378705"/>
        </pc:sldMkLst>
      </pc:sldChg>
      <pc:sldChg chg="add del">
        <pc:chgData name="Héni BEN MRAD" userId="29e18123-af16-4e2b-8963-6a004e026def" providerId="ADAL" clId="{78E63A4E-AD4F-490C-8E4A-EEC435BAB616}" dt="2024-05-16T07:10:26.660" v="22" actId="47"/>
        <pc:sldMkLst>
          <pc:docMk/>
          <pc:sldMk cId="2645575117" sldId="2147378705"/>
        </pc:sldMkLst>
      </pc:sldChg>
      <pc:sldChg chg="add del">
        <pc:chgData name="Héni BEN MRAD" userId="29e18123-af16-4e2b-8963-6a004e026def" providerId="ADAL" clId="{78E63A4E-AD4F-490C-8E4A-EEC435BAB616}" dt="2024-05-16T07:11:03.057" v="30"/>
        <pc:sldMkLst>
          <pc:docMk/>
          <pc:sldMk cId="66727073" sldId="2147378706"/>
        </pc:sldMkLst>
      </pc:sldChg>
      <pc:sldChg chg="add del">
        <pc:chgData name="Héni BEN MRAD" userId="29e18123-af16-4e2b-8963-6a004e026def" providerId="ADAL" clId="{78E63A4E-AD4F-490C-8E4A-EEC435BAB616}" dt="2024-05-16T07:10:27.279" v="23" actId="47"/>
        <pc:sldMkLst>
          <pc:docMk/>
          <pc:sldMk cId="353131440" sldId="2147378706"/>
        </pc:sldMkLst>
      </pc:sldChg>
      <pc:sldChg chg="add del">
        <pc:chgData name="Héni BEN MRAD" userId="29e18123-af16-4e2b-8963-6a004e026def" providerId="ADAL" clId="{78E63A4E-AD4F-490C-8E4A-EEC435BAB616}" dt="2024-05-16T07:10:44.821" v="28"/>
        <pc:sldMkLst>
          <pc:docMk/>
          <pc:sldMk cId="1186096818" sldId="2147378706"/>
        </pc:sldMkLst>
      </pc:sldChg>
      <pc:sldChg chg="add del">
        <pc:chgData name="Héni BEN MRAD" userId="29e18123-af16-4e2b-8963-6a004e026def" providerId="ADAL" clId="{78E63A4E-AD4F-490C-8E4A-EEC435BAB616}" dt="2024-05-16T07:10:28.168" v="24" actId="47"/>
        <pc:sldMkLst>
          <pc:docMk/>
          <pc:sldMk cId="2647934972" sldId="2147378707"/>
        </pc:sldMkLst>
      </pc:sldChg>
      <pc:sldChg chg="add del">
        <pc:chgData name="Héni BEN MRAD" userId="29e18123-af16-4e2b-8963-6a004e026def" providerId="ADAL" clId="{78E63A4E-AD4F-490C-8E4A-EEC435BAB616}" dt="2024-05-16T07:10:28.782" v="25" actId="47"/>
        <pc:sldMkLst>
          <pc:docMk/>
          <pc:sldMk cId="3436619141" sldId="2147378708"/>
        </pc:sldMkLst>
      </pc:sldChg>
      <pc:sldChg chg="add del">
        <pc:chgData name="Héni BEN MRAD" userId="29e18123-af16-4e2b-8963-6a004e026def" providerId="ADAL" clId="{78E63A4E-AD4F-490C-8E4A-EEC435BAB616}" dt="2024-05-16T07:10:31.211" v="26" actId="47"/>
        <pc:sldMkLst>
          <pc:docMk/>
          <pc:sldMk cId="1453969738" sldId="2147378709"/>
        </pc:sldMkLst>
      </pc:sldChg>
      <pc:sldChg chg="add del">
        <pc:chgData name="Héni BEN MRAD" userId="29e18123-af16-4e2b-8963-6a004e026def" providerId="ADAL" clId="{78E63A4E-AD4F-490C-8E4A-EEC435BAB616}" dt="2024-05-16T07:11:03.057" v="30"/>
        <pc:sldMkLst>
          <pc:docMk/>
          <pc:sldMk cId="3698827131" sldId="2147378709"/>
        </pc:sldMkLst>
      </pc:sldChg>
      <pc:sldChg chg="add del">
        <pc:chgData name="Héni BEN MRAD" userId="29e18123-af16-4e2b-8963-6a004e026def" providerId="ADAL" clId="{78E63A4E-AD4F-490C-8E4A-EEC435BAB616}" dt="2024-05-16T07:10:44.821" v="28"/>
        <pc:sldMkLst>
          <pc:docMk/>
          <pc:sldMk cId="4190672234" sldId="2147378709"/>
        </pc:sldMkLst>
      </pc:sldChg>
      <pc:sldChg chg="add">
        <pc:chgData name="Héni BEN MRAD" userId="29e18123-af16-4e2b-8963-6a004e026def" providerId="ADAL" clId="{78E63A4E-AD4F-490C-8E4A-EEC435BAB616}" dt="2024-05-16T07:08:27.713" v="7"/>
        <pc:sldMkLst>
          <pc:docMk/>
          <pc:sldMk cId="2823448428" sldId="2147378710"/>
        </pc:sldMkLst>
      </pc:sldChg>
      <pc:sldChg chg="add">
        <pc:chgData name="Héni BEN MRAD" userId="29e18123-af16-4e2b-8963-6a004e026def" providerId="ADAL" clId="{78E63A4E-AD4F-490C-8E4A-EEC435BAB616}" dt="2024-05-16T07:08:27.713" v="7"/>
        <pc:sldMkLst>
          <pc:docMk/>
          <pc:sldMk cId="4061900893" sldId="2147378711"/>
        </pc:sldMkLst>
      </pc:sldChg>
      <pc:sldChg chg="add">
        <pc:chgData name="Héni BEN MRAD" userId="29e18123-af16-4e2b-8963-6a004e026def" providerId="ADAL" clId="{78E63A4E-AD4F-490C-8E4A-EEC435BAB616}" dt="2024-05-16T07:08:27.713" v="7"/>
        <pc:sldMkLst>
          <pc:docMk/>
          <pc:sldMk cId="945530814" sldId="2147378712"/>
        </pc:sldMkLst>
      </pc:sldChg>
      <pc:sldChg chg="add">
        <pc:chgData name="Héni BEN MRAD" userId="29e18123-af16-4e2b-8963-6a004e026def" providerId="ADAL" clId="{78E63A4E-AD4F-490C-8E4A-EEC435BAB616}" dt="2024-05-16T07:08:27.713" v="7"/>
        <pc:sldMkLst>
          <pc:docMk/>
          <pc:sldMk cId="1793402826" sldId="2147378713"/>
        </pc:sldMkLst>
      </pc:sldChg>
      <pc:sldChg chg="add">
        <pc:chgData name="Héni BEN MRAD" userId="29e18123-af16-4e2b-8963-6a004e026def" providerId="ADAL" clId="{78E63A4E-AD4F-490C-8E4A-EEC435BAB616}" dt="2024-05-16T07:08:27.713" v="7"/>
        <pc:sldMkLst>
          <pc:docMk/>
          <pc:sldMk cId="3916433297" sldId="2147378714"/>
        </pc:sldMkLst>
      </pc:sldChg>
      <pc:sldChg chg="add">
        <pc:chgData name="Héni BEN MRAD" userId="29e18123-af16-4e2b-8963-6a004e026def" providerId="ADAL" clId="{78E63A4E-AD4F-490C-8E4A-EEC435BAB616}" dt="2024-05-16T07:08:27.713" v="7"/>
        <pc:sldMkLst>
          <pc:docMk/>
          <pc:sldMk cId="4007029331" sldId="2147378715"/>
        </pc:sldMkLst>
      </pc:sldChg>
      <pc:sldChg chg="add">
        <pc:chgData name="Héni BEN MRAD" userId="29e18123-af16-4e2b-8963-6a004e026def" providerId="ADAL" clId="{78E63A4E-AD4F-490C-8E4A-EEC435BAB616}" dt="2024-05-16T07:08:27.713" v="7"/>
        <pc:sldMkLst>
          <pc:docMk/>
          <pc:sldMk cId="1962818013" sldId="2147378717"/>
        </pc:sldMkLst>
      </pc:sldChg>
      <pc:sldChg chg="add">
        <pc:chgData name="Héni BEN MRAD" userId="29e18123-af16-4e2b-8963-6a004e026def" providerId="ADAL" clId="{78E63A4E-AD4F-490C-8E4A-EEC435BAB616}" dt="2024-05-16T07:08:27.713" v="7"/>
        <pc:sldMkLst>
          <pc:docMk/>
          <pc:sldMk cId="4280056239" sldId="2147378718"/>
        </pc:sldMkLst>
      </pc:sldChg>
      <pc:sldChg chg="add del">
        <pc:chgData name="Héni BEN MRAD" userId="29e18123-af16-4e2b-8963-6a004e026def" providerId="ADAL" clId="{78E63A4E-AD4F-490C-8E4A-EEC435BAB616}" dt="2024-05-16T07:28:01.308" v="33"/>
        <pc:sldMkLst>
          <pc:docMk/>
          <pc:sldMk cId="654307286" sldId="2147378719"/>
        </pc:sldMkLst>
      </pc:sldChg>
      <pc:sldChg chg="add del">
        <pc:chgData name="Héni BEN MRAD" userId="29e18123-af16-4e2b-8963-6a004e026def" providerId="ADAL" clId="{78E63A4E-AD4F-490C-8E4A-EEC435BAB616}" dt="2024-05-16T07:11:03.057" v="30"/>
        <pc:sldMkLst>
          <pc:docMk/>
          <pc:sldMk cId="1308491393" sldId="2147378719"/>
        </pc:sldMkLst>
      </pc:sldChg>
      <pc:sldChg chg="add del">
        <pc:chgData name="Héni BEN MRAD" userId="29e18123-af16-4e2b-8963-6a004e026def" providerId="ADAL" clId="{78E63A4E-AD4F-490C-8E4A-EEC435BAB616}" dt="2024-05-16T07:10:44.821" v="28"/>
        <pc:sldMkLst>
          <pc:docMk/>
          <pc:sldMk cId="3706009947" sldId="2147378719"/>
        </pc:sldMkLst>
      </pc:sldChg>
      <pc:sldChg chg="add">
        <pc:chgData name="Héni BEN MRAD" userId="29e18123-af16-4e2b-8963-6a004e026def" providerId="ADAL" clId="{78E63A4E-AD4F-490C-8E4A-EEC435BAB616}" dt="2024-05-16T07:28:05.329" v="34"/>
        <pc:sldMkLst>
          <pc:docMk/>
          <pc:sldMk cId="3919194427" sldId="2147378719"/>
        </pc:sldMkLst>
      </pc:sldChg>
      <pc:sldChg chg="add del">
        <pc:chgData name="Héni BEN MRAD" userId="29e18123-af16-4e2b-8963-6a004e026def" providerId="ADAL" clId="{78E63A4E-AD4F-490C-8E4A-EEC435BAB616}" dt="2024-05-16T07:11:03.057" v="30"/>
        <pc:sldMkLst>
          <pc:docMk/>
          <pc:sldMk cId="471410912" sldId="2147378720"/>
        </pc:sldMkLst>
      </pc:sldChg>
      <pc:sldChg chg="add del">
        <pc:chgData name="Héni BEN MRAD" userId="29e18123-af16-4e2b-8963-6a004e026def" providerId="ADAL" clId="{78E63A4E-AD4F-490C-8E4A-EEC435BAB616}" dt="2024-05-16T07:10:44.821" v="28"/>
        <pc:sldMkLst>
          <pc:docMk/>
          <pc:sldMk cId="2275036908" sldId="2147378720"/>
        </pc:sldMkLst>
      </pc:sldChg>
      <pc:sldChg chg="add del">
        <pc:chgData name="Héni BEN MRAD" userId="29e18123-af16-4e2b-8963-6a004e026def" providerId="ADAL" clId="{78E63A4E-AD4F-490C-8E4A-EEC435BAB616}" dt="2024-05-16T07:10:44.821" v="28"/>
        <pc:sldMkLst>
          <pc:docMk/>
          <pc:sldMk cId="2231977721" sldId="2147378721"/>
        </pc:sldMkLst>
      </pc:sldChg>
      <pc:sldChg chg="add del">
        <pc:chgData name="Héni BEN MRAD" userId="29e18123-af16-4e2b-8963-6a004e026def" providerId="ADAL" clId="{78E63A4E-AD4F-490C-8E4A-EEC435BAB616}" dt="2024-05-16T07:11:03.057" v="30"/>
        <pc:sldMkLst>
          <pc:docMk/>
          <pc:sldMk cId="3380514243" sldId="2147378721"/>
        </pc:sldMkLst>
      </pc:sldChg>
      <pc:sldChg chg="add del">
        <pc:chgData name="Héni BEN MRAD" userId="29e18123-af16-4e2b-8963-6a004e026def" providerId="ADAL" clId="{78E63A4E-AD4F-490C-8E4A-EEC435BAB616}" dt="2024-05-16T07:10:44.821" v="28"/>
        <pc:sldMkLst>
          <pc:docMk/>
          <pc:sldMk cId="27814840" sldId="2147378722"/>
        </pc:sldMkLst>
      </pc:sldChg>
      <pc:sldChg chg="add del">
        <pc:chgData name="Héni BEN MRAD" userId="29e18123-af16-4e2b-8963-6a004e026def" providerId="ADAL" clId="{78E63A4E-AD4F-490C-8E4A-EEC435BAB616}" dt="2024-05-16T07:11:03.057" v="30"/>
        <pc:sldMkLst>
          <pc:docMk/>
          <pc:sldMk cId="3308938016" sldId="2147378722"/>
        </pc:sldMkLst>
      </pc:sldChg>
      <pc:sldChg chg="add del">
        <pc:chgData name="Héni BEN MRAD" userId="29e18123-af16-4e2b-8963-6a004e026def" providerId="ADAL" clId="{78E63A4E-AD4F-490C-8E4A-EEC435BAB616}" dt="2024-05-16T07:10:44.821" v="28"/>
        <pc:sldMkLst>
          <pc:docMk/>
          <pc:sldMk cId="1063390252" sldId="2147378723"/>
        </pc:sldMkLst>
      </pc:sldChg>
      <pc:sldChg chg="add del">
        <pc:chgData name="Héni BEN MRAD" userId="29e18123-af16-4e2b-8963-6a004e026def" providerId="ADAL" clId="{78E63A4E-AD4F-490C-8E4A-EEC435BAB616}" dt="2024-05-16T07:11:03.057" v="30"/>
        <pc:sldMkLst>
          <pc:docMk/>
          <pc:sldMk cId="4282623194" sldId="2147378723"/>
        </pc:sldMkLst>
      </pc:sldChg>
    </pc:docChg>
  </pc:docChgLst>
  <pc:docChgLst>
    <pc:chgData name="Diana-Alexandra Stan" userId="2b14850f-a8de-4b8f-a1ca-aac948f0bd80" providerId="ADAL" clId="{ABEC9D42-81F6-4B8B-8873-0A2EE6B0A388}"/>
    <pc:docChg chg="undo custSel addSld delSld modSld sldOrd addSection delSection modSection">
      <pc:chgData name="Diana-Alexandra Stan" userId="2b14850f-a8de-4b8f-a1ca-aac948f0bd80" providerId="ADAL" clId="{ABEC9D42-81F6-4B8B-8873-0A2EE6B0A388}" dt="2024-05-21T09:42:10.192" v="97" actId="113"/>
      <pc:docMkLst>
        <pc:docMk/>
      </pc:docMkLst>
      <pc:sldChg chg="modSp mod">
        <pc:chgData name="Diana-Alexandra Stan" userId="2b14850f-a8de-4b8f-a1ca-aac948f0bd80" providerId="ADAL" clId="{ABEC9D42-81F6-4B8B-8873-0A2EE6B0A388}" dt="2024-05-14T09:13:08.592" v="1" actId="14734"/>
        <pc:sldMkLst>
          <pc:docMk/>
          <pc:sldMk cId="4278805120" sldId="2147378330"/>
        </pc:sldMkLst>
        <pc:graphicFrameChg chg="modGraphic">
          <ac:chgData name="Diana-Alexandra Stan" userId="2b14850f-a8de-4b8f-a1ca-aac948f0bd80" providerId="ADAL" clId="{ABEC9D42-81F6-4B8B-8873-0A2EE6B0A388}" dt="2024-05-14T09:13:08.592" v="1" actId="14734"/>
          <ac:graphicFrameMkLst>
            <pc:docMk/>
            <pc:sldMk cId="4278805120" sldId="2147378330"/>
            <ac:graphicFrameMk id="12" creationId="{522A63A6-A142-41B5-93A1-EBB1D8DC7CFD}"/>
          </ac:graphicFrameMkLst>
        </pc:graphicFrameChg>
      </pc:sldChg>
      <pc:sldChg chg="delSp modSp add mod">
        <pc:chgData name="Diana-Alexandra Stan" userId="2b14850f-a8de-4b8f-a1ca-aac948f0bd80" providerId="ADAL" clId="{ABEC9D42-81F6-4B8B-8873-0A2EE6B0A388}" dt="2024-05-15T14:06:40.677" v="61" actId="20577"/>
        <pc:sldMkLst>
          <pc:docMk/>
          <pc:sldMk cId="464417022" sldId="2147378467"/>
        </pc:sldMkLst>
        <pc:spChg chg="mod">
          <ac:chgData name="Diana-Alexandra Stan" userId="2b14850f-a8de-4b8f-a1ca-aac948f0bd80" providerId="ADAL" clId="{ABEC9D42-81F6-4B8B-8873-0A2EE6B0A388}" dt="2024-05-15T14:06:40.677" v="61" actId="20577"/>
          <ac:spMkLst>
            <pc:docMk/>
            <pc:sldMk cId="464417022" sldId="2147378467"/>
            <ac:spMk id="2" creationId="{4125BCEF-AEAA-A399-A48F-ED2906997D53}"/>
          </ac:spMkLst>
        </pc:spChg>
        <pc:spChg chg="del">
          <ac:chgData name="Diana-Alexandra Stan" userId="2b14850f-a8de-4b8f-a1ca-aac948f0bd80" providerId="ADAL" clId="{ABEC9D42-81F6-4B8B-8873-0A2EE6B0A388}" dt="2024-05-15T14:05:52.958" v="46" actId="478"/>
          <ac:spMkLst>
            <pc:docMk/>
            <pc:sldMk cId="464417022" sldId="2147378467"/>
            <ac:spMk id="10" creationId="{7C44B65F-9A01-07F7-C4B2-82AE105E2AA3}"/>
          </ac:spMkLst>
        </pc:spChg>
        <pc:picChg chg="del">
          <ac:chgData name="Diana-Alexandra Stan" userId="2b14850f-a8de-4b8f-a1ca-aac948f0bd80" providerId="ADAL" clId="{ABEC9D42-81F6-4B8B-8873-0A2EE6B0A388}" dt="2024-05-15T14:05:53.871" v="47" actId="478"/>
          <ac:picMkLst>
            <pc:docMk/>
            <pc:sldMk cId="464417022" sldId="2147378467"/>
            <ac:picMk id="11" creationId="{8B9EE739-37DD-4253-A764-60D4B439E679}"/>
          </ac:picMkLst>
        </pc:picChg>
      </pc:sldChg>
      <pc:sldChg chg="delSp modSp add mod">
        <pc:chgData name="Diana-Alexandra Stan" userId="2b14850f-a8de-4b8f-a1ca-aac948f0bd80" providerId="ADAL" clId="{ABEC9D42-81F6-4B8B-8873-0A2EE6B0A388}" dt="2024-05-15T14:07:36.775" v="78" actId="20577"/>
        <pc:sldMkLst>
          <pc:docMk/>
          <pc:sldMk cId="3457511368" sldId="2147378469"/>
        </pc:sldMkLst>
        <pc:spChg chg="mod">
          <ac:chgData name="Diana-Alexandra Stan" userId="2b14850f-a8de-4b8f-a1ca-aac948f0bd80" providerId="ADAL" clId="{ABEC9D42-81F6-4B8B-8873-0A2EE6B0A388}" dt="2024-05-15T14:07:36.775" v="78" actId="20577"/>
          <ac:spMkLst>
            <pc:docMk/>
            <pc:sldMk cId="3457511368" sldId="2147378469"/>
            <ac:spMk id="2" creationId="{4125BCEF-AEAA-A399-A48F-ED2906997D53}"/>
          </ac:spMkLst>
        </pc:spChg>
        <pc:spChg chg="del">
          <ac:chgData name="Diana-Alexandra Stan" userId="2b14850f-a8de-4b8f-a1ca-aac948f0bd80" providerId="ADAL" clId="{ABEC9D42-81F6-4B8B-8873-0A2EE6B0A388}" dt="2024-05-15T14:07:31.935" v="74" actId="478"/>
          <ac:spMkLst>
            <pc:docMk/>
            <pc:sldMk cId="3457511368" sldId="2147378469"/>
            <ac:spMk id="10" creationId="{7C44B65F-9A01-07F7-C4B2-82AE105E2AA3}"/>
          </ac:spMkLst>
        </pc:spChg>
        <pc:picChg chg="del">
          <ac:chgData name="Diana-Alexandra Stan" userId="2b14850f-a8de-4b8f-a1ca-aac948f0bd80" providerId="ADAL" clId="{ABEC9D42-81F6-4B8B-8873-0A2EE6B0A388}" dt="2024-05-15T14:07:32.772" v="75" actId="478"/>
          <ac:picMkLst>
            <pc:docMk/>
            <pc:sldMk cId="3457511368" sldId="2147378469"/>
            <ac:picMk id="11" creationId="{8B9EE739-37DD-4253-A764-60D4B439E679}"/>
          </ac:picMkLst>
        </pc:picChg>
      </pc:sldChg>
      <pc:sldChg chg="delSp modSp add mod">
        <pc:chgData name="Diana-Alexandra Stan" userId="2b14850f-a8de-4b8f-a1ca-aac948f0bd80" providerId="ADAL" clId="{ABEC9D42-81F6-4B8B-8873-0A2EE6B0A388}" dt="2024-05-15T14:06:45.780" v="70" actId="20577"/>
        <pc:sldMkLst>
          <pc:docMk/>
          <pc:sldMk cId="4110961314" sldId="2147378470"/>
        </pc:sldMkLst>
        <pc:spChg chg="mod">
          <ac:chgData name="Diana-Alexandra Stan" userId="2b14850f-a8de-4b8f-a1ca-aac948f0bd80" providerId="ADAL" clId="{ABEC9D42-81F6-4B8B-8873-0A2EE6B0A388}" dt="2024-05-15T14:06:45.780" v="70" actId="20577"/>
          <ac:spMkLst>
            <pc:docMk/>
            <pc:sldMk cId="4110961314" sldId="2147378470"/>
            <ac:spMk id="2" creationId="{4125BCEF-AEAA-A399-A48F-ED2906997D53}"/>
          </ac:spMkLst>
        </pc:spChg>
        <pc:spChg chg="del">
          <ac:chgData name="Diana-Alexandra Stan" userId="2b14850f-a8de-4b8f-a1ca-aac948f0bd80" providerId="ADAL" clId="{ABEC9D42-81F6-4B8B-8873-0A2EE6B0A388}" dt="2024-05-15T14:06:27.322" v="51" actId="478"/>
          <ac:spMkLst>
            <pc:docMk/>
            <pc:sldMk cId="4110961314" sldId="2147378470"/>
            <ac:spMk id="10" creationId="{7C44B65F-9A01-07F7-C4B2-82AE105E2AA3}"/>
          </ac:spMkLst>
        </pc:spChg>
        <pc:picChg chg="del">
          <ac:chgData name="Diana-Alexandra Stan" userId="2b14850f-a8de-4b8f-a1ca-aac948f0bd80" providerId="ADAL" clId="{ABEC9D42-81F6-4B8B-8873-0A2EE6B0A388}" dt="2024-05-15T14:06:27.966" v="52" actId="478"/>
          <ac:picMkLst>
            <pc:docMk/>
            <pc:sldMk cId="4110961314" sldId="2147378470"/>
            <ac:picMk id="11" creationId="{8B9EE739-37DD-4253-A764-60D4B439E679}"/>
          </ac:picMkLst>
        </pc:picChg>
      </pc:sldChg>
      <pc:sldChg chg="delSp add mod">
        <pc:chgData name="Diana-Alexandra Stan" userId="2b14850f-a8de-4b8f-a1ca-aac948f0bd80" providerId="ADAL" clId="{ABEC9D42-81F6-4B8B-8873-0A2EE6B0A388}" dt="2024-05-15T14:04:25.593" v="40" actId="478"/>
        <pc:sldMkLst>
          <pc:docMk/>
          <pc:sldMk cId="560854086" sldId="2147378476"/>
        </pc:sldMkLst>
        <pc:spChg chg="del">
          <ac:chgData name="Diana-Alexandra Stan" userId="2b14850f-a8de-4b8f-a1ca-aac948f0bd80" providerId="ADAL" clId="{ABEC9D42-81F6-4B8B-8873-0A2EE6B0A388}" dt="2024-05-15T14:04:24.824" v="39" actId="478"/>
          <ac:spMkLst>
            <pc:docMk/>
            <pc:sldMk cId="560854086" sldId="2147378476"/>
            <ac:spMk id="10" creationId="{DA2D3ECC-B7CB-6653-33E1-75A3DA970898}"/>
          </ac:spMkLst>
        </pc:spChg>
        <pc:picChg chg="del">
          <ac:chgData name="Diana-Alexandra Stan" userId="2b14850f-a8de-4b8f-a1ca-aac948f0bd80" providerId="ADAL" clId="{ABEC9D42-81F6-4B8B-8873-0A2EE6B0A388}" dt="2024-05-15T14:04:25.593" v="40" actId="478"/>
          <ac:picMkLst>
            <pc:docMk/>
            <pc:sldMk cId="560854086" sldId="2147378476"/>
            <ac:picMk id="11" creationId="{FEC01301-0507-0121-FCF1-58EC421A36B4}"/>
          </ac:picMkLst>
        </pc:picChg>
      </pc:sldChg>
      <pc:sldChg chg="delSp mod">
        <pc:chgData name="Diana-Alexandra Stan" userId="2b14850f-a8de-4b8f-a1ca-aac948f0bd80" providerId="ADAL" clId="{ABEC9D42-81F6-4B8B-8873-0A2EE6B0A388}" dt="2024-05-15T13:58:01.188" v="35" actId="478"/>
        <pc:sldMkLst>
          <pc:docMk/>
          <pc:sldMk cId="840874942" sldId="2147378477"/>
        </pc:sldMkLst>
        <pc:spChg chg="del">
          <ac:chgData name="Diana-Alexandra Stan" userId="2b14850f-a8de-4b8f-a1ca-aac948f0bd80" providerId="ADAL" clId="{ABEC9D42-81F6-4B8B-8873-0A2EE6B0A388}" dt="2024-05-15T13:58:00.254" v="34" actId="478"/>
          <ac:spMkLst>
            <pc:docMk/>
            <pc:sldMk cId="840874942" sldId="2147378477"/>
            <ac:spMk id="10" creationId="{DA2D3ECC-B7CB-6653-33E1-75A3DA970898}"/>
          </ac:spMkLst>
        </pc:spChg>
        <pc:picChg chg="del">
          <ac:chgData name="Diana-Alexandra Stan" userId="2b14850f-a8de-4b8f-a1ca-aac948f0bd80" providerId="ADAL" clId="{ABEC9D42-81F6-4B8B-8873-0A2EE6B0A388}" dt="2024-05-15T13:58:01.188" v="35" actId="478"/>
          <ac:picMkLst>
            <pc:docMk/>
            <pc:sldMk cId="840874942" sldId="2147378477"/>
            <ac:picMk id="11" creationId="{FEC01301-0507-0121-FCF1-58EC421A36B4}"/>
          </ac:picMkLst>
        </pc:picChg>
      </pc:sldChg>
      <pc:sldChg chg="delSp modSp del mod">
        <pc:chgData name="Diana-Alexandra Stan" userId="2b14850f-a8de-4b8f-a1ca-aac948f0bd80" providerId="ADAL" clId="{ABEC9D42-81F6-4B8B-8873-0A2EE6B0A388}" dt="2024-05-15T14:10:18.443" v="79" actId="47"/>
        <pc:sldMkLst>
          <pc:docMk/>
          <pc:sldMk cId="4043005681" sldId="2147378658"/>
        </pc:sldMkLst>
        <pc:graphicFrameChg chg="modGraphic">
          <ac:chgData name="Diana-Alexandra Stan" userId="2b14850f-a8de-4b8f-a1ca-aac948f0bd80" providerId="ADAL" clId="{ABEC9D42-81F6-4B8B-8873-0A2EE6B0A388}" dt="2024-05-14T09:14:18.311" v="2" actId="2164"/>
          <ac:graphicFrameMkLst>
            <pc:docMk/>
            <pc:sldMk cId="4043005681" sldId="2147378658"/>
            <ac:graphicFrameMk id="12" creationId="{522A63A6-A142-41B5-93A1-EBB1D8DC7CFD}"/>
          </ac:graphicFrameMkLst>
        </pc:graphicFrameChg>
        <pc:picChg chg="del">
          <ac:chgData name="Diana-Alexandra Stan" userId="2b14850f-a8de-4b8f-a1ca-aac948f0bd80" providerId="ADAL" clId="{ABEC9D42-81F6-4B8B-8873-0A2EE6B0A388}" dt="2024-05-14T09:14:19.964" v="3" actId="478"/>
          <ac:picMkLst>
            <pc:docMk/>
            <pc:sldMk cId="4043005681" sldId="2147378658"/>
            <ac:picMk id="7" creationId="{DF2D1750-2F7D-7F86-BA24-20F3D1D91715}"/>
          </ac:picMkLst>
        </pc:picChg>
      </pc:sldChg>
      <pc:sldChg chg="new del">
        <pc:chgData name="Diana-Alexandra Stan" userId="2b14850f-a8de-4b8f-a1ca-aac948f0bd80" providerId="ADAL" clId="{ABEC9D42-81F6-4B8B-8873-0A2EE6B0A388}" dt="2024-05-15T14:06:25.873" v="50" actId="47"/>
        <pc:sldMkLst>
          <pc:docMk/>
          <pc:sldMk cId="707896562" sldId="2147378660"/>
        </pc:sldMkLst>
      </pc:sldChg>
      <pc:sldChg chg="new del">
        <pc:chgData name="Diana-Alexandra Stan" userId="2b14850f-a8de-4b8f-a1ca-aac948f0bd80" providerId="ADAL" clId="{ABEC9D42-81F6-4B8B-8873-0A2EE6B0A388}" dt="2024-05-15T14:07:23.615" v="73" actId="47"/>
        <pc:sldMkLst>
          <pc:docMk/>
          <pc:sldMk cId="758949734" sldId="2147378660"/>
        </pc:sldMkLst>
      </pc:sldChg>
      <pc:sldChg chg="modSp add del mod">
        <pc:chgData name="Diana-Alexandra Stan" userId="2b14850f-a8de-4b8f-a1ca-aac948f0bd80" providerId="ADAL" clId="{ABEC9D42-81F6-4B8B-8873-0A2EE6B0A388}" dt="2024-05-14T09:34:53.937" v="26" actId="2696"/>
        <pc:sldMkLst>
          <pc:docMk/>
          <pc:sldMk cId="873405070" sldId="2147378660"/>
        </pc:sldMkLst>
        <pc:spChg chg="mod">
          <ac:chgData name="Diana-Alexandra Stan" userId="2b14850f-a8de-4b8f-a1ca-aac948f0bd80" providerId="ADAL" clId="{ABEC9D42-81F6-4B8B-8873-0A2EE6B0A388}" dt="2024-05-14T09:33:55.861" v="24" actId="20577"/>
          <ac:spMkLst>
            <pc:docMk/>
            <pc:sldMk cId="873405070" sldId="2147378660"/>
            <ac:spMk id="7" creationId="{30EA6425-EB2C-4F05-158E-A6F703DAF560}"/>
          </ac:spMkLst>
        </pc:spChg>
      </pc:sldChg>
      <pc:sldChg chg="delSp modSp mod">
        <pc:chgData name="Diana-Alexandra Stan" userId="2b14850f-a8de-4b8f-a1ca-aac948f0bd80" providerId="ADAL" clId="{ABEC9D42-81F6-4B8B-8873-0A2EE6B0A388}" dt="2024-05-15T14:15:01.072" v="83" actId="1076"/>
        <pc:sldMkLst>
          <pc:docMk/>
          <pc:sldMk cId="1160057248" sldId="2147378660"/>
        </pc:sldMkLst>
        <pc:graphicFrameChg chg="modGraphic">
          <ac:chgData name="Diana-Alexandra Stan" userId="2b14850f-a8de-4b8f-a1ca-aac948f0bd80" providerId="ADAL" clId="{ABEC9D42-81F6-4B8B-8873-0A2EE6B0A388}" dt="2024-05-15T14:14:48.410" v="80" actId="2164"/>
          <ac:graphicFrameMkLst>
            <pc:docMk/>
            <pc:sldMk cId="1160057248" sldId="2147378660"/>
            <ac:graphicFrameMk id="12" creationId="{522A63A6-A142-41B5-93A1-EBB1D8DC7CFD}"/>
          </ac:graphicFrameMkLst>
        </pc:graphicFrameChg>
        <pc:picChg chg="del">
          <ac:chgData name="Diana-Alexandra Stan" userId="2b14850f-a8de-4b8f-a1ca-aac948f0bd80" providerId="ADAL" clId="{ABEC9D42-81F6-4B8B-8873-0A2EE6B0A388}" dt="2024-05-15T14:14:55.765" v="82" actId="478"/>
          <ac:picMkLst>
            <pc:docMk/>
            <pc:sldMk cId="1160057248" sldId="2147378660"/>
            <ac:picMk id="3" creationId="{C4407E16-2862-9402-F926-AFF0665C9233}"/>
          </ac:picMkLst>
        </pc:picChg>
        <pc:picChg chg="mod">
          <ac:chgData name="Diana-Alexandra Stan" userId="2b14850f-a8de-4b8f-a1ca-aac948f0bd80" providerId="ADAL" clId="{ABEC9D42-81F6-4B8B-8873-0A2EE6B0A388}" dt="2024-05-15T14:15:01.072" v="83" actId="1076"/>
          <ac:picMkLst>
            <pc:docMk/>
            <pc:sldMk cId="1160057248" sldId="2147378660"/>
            <ac:picMk id="7" creationId="{21E2981E-6F40-A2C8-28AE-B852A21B75B1}"/>
          </ac:picMkLst>
        </pc:picChg>
        <pc:picChg chg="del">
          <ac:chgData name="Diana-Alexandra Stan" userId="2b14850f-a8de-4b8f-a1ca-aac948f0bd80" providerId="ADAL" clId="{ABEC9D42-81F6-4B8B-8873-0A2EE6B0A388}" dt="2024-05-15T14:14:52.739" v="81" actId="478"/>
          <ac:picMkLst>
            <pc:docMk/>
            <pc:sldMk cId="1160057248" sldId="2147378660"/>
            <ac:picMk id="14" creationId="{3E00E60D-2E0F-C9B2-13CC-80F011C8B569}"/>
          </ac:picMkLst>
        </pc:picChg>
      </pc:sldChg>
      <pc:sldChg chg="new del">
        <pc:chgData name="Diana-Alexandra Stan" userId="2b14850f-a8de-4b8f-a1ca-aac948f0bd80" providerId="ADAL" clId="{ABEC9D42-81F6-4B8B-8873-0A2EE6B0A388}" dt="2024-05-15T14:05:50.647" v="45" actId="47"/>
        <pc:sldMkLst>
          <pc:docMk/>
          <pc:sldMk cId="3462172794" sldId="2147378660"/>
        </pc:sldMkLst>
      </pc:sldChg>
      <pc:sldChg chg="del">
        <pc:chgData name="Diana-Alexandra Stan" userId="2b14850f-a8de-4b8f-a1ca-aac948f0bd80" providerId="ADAL" clId="{ABEC9D42-81F6-4B8B-8873-0A2EE6B0A388}" dt="2024-05-15T14:04:35.237" v="42" actId="47"/>
        <pc:sldMkLst>
          <pc:docMk/>
          <pc:sldMk cId="4238660116" sldId="2147378660"/>
        </pc:sldMkLst>
      </pc:sldChg>
      <pc:sldChg chg="add del">
        <pc:chgData name="Diana-Alexandra Stan" userId="2b14850f-a8de-4b8f-a1ca-aac948f0bd80" providerId="ADAL" clId="{ABEC9D42-81F6-4B8B-8873-0A2EE6B0A388}" dt="2024-05-14T09:33:45.886" v="7"/>
        <pc:sldMkLst>
          <pc:docMk/>
          <pc:sldMk cId="4285291089" sldId="2147378660"/>
        </pc:sldMkLst>
      </pc:sldChg>
      <pc:sldChg chg="addSp delSp new del mod">
        <pc:chgData name="Diana-Alexandra Stan" userId="2b14850f-a8de-4b8f-a1ca-aac948f0bd80" providerId="ADAL" clId="{ABEC9D42-81F6-4B8B-8873-0A2EE6B0A388}" dt="2024-05-15T13:39:15.783" v="31" actId="47"/>
        <pc:sldMkLst>
          <pc:docMk/>
          <pc:sldMk cId="2296911869" sldId="2147378661"/>
        </pc:sldMkLst>
        <pc:graphicFrameChg chg="add del">
          <ac:chgData name="Diana-Alexandra Stan" userId="2b14850f-a8de-4b8f-a1ca-aac948f0bd80" providerId="ADAL" clId="{ABEC9D42-81F6-4B8B-8873-0A2EE6B0A388}" dt="2024-05-15T13:38:59.015" v="29" actId="478"/>
          <ac:graphicFrameMkLst>
            <pc:docMk/>
            <pc:sldMk cId="2296911869" sldId="2147378661"/>
            <ac:graphicFrameMk id="5" creationId="{01ABEB95-54AA-1183-50D9-69CBF59055C8}"/>
          </ac:graphicFrameMkLst>
        </pc:graphicFrameChg>
      </pc:sldChg>
      <pc:sldChg chg="delSp modSp add del mod">
        <pc:chgData name="Diana-Alexandra Stan" userId="2b14850f-a8de-4b8f-a1ca-aac948f0bd80" providerId="ADAL" clId="{ABEC9D42-81F6-4B8B-8873-0A2EE6B0A388}" dt="2024-05-15T14:04:31.523" v="41" actId="47"/>
        <pc:sldMkLst>
          <pc:docMk/>
          <pc:sldMk cId="182839367" sldId="2147378662"/>
        </pc:sldMkLst>
        <pc:graphicFrameChg chg="modGraphic">
          <ac:chgData name="Diana-Alexandra Stan" userId="2b14850f-a8de-4b8f-a1ca-aac948f0bd80" providerId="ADAL" clId="{ABEC9D42-81F6-4B8B-8873-0A2EE6B0A388}" dt="2024-05-15T13:39:22.066" v="32" actId="2164"/>
          <ac:graphicFrameMkLst>
            <pc:docMk/>
            <pc:sldMk cId="182839367" sldId="2147378662"/>
            <ac:graphicFrameMk id="12" creationId="{522A63A6-A142-41B5-93A1-EBB1D8DC7CFD}"/>
          </ac:graphicFrameMkLst>
        </pc:graphicFrameChg>
        <pc:picChg chg="del">
          <ac:chgData name="Diana-Alexandra Stan" userId="2b14850f-a8de-4b8f-a1ca-aac948f0bd80" providerId="ADAL" clId="{ABEC9D42-81F6-4B8B-8873-0A2EE6B0A388}" dt="2024-05-15T13:39:23.776" v="33" actId="478"/>
          <ac:picMkLst>
            <pc:docMk/>
            <pc:sldMk cId="182839367" sldId="2147378662"/>
            <ac:picMk id="3" creationId="{4EB66420-1FEF-2277-4563-AB4F99EBEEC2}"/>
          </ac:picMkLst>
        </pc:picChg>
      </pc:sldChg>
      <pc:sldChg chg="new del">
        <pc:chgData name="Diana-Alexandra Stan" userId="2b14850f-a8de-4b8f-a1ca-aac948f0bd80" providerId="ADAL" clId="{ABEC9D42-81F6-4B8B-8873-0A2EE6B0A388}" dt="2024-05-15T14:04:23.428" v="38" actId="47"/>
        <pc:sldMkLst>
          <pc:docMk/>
          <pc:sldMk cId="744371929" sldId="2147378663"/>
        </pc:sldMkLst>
      </pc:sldChg>
      <pc:sldChg chg="new del">
        <pc:chgData name="Diana-Alexandra Stan" userId="2b14850f-a8de-4b8f-a1ca-aac948f0bd80" providerId="ADAL" clId="{ABEC9D42-81F6-4B8B-8873-0A2EE6B0A388}" dt="2024-05-21T09:41:19.448" v="89" actId="47"/>
        <pc:sldMkLst>
          <pc:docMk/>
          <pc:sldMk cId="790569242" sldId="2147378720"/>
        </pc:sldMkLst>
      </pc:sldChg>
      <pc:sldChg chg="addSp delSp modSp add mod">
        <pc:chgData name="Diana-Alexandra Stan" userId="2b14850f-a8de-4b8f-a1ca-aac948f0bd80" providerId="ADAL" clId="{ABEC9D42-81F6-4B8B-8873-0A2EE6B0A388}" dt="2024-05-21T09:42:10.192" v="97" actId="113"/>
        <pc:sldMkLst>
          <pc:docMk/>
          <pc:sldMk cId="3975855007" sldId="2147378721"/>
        </pc:sldMkLst>
        <pc:spChg chg="del">
          <ac:chgData name="Diana-Alexandra Stan" userId="2b14850f-a8de-4b8f-a1ca-aac948f0bd80" providerId="ADAL" clId="{ABEC9D42-81F6-4B8B-8873-0A2EE6B0A388}" dt="2024-05-21T09:41:17.747" v="88" actId="478"/>
          <ac:spMkLst>
            <pc:docMk/>
            <pc:sldMk cId="3975855007" sldId="2147378721"/>
            <ac:spMk id="2" creationId="{4125BCEF-AEAA-A399-A48F-ED2906997D53}"/>
          </ac:spMkLst>
        </pc:spChg>
        <pc:spChg chg="add del mod">
          <ac:chgData name="Diana-Alexandra Stan" userId="2b14850f-a8de-4b8f-a1ca-aac948f0bd80" providerId="ADAL" clId="{ABEC9D42-81F6-4B8B-8873-0A2EE6B0A388}" dt="2024-05-21T09:41:21.370" v="90" actId="478"/>
          <ac:spMkLst>
            <pc:docMk/>
            <pc:sldMk cId="3975855007" sldId="2147378721"/>
            <ac:spMk id="5" creationId="{BED22ED2-E3CD-871E-FA4D-E00B6B410DA4}"/>
          </ac:spMkLst>
        </pc:spChg>
        <pc:graphicFrameChg chg="modGraphic">
          <ac:chgData name="Diana-Alexandra Stan" userId="2b14850f-a8de-4b8f-a1ca-aac948f0bd80" providerId="ADAL" clId="{ABEC9D42-81F6-4B8B-8873-0A2EE6B0A388}" dt="2024-05-21T09:42:10.192" v="97" actId="113"/>
          <ac:graphicFrameMkLst>
            <pc:docMk/>
            <pc:sldMk cId="3975855007" sldId="2147378721"/>
            <ac:graphicFrameMk id="7" creationId="{07A82FFD-C6E1-8E2C-3D8C-ECDB1C786C7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71A1-F55B-4300-A18E-75AE39E64350}" type="datetimeFigureOut">
              <a:rPr lang="fr-FR" smtClean="0"/>
              <a:t>28/05/2024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6B738-3D5C-4851-BA0A-F593F390B820}" type="slidenum">
              <a:rPr lang="fr-FR" smtClean="0"/>
              <a:t>‹N°›</a:t>
            </a:fld>
            <a:endParaRPr lang="fr-FR"/>
          </a:p>
        </p:txBody>
      </p:sp>
    </p:spTree>
    <p:extLst>
      <p:ext uri="{BB962C8B-B14F-4D97-AF65-F5344CB8AC3E}">
        <p14:creationId xmlns:p14="http://schemas.microsoft.com/office/powerpoint/2010/main" val="380072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96B738-3D5C-4851-BA0A-F593F390B820}" type="slidenum">
              <a:rPr lang="fr-FR" smtClean="0"/>
              <a:t>4</a:t>
            </a:fld>
            <a:endParaRPr lang="fr-FR"/>
          </a:p>
        </p:txBody>
      </p:sp>
    </p:spTree>
    <p:extLst>
      <p:ext uri="{BB962C8B-B14F-4D97-AF65-F5344CB8AC3E}">
        <p14:creationId xmlns:p14="http://schemas.microsoft.com/office/powerpoint/2010/main" val="26936920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254361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627283" y="5292725"/>
            <a:ext cx="2937434" cy="1063625"/>
          </a:xfrm>
        </p:spPr>
        <p:txBody>
          <a:bodyPr/>
          <a:lstStyle>
            <a:lvl1pPr marL="0" indent="0">
              <a:buNone/>
              <a:defRPr sz="1600">
                <a:solidFill>
                  <a:schemeClr val="bg1"/>
                </a:solidFill>
              </a:defRPr>
            </a:lvl1pPr>
          </a:lstStyle>
          <a:p>
            <a:r>
              <a:rPr lang="fr-FR"/>
              <a:t>Insérer le logo client</a:t>
            </a:r>
          </a:p>
        </p:txBody>
      </p:sp>
      <p:pic>
        <p:nvPicPr>
          <p:cNvPr id="5" name="Graphic 2">
            <a:extLst>
              <a:ext uri="{FF2B5EF4-FFF2-40B4-BE49-F238E27FC236}">
                <a16:creationId xmlns:a16="http://schemas.microsoft.com/office/drawing/2014/main" id="{D741F203-39C2-8465-9E74-15F19FD3D5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883" y="5292725"/>
            <a:ext cx="3128893" cy="1063625"/>
          </a:xfrm>
          <a:prstGeom prst="rect">
            <a:avLst/>
          </a:prstGeom>
        </p:spPr>
      </p:pic>
    </p:spTree>
    <p:extLst>
      <p:ext uri="{BB962C8B-B14F-4D97-AF65-F5344CB8AC3E}">
        <p14:creationId xmlns:p14="http://schemas.microsoft.com/office/powerpoint/2010/main" val="49704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nde gauche bleu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4050972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5C6E4F6-E88F-E84E-0950-25AFB4F532BB}"/>
              </a:ext>
            </a:extLst>
          </p:cNvPr>
          <p:cNvSpPr/>
          <p:nvPr/>
        </p:nvSpPr>
        <p:spPr>
          <a:xfrm>
            <a:off x="155574" y="152400"/>
            <a:ext cx="3378933"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a:lstStyle>
            <a:lvl1pPr>
              <a:defRPr>
                <a:solidFill>
                  <a:schemeClr val="bg1"/>
                </a:solidFill>
              </a:defRPr>
            </a:lvl1pPr>
          </a:lstStyle>
          <a:p>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40474"/>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7620"/>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mj-lt"/>
                <a:ea typeface="+mn-ea"/>
                <a:cs typeface="+mn-cs"/>
              </a:rPr>
              <a:t>© ACI partners | Confidentiel </a:t>
            </a:r>
          </a:p>
        </p:txBody>
      </p:sp>
      <p:sp>
        <p:nvSpPr>
          <p:cNvPr id="9" name="Espace réservé du contenu 11">
            <a:extLst>
              <a:ext uri="{FF2B5EF4-FFF2-40B4-BE49-F238E27FC236}">
                <a16:creationId xmlns:a16="http://schemas.microsoft.com/office/drawing/2014/main" id="{0195042A-90D0-34D6-C22D-45B6A12E2BEA}"/>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181369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14592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pic>
        <p:nvPicPr>
          <p:cNvPr id="9" name="Graphic 2">
            <a:extLst>
              <a:ext uri="{FF2B5EF4-FFF2-40B4-BE49-F238E27FC236}">
                <a16:creationId xmlns:a16="http://schemas.microsoft.com/office/drawing/2014/main" id="{E6D46E39-FB99-4BF4-B965-51E1513752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4563" y="4818826"/>
            <a:ext cx="5285016" cy="1796570"/>
          </a:xfrm>
          <a:prstGeom prst="rect">
            <a:avLst/>
          </a:prstGeom>
        </p:spPr>
      </p:pic>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Tree>
    <p:extLst>
      <p:ext uri="{BB962C8B-B14F-4D97-AF65-F5344CB8AC3E}">
        <p14:creationId xmlns:p14="http://schemas.microsoft.com/office/powerpoint/2010/main" val="394428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e gauche gris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420955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0FB9975-02E6-5AA9-F3E3-25070AE0C3B8}"/>
              </a:ext>
            </a:extLst>
          </p:cNvPr>
          <p:cNvSpPr/>
          <p:nvPr/>
        </p:nvSpPr>
        <p:spPr>
          <a:xfrm>
            <a:off x="155574" y="152399"/>
            <a:ext cx="3378933" cy="65532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lIns="91440" tIns="45720" rIns="91440" bIns="45720" rtlCol="0" anchor="t">
            <a:noAutofit/>
          </a:bodyPr>
          <a:lstStyle>
            <a:lvl1pPr>
              <a:defRPr lang="fr-FR" dirty="0"/>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39417"/>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a:xfrm>
            <a:off x="11219530" y="6340475"/>
            <a:ext cx="591470" cy="365125"/>
          </a:xfrm>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6563"/>
            <a:ext cx="1723549" cy="230832"/>
          </a:xfrm>
          <a:prstGeom prst="rect">
            <a:avLst/>
          </a:prstGeom>
          <a:noFill/>
        </p:spPr>
        <p:txBody>
          <a:bodyPr wrap="none" rtlCol="0" anchor="ctr">
            <a:spAutoFit/>
          </a:bodyPr>
          <a:lstStyle>
            <a:defPPr>
              <a:defRPr lang="fr-FR"/>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schemeClr val="tx2"/>
                </a:solidFill>
                <a:effectLst/>
                <a:uLnTx/>
                <a:uFillTx/>
                <a:latin typeface="Raleway Light" panose="020B0003030101060003" pitchFamily="34" charset="0"/>
              </a:defRPr>
            </a:lvl1pPr>
          </a:lstStyle>
          <a:p>
            <a:pPr lvl="0"/>
            <a:r>
              <a:rPr lang="fr-FR" noProof="0">
                <a:latin typeface="+mj-lt"/>
              </a:rPr>
              <a:t>© ACI partners | Confidentiel </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159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4101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2104549" y="6340476"/>
            <a:ext cx="7318401" cy="360000"/>
          </a:xfrm>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11219530" y="6340475"/>
            <a:ext cx="591470" cy="360001"/>
          </a:xfrm>
        </p:spPr>
        <p:txBody>
          <a:bodyPr/>
          <a:lstStyle>
            <a:lvl1pPr>
              <a:defRPr>
                <a:solidFill>
                  <a:schemeClr val="bg1"/>
                </a:solidFill>
              </a:defRPr>
            </a:lvl1p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9041953" cy="360000"/>
          </a:xfrm>
        </p:spPr>
        <p:txBody>
          <a:bodyPr anchor="t">
            <a:noAutofit/>
          </a:bodyPr>
          <a:lstStyle>
            <a:lvl1pPr marL="0" indent="0">
              <a:buNone/>
              <a:defRPr sz="1600">
                <a:solidFill>
                  <a:schemeClr val="tx2"/>
                </a:solidFill>
                <a:latin typeface="+mj-lt"/>
              </a:defRPr>
            </a:lvl1pPr>
          </a:lstStyle>
          <a:p>
            <a:pPr lvl="0"/>
            <a:r>
              <a:rPr lang="fr-FR"/>
              <a:t>Sous titre</a:t>
            </a:r>
          </a:p>
        </p:txBody>
      </p:sp>
      <p:pic>
        <p:nvPicPr>
          <p:cNvPr id="8" name="Graphic 12">
            <a:extLst>
              <a:ext uri="{FF2B5EF4-FFF2-40B4-BE49-F238E27FC236}">
                <a16:creationId xmlns:a16="http://schemas.microsoft.com/office/drawing/2014/main" id="{D53CA171-068E-EDB1-7CF5-A2BB8CAEC1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2950" y="6232787"/>
            <a:ext cx="1796580" cy="610723"/>
          </a:xfrm>
          <a:prstGeom prst="rect">
            <a:avLst/>
          </a:prstGeom>
        </p:spPr>
      </p:pic>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825624"/>
            <a:ext cx="9041952"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7273557"/>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1255953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p:txBody>
          <a:bodyPr vert="horz" anchor="t"/>
          <a:lstStyle>
            <a:lvl1pPr>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825624"/>
            <a:ext cx="11430003"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06551"/>
            <a:ext cx="11430003" cy="360000"/>
          </a:xfrm>
        </p:spPr>
        <p:txBody>
          <a:bodyPr anchor="t">
            <a:noAutofit/>
          </a:bodyPr>
          <a:lstStyle>
            <a:lvl1pPr marL="0" indent="0">
              <a:buFont typeface="Arial" panose="020B0604020202020204" pitchFamily="34" charse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382865539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608708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57810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787077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06551"/>
            <a:ext cx="7569001"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825624"/>
            <a:ext cx="7569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03887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839940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7641002"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825624"/>
            <a:ext cx="7641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06551"/>
            <a:ext cx="3708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825624"/>
            <a:ext cx="3708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495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4096617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3395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32287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11430003" cy="360000"/>
          </a:xfrm>
        </p:spPr>
        <p:txBody>
          <a:bodyPr anchor="t">
            <a:noAutofit/>
          </a:bodyPr>
          <a:lstStyle>
            <a:lvl1pPr marL="0" inden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235060468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e de couverture - 1">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72EC17-0D72-371F-B7F7-6B24EF2DDF18}"/>
              </a:ext>
            </a:extLst>
          </p:cNvPr>
          <p:cNvSpPr/>
          <p:nvPr/>
        </p:nvSpPr>
        <p:spPr>
          <a:xfrm>
            <a:off x="5059649" y="152400"/>
            <a:ext cx="6977863"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6816424" y="3001630"/>
            <a:ext cx="3464313"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6816424" y="3684766"/>
            <a:ext cx="3464313" cy="242038"/>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2" name="Picture Placeholder 3">
            <a:extLst>
              <a:ext uri="{FF2B5EF4-FFF2-40B4-BE49-F238E27FC236}">
                <a16:creationId xmlns:a16="http://schemas.microsoft.com/office/drawing/2014/main" id="{DD8B5DCD-0FE5-F4AD-0455-D5B227CF482A}"/>
              </a:ext>
            </a:extLst>
          </p:cNvPr>
          <p:cNvSpPr>
            <a:spLocks noGrp="1"/>
          </p:cNvSpPr>
          <p:nvPr>
            <p:ph type="pic" sz="quarter" idx="33" hasCustomPrompt="1"/>
          </p:nvPr>
        </p:nvSpPr>
        <p:spPr>
          <a:xfrm>
            <a:off x="7385875" y="261954"/>
            <a:ext cx="2325411" cy="2433621"/>
          </a:xfrm>
        </p:spPr>
        <p:txBody>
          <a:bodyPr/>
          <a:lstStyle>
            <a:lvl1pPr marL="0" indent="0">
              <a:buNone/>
              <a:defRPr/>
            </a:lvl1pPr>
          </a:lstStyle>
          <a:p>
            <a:r>
              <a:rPr lang="fr-FR"/>
              <a:t> </a:t>
            </a:r>
          </a:p>
        </p:txBody>
      </p:sp>
      <p:sp>
        <p:nvSpPr>
          <p:cNvPr id="13" name="Text Placeholder 16">
            <a:extLst>
              <a:ext uri="{FF2B5EF4-FFF2-40B4-BE49-F238E27FC236}">
                <a16:creationId xmlns:a16="http://schemas.microsoft.com/office/drawing/2014/main" id="{504AF62D-622A-D8B8-3FE8-9BE1D7C55707}"/>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14" name="Text Placeholder 16">
            <a:extLst>
              <a:ext uri="{FF2B5EF4-FFF2-40B4-BE49-F238E27FC236}">
                <a16:creationId xmlns:a16="http://schemas.microsoft.com/office/drawing/2014/main" id="{7D877059-911D-4C8C-1E64-B46C382ACAEF}"/>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Tree>
    <p:extLst>
      <p:ext uri="{BB962C8B-B14F-4D97-AF65-F5344CB8AC3E}">
        <p14:creationId xmlns:p14="http://schemas.microsoft.com/office/powerpoint/2010/main" val="2963661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e de couverture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4CA6A9-229C-B726-0D5C-A6028A87561D}"/>
              </a:ext>
            </a:extLst>
          </p:cNvPr>
          <p:cNvSpPr/>
          <p:nvPr/>
        </p:nvSpPr>
        <p:spPr>
          <a:xfrm>
            <a:off x="8547708" y="152400"/>
            <a:ext cx="348840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5" name="Rectangle 24">
            <a:extLst>
              <a:ext uri="{FF2B5EF4-FFF2-40B4-BE49-F238E27FC236}">
                <a16:creationId xmlns:a16="http://schemas.microsoft.com/office/drawing/2014/main" id="{FB72EC17-0D72-371F-B7F7-6B24EF2DDF18}"/>
              </a:ext>
            </a:extLst>
          </p:cNvPr>
          <p:cNvSpPr/>
          <p:nvPr/>
        </p:nvSpPr>
        <p:spPr>
          <a:xfrm>
            <a:off x="5059650" y="152400"/>
            <a:ext cx="3488060"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5164430"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5164622"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6" name="Picture Placeholder 3">
            <a:extLst>
              <a:ext uri="{FF2B5EF4-FFF2-40B4-BE49-F238E27FC236}">
                <a16:creationId xmlns:a16="http://schemas.microsoft.com/office/drawing/2014/main" id="{1E1B4779-6E96-2CA5-5365-456599D8CBFF}"/>
              </a:ext>
            </a:extLst>
          </p:cNvPr>
          <p:cNvSpPr>
            <a:spLocks noGrp="1"/>
          </p:cNvSpPr>
          <p:nvPr>
            <p:ph type="pic" sz="quarter" idx="32" hasCustomPrompt="1"/>
          </p:nvPr>
        </p:nvSpPr>
        <p:spPr>
          <a:xfrm>
            <a:off x="5652535" y="261954"/>
            <a:ext cx="2325411" cy="2433621"/>
          </a:xfrm>
        </p:spPr>
        <p:txBody>
          <a:bodyPr/>
          <a:lstStyle>
            <a:lvl1pPr marL="0" indent="0">
              <a:buNone/>
              <a:defRPr/>
            </a:lvl1pPr>
          </a:lstStyle>
          <a:p>
            <a:r>
              <a:rPr lang="fr-FR"/>
              <a:t> </a:t>
            </a:r>
          </a:p>
        </p:txBody>
      </p:sp>
      <p:sp>
        <p:nvSpPr>
          <p:cNvPr id="18" name="Picture Placeholder 3">
            <a:extLst>
              <a:ext uri="{FF2B5EF4-FFF2-40B4-BE49-F238E27FC236}">
                <a16:creationId xmlns:a16="http://schemas.microsoft.com/office/drawing/2014/main" id="{C7704363-0CA5-9867-A073-FE0383F81B1E}"/>
              </a:ext>
            </a:extLst>
          </p:cNvPr>
          <p:cNvSpPr>
            <a:spLocks noGrp="1"/>
          </p:cNvSpPr>
          <p:nvPr>
            <p:ph type="pic" sz="quarter" idx="33" hasCustomPrompt="1"/>
          </p:nvPr>
        </p:nvSpPr>
        <p:spPr>
          <a:xfrm>
            <a:off x="9129203" y="261954"/>
            <a:ext cx="2325411" cy="2433621"/>
          </a:xfrm>
        </p:spPr>
        <p:txBody>
          <a:bodyPr/>
          <a:lstStyle>
            <a:lvl1pPr marL="0" indent="0">
              <a:buNone/>
              <a:defRPr/>
            </a:lvl1pPr>
          </a:lstStyle>
          <a:p>
            <a:r>
              <a:rPr lang="fr-FR"/>
              <a:t> </a:t>
            </a:r>
          </a:p>
        </p:txBody>
      </p:sp>
      <p:sp>
        <p:nvSpPr>
          <p:cNvPr id="19" name="Text Placeholder 16">
            <a:extLst>
              <a:ext uri="{FF2B5EF4-FFF2-40B4-BE49-F238E27FC236}">
                <a16:creationId xmlns:a16="http://schemas.microsoft.com/office/drawing/2014/main" id="{D83F5E8D-DC34-CB01-5C9C-813B260B8915}"/>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20" name="Text Placeholder 16">
            <a:extLst>
              <a:ext uri="{FF2B5EF4-FFF2-40B4-BE49-F238E27FC236}">
                <a16:creationId xmlns:a16="http://schemas.microsoft.com/office/drawing/2014/main" id="{5C0554B0-77F5-A099-E6B3-4C58136521C5}"/>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9" name="Text Placeholder 14">
            <a:extLst>
              <a:ext uri="{FF2B5EF4-FFF2-40B4-BE49-F238E27FC236}">
                <a16:creationId xmlns:a16="http://schemas.microsoft.com/office/drawing/2014/main" id="{9E3DB172-92D7-C172-A50E-E0AD69B3B44B}"/>
              </a:ext>
            </a:extLst>
          </p:cNvPr>
          <p:cNvSpPr>
            <a:spLocks noGrp="1"/>
          </p:cNvSpPr>
          <p:nvPr>
            <p:ph type="body" sz="quarter" idx="34" hasCustomPrompt="1"/>
          </p:nvPr>
        </p:nvSpPr>
        <p:spPr>
          <a:xfrm>
            <a:off x="8652488"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32" name="Text Placeholder 18">
            <a:extLst>
              <a:ext uri="{FF2B5EF4-FFF2-40B4-BE49-F238E27FC236}">
                <a16:creationId xmlns:a16="http://schemas.microsoft.com/office/drawing/2014/main" id="{F88450C6-721F-B2DE-95DE-354A7DBC9906}"/>
              </a:ext>
            </a:extLst>
          </p:cNvPr>
          <p:cNvSpPr>
            <a:spLocks noGrp="1"/>
          </p:cNvSpPr>
          <p:nvPr>
            <p:ph type="body" sz="quarter" idx="35" hasCustomPrompt="1"/>
          </p:nvPr>
        </p:nvSpPr>
        <p:spPr>
          <a:xfrm>
            <a:off x="8652680"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Tree>
    <p:extLst>
      <p:ext uri="{BB962C8B-B14F-4D97-AF65-F5344CB8AC3E}">
        <p14:creationId xmlns:p14="http://schemas.microsoft.com/office/powerpoint/2010/main" val="19805861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e de couverture - 3">
    <p:spTree>
      <p:nvGrpSpPr>
        <p:cNvPr id="1" name=""/>
        <p:cNvGrpSpPr/>
        <p:nvPr/>
      </p:nvGrpSpPr>
      <p:grpSpPr>
        <a:xfrm>
          <a:off x="0" y="0"/>
          <a:ext cx="0" cy="0"/>
          <a:chOff x="0" y="0"/>
          <a:chExt cx="0" cy="0"/>
        </a:xfrm>
      </p:grpSpPr>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16">
            <a:extLst>
              <a:ext uri="{FF2B5EF4-FFF2-40B4-BE49-F238E27FC236}">
                <a16:creationId xmlns:a16="http://schemas.microsoft.com/office/drawing/2014/main" id="{FAA9235A-9DEE-240D-62CA-3BB48AA0E804}"/>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8" name="Text Placeholder 16">
            <a:extLst>
              <a:ext uri="{FF2B5EF4-FFF2-40B4-BE49-F238E27FC236}">
                <a16:creationId xmlns:a16="http://schemas.microsoft.com/office/drawing/2014/main" id="{9FF93BCF-02C7-5B52-B82D-E8ED9FA8B91E}"/>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3" name="Rectangle 22">
            <a:extLst>
              <a:ext uri="{FF2B5EF4-FFF2-40B4-BE49-F238E27FC236}">
                <a16:creationId xmlns:a16="http://schemas.microsoft.com/office/drawing/2014/main" id="{47BD2340-73DA-9C03-F51E-998F2842EFEC}"/>
              </a:ext>
            </a:extLst>
          </p:cNvPr>
          <p:cNvSpPr/>
          <p:nvPr/>
        </p:nvSpPr>
        <p:spPr>
          <a:xfrm>
            <a:off x="9711014" y="152399"/>
            <a:ext cx="2325411" cy="6553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4" name="Rectangle 23">
            <a:extLst>
              <a:ext uri="{FF2B5EF4-FFF2-40B4-BE49-F238E27FC236}">
                <a16:creationId xmlns:a16="http://schemas.microsoft.com/office/drawing/2014/main" id="{414CA6A9-229C-B726-0D5C-A6028A87561D}"/>
              </a:ext>
            </a:extLst>
          </p:cNvPr>
          <p:cNvSpPr/>
          <p:nvPr/>
        </p:nvSpPr>
        <p:spPr>
          <a:xfrm>
            <a:off x="7385603" y="152400"/>
            <a:ext cx="232541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5" name="Rectangle 24">
            <a:extLst>
              <a:ext uri="{FF2B5EF4-FFF2-40B4-BE49-F238E27FC236}">
                <a16:creationId xmlns:a16="http://schemas.microsoft.com/office/drawing/2014/main" id="{FB72EC17-0D72-371F-B7F7-6B24EF2DDF18}"/>
              </a:ext>
            </a:extLst>
          </p:cNvPr>
          <p:cNvSpPr/>
          <p:nvPr/>
        </p:nvSpPr>
        <p:spPr>
          <a:xfrm>
            <a:off x="5060192" y="152400"/>
            <a:ext cx="2325411"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mj-lt"/>
                <a:cs typeface="Arial" panose="020B0604020202020204" pitchFamily="34" charset="0"/>
              </a:rPr>
              <a:t> </a:t>
            </a:r>
          </a:p>
        </p:txBody>
      </p:sp>
      <p:sp>
        <p:nvSpPr>
          <p:cNvPr id="9" name="Text Placeholder 14">
            <a:extLst>
              <a:ext uri="{FF2B5EF4-FFF2-40B4-BE49-F238E27FC236}">
                <a16:creationId xmlns:a16="http://schemas.microsoft.com/office/drawing/2014/main" id="{9919C13D-903B-D43A-1004-108D8D4CAE7E}"/>
              </a:ext>
            </a:extLst>
          </p:cNvPr>
          <p:cNvSpPr>
            <a:spLocks noGrp="1"/>
          </p:cNvSpPr>
          <p:nvPr>
            <p:ph type="body" sz="quarter" idx="23" hasCustomPrompt="1"/>
          </p:nvPr>
        </p:nvSpPr>
        <p:spPr>
          <a:xfrm>
            <a:off x="5160829"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0" name="Text Placeholder 18">
            <a:extLst>
              <a:ext uri="{FF2B5EF4-FFF2-40B4-BE49-F238E27FC236}">
                <a16:creationId xmlns:a16="http://schemas.microsoft.com/office/drawing/2014/main" id="{C2AC75B3-5077-A8E7-F76B-E38A6BAA97DB}"/>
              </a:ext>
            </a:extLst>
          </p:cNvPr>
          <p:cNvSpPr>
            <a:spLocks noGrp="1"/>
          </p:cNvSpPr>
          <p:nvPr>
            <p:ph type="body" sz="quarter" idx="24" hasCustomPrompt="1"/>
          </p:nvPr>
        </p:nvSpPr>
        <p:spPr>
          <a:xfrm>
            <a:off x="5161013"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1" name="Text Placeholder 14">
            <a:extLst>
              <a:ext uri="{FF2B5EF4-FFF2-40B4-BE49-F238E27FC236}">
                <a16:creationId xmlns:a16="http://schemas.microsoft.com/office/drawing/2014/main" id="{307A97C8-3D95-3EBF-02A0-2FC800E6D247}"/>
              </a:ext>
            </a:extLst>
          </p:cNvPr>
          <p:cNvSpPr>
            <a:spLocks noGrp="1"/>
          </p:cNvSpPr>
          <p:nvPr>
            <p:ph type="body" sz="quarter" idx="19" hasCustomPrompt="1"/>
          </p:nvPr>
        </p:nvSpPr>
        <p:spPr>
          <a:xfrm>
            <a:off x="7486240"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2" name="Text Placeholder 18">
            <a:extLst>
              <a:ext uri="{FF2B5EF4-FFF2-40B4-BE49-F238E27FC236}">
                <a16:creationId xmlns:a16="http://schemas.microsoft.com/office/drawing/2014/main" id="{70FBE1A0-53D3-A6FE-FC6D-A8478AAC1B65}"/>
              </a:ext>
            </a:extLst>
          </p:cNvPr>
          <p:cNvSpPr>
            <a:spLocks noGrp="1"/>
          </p:cNvSpPr>
          <p:nvPr>
            <p:ph type="body" sz="quarter" idx="20" hasCustomPrompt="1"/>
          </p:nvPr>
        </p:nvSpPr>
        <p:spPr>
          <a:xfrm>
            <a:off x="7486424"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3" name="Text Placeholder 14">
            <a:extLst>
              <a:ext uri="{FF2B5EF4-FFF2-40B4-BE49-F238E27FC236}">
                <a16:creationId xmlns:a16="http://schemas.microsoft.com/office/drawing/2014/main" id="{BEC0B694-A32E-D8D4-5AEB-39330B9DBB2B}"/>
              </a:ext>
            </a:extLst>
          </p:cNvPr>
          <p:cNvSpPr>
            <a:spLocks noGrp="1"/>
          </p:cNvSpPr>
          <p:nvPr>
            <p:ph type="body" sz="quarter" idx="21" hasCustomPrompt="1"/>
          </p:nvPr>
        </p:nvSpPr>
        <p:spPr>
          <a:xfrm>
            <a:off x="9811651"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4" name="Text Placeholder 18">
            <a:extLst>
              <a:ext uri="{FF2B5EF4-FFF2-40B4-BE49-F238E27FC236}">
                <a16:creationId xmlns:a16="http://schemas.microsoft.com/office/drawing/2014/main" id="{2A1B7DB9-8E34-E736-7AD2-27C2B584495A}"/>
              </a:ext>
            </a:extLst>
          </p:cNvPr>
          <p:cNvSpPr>
            <a:spLocks noGrp="1"/>
          </p:cNvSpPr>
          <p:nvPr>
            <p:ph type="body" sz="quarter" idx="22" hasCustomPrompt="1"/>
          </p:nvPr>
        </p:nvSpPr>
        <p:spPr>
          <a:xfrm>
            <a:off x="9811835"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Picture Placeholder 3">
            <a:extLst>
              <a:ext uri="{FF2B5EF4-FFF2-40B4-BE49-F238E27FC236}">
                <a16:creationId xmlns:a16="http://schemas.microsoft.com/office/drawing/2014/main" id="{33707480-81A3-6CB5-CA74-7672CEA94145}"/>
              </a:ext>
            </a:extLst>
          </p:cNvPr>
          <p:cNvSpPr>
            <a:spLocks noGrp="1"/>
          </p:cNvSpPr>
          <p:nvPr>
            <p:ph type="pic" sz="quarter" idx="27" hasCustomPrompt="1"/>
          </p:nvPr>
        </p:nvSpPr>
        <p:spPr>
          <a:xfrm>
            <a:off x="9710471" y="261954"/>
            <a:ext cx="2325411" cy="2433621"/>
          </a:xfrm>
        </p:spPr>
        <p:txBody>
          <a:bodyPr/>
          <a:lstStyle>
            <a:lvl1pPr marL="0" indent="0">
              <a:buNone/>
              <a:defRPr/>
            </a:lvl1pPr>
          </a:lstStyle>
          <a:p>
            <a:r>
              <a:rPr lang="fr-FR"/>
              <a:t> </a:t>
            </a:r>
          </a:p>
        </p:txBody>
      </p:sp>
      <p:sp>
        <p:nvSpPr>
          <p:cNvPr id="30" name="Picture Placeholder 3">
            <a:extLst>
              <a:ext uri="{FF2B5EF4-FFF2-40B4-BE49-F238E27FC236}">
                <a16:creationId xmlns:a16="http://schemas.microsoft.com/office/drawing/2014/main" id="{A1A5CE3D-0051-E316-AF39-06D78C0D6351}"/>
              </a:ext>
            </a:extLst>
          </p:cNvPr>
          <p:cNvSpPr>
            <a:spLocks noGrp="1"/>
          </p:cNvSpPr>
          <p:nvPr>
            <p:ph type="pic" sz="quarter" idx="28" hasCustomPrompt="1"/>
          </p:nvPr>
        </p:nvSpPr>
        <p:spPr>
          <a:xfrm>
            <a:off x="7385060" y="261954"/>
            <a:ext cx="2325411" cy="2433621"/>
          </a:xfrm>
        </p:spPr>
        <p:txBody>
          <a:bodyPr/>
          <a:lstStyle>
            <a:lvl1pPr marL="0" indent="0">
              <a:buNone/>
              <a:defRPr/>
            </a:lvl1pPr>
          </a:lstStyle>
          <a:p>
            <a:r>
              <a:rPr lang="fr-FR"/>
              <a:t> </a:t>
            </a:r>
          </a:p>
        </p:txBody>
      </p:sp>
      <p:sp>
        <p:nvSpPr>
          <p:cNvPr id="31" name="Picture Placeholder 3">
            <a:extLst>
              <a:ext uri="{FF2B5EF4-FFF2-40B4-BE49-F238E27FC236}">
                <a16:creationId xmlns:a16="http://schemas.microsoft.com/office/drawing/2014/main" id="{0F88CFB0-191C-5F38-84E6-E8F622972A33}"/>
              </a:ext>
            </a:extLst>
          </p:cNvPr>
          <p:cNvSpPr>
            <a:spLocks noGrp="1"/>
          </p:cNvSpPr>
          <p:nvPr>
            <p:ph type="pic" sz="quarter" idx="29" hasCustomPrompt="1"/>
          </p:nvPr>
        </p:nvSpPr>
        <p:spPr>
          <a:xfrm>
            <a:off x="5059649" y="261954"/>
            <a:ext cx="2325411" cy="2433621"/>
          </a:xfrm>
        </p:spPr>
        <p:txBody>
          <a:bodyPr/>
          <a:lstStyle>
            <a:lvl1pPr marL="0" indent="0">
              <a:buNone/>
              <a:defRPr/>
            </a:lvl1pPr>
          </a:lstStyle>
          <a:p>
            <a:r>
              <a:rPr lang="fr-FR"/>
              <a:t> </a:t>
            </a:r>
          </a:p>
        </p:txBody>
      </p:sp>
      <p:pic>
        <p:nvPicPr>
          <p:cNvPr id="20" name="Graphic 26">
            <a:extLst>
              <a:ext uri="{FF2B5EF4-FFF2-40B4-BE49-F238E27FC236}">
                <a16:creationId xmlns:a16="http://schemas.microsoft.com/office/drawing/2014/main" id="{05496D6C-CD74-616D-FDD2-01CD0DD436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Tree>
    <p:extLst>
      <p:ext uri="{BB962C8B-B14F-4D97-AF65-F5344CB8AC3E}">
        <p14:creationId xmlns:p14="http://schemas.microsoft.com/office/powerpoint/2010/main" val="84343827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16"/>
            </p:custDataLst>
            <p:extLst>
              <p:ext uri="{D42A27DB-BD31-4B8C-83A1-F6EECF244321}">
                <p14:modId xmlns:p14="http://schemas.microsoft.com/office/powerpoint/2010/main" val="3873534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17" imgW="359" imgH="360" progId="TCLayout.ActiveDocument.1">
                  <p:embed/>
                </p:oleObj>
              </mc:Choice>
              <mc:Fallback>
                <p:oleObj name="Diapositive think-cell" r:id="rId17"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7" y="485693"/>
            <a:ext cx="11430003" cy="360000"/>
          </a:xfrm>
          <a:prstGeom prst="rect">
            <a:avLst/>
          </a:prstGeom>
        </p:spPr>
        <p:txBody>
          <a:bodyPr vert="horz" lIns="91440" tIns="45720" rIns="91440" bIns="45720" rtlCol="0" anchor="t">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825625"/>
            <a:ext cx="11430003" cy="4351338"/>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2104549" y="6340475"/>
            <a:ext cx="7318401" cy="365125"/>
          </a:xfrm>
          <a:prstGeom prst="rect">
            <a:avLst/>
          </a:prstGeom>
        </p:spPr>
        <p:txBody>
          <a:bodyPr vert="horz" lIns="91440" tIns="45720" rIns="91440" bIns="45720" rtlCol="0" anchor="ctr"/>
          <a:lstStyle>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stStyle>
          <a:p>
            <a:endParaRPr lang="fr-F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11219530" y="6340475"/>
            <a:ext cx="591470" cy="365125"/>
          </a:xfrm>
          <a:prstGeom prst="rect">
            <a:avLst/>
          </a:prstGeom>
        </p:spPr>
        <p:txBody>
          <a:bodyPr vert="horz" lIns="91440" tIns="45720" rIns="91440" bIns="45720" rtlCol="0" anchor="ctr"/>
          <a:lstStyle>
            <a:lvl1pPr marL="0" algn="r" defTabSz="914400" rtl="0" eaLnBrk="1" latinLnBrk="0" hangingPunct="1">
              <a:defRPr kumimoji="0" lang="fr-FR" sz="900" b="0" i="0" u="none" strike="noStrike" kern="1200" cap="none" spc="0" normalizeH="0" baseline="0" smtClean="0">
                <a:ln>
                  <a:noFill/>
                </a:ln>
                <a:solidFill>
                  <a:schemeClr val="tx2"/>
                </a:solidFill>
                <a:effectLst/>
                <a:uLnTx/>
                <a:uFillTx/>
                <a:latin typeface="+mj-lt"/>
                <a:ea typeface="+mn-ea"/>
                <a:cs typeface="+mn-cs"/>
              </a:defRPr>
            </a:lvl1pPr>
          </a:lstStyle>
          <a:p>
            <a:fld id="{BE9517EC-C298-4848-B090-11602D956FCE}" type="slidenum">
              <a:rPr lang="fr-FR" smtClean="0"/>
              <a:pPr/>
              <a:t>‹N°›</a:t>
            </a:fld>
            <a:endParaRPr lang="fr-FR"/>
          </a:p>
        </p:txBody>
      </p:sp>
      <p:pic>
        <p:nvPicPr>
          <p:cNvPr id="17" name="Graphic 12">
            <a:extLst>
              <a:ext uri="{FF2B5EF4-FFF2-40B4-BE49-F238E27FC236}">
                <a16:creationId xmlns:a16="http://schemas.microsoft.com/office/drawing/2014/main" id="{EAE1AD28-E865-978A-DD49-D21AF449B7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422950" y="6232787"/>
            <a:ext cx="1796580" cy="610723"/>
          </a:xfrm>
          <a:prstGeom prst="rect">
            <a:avLst/>
          </a:prstGeom>
        </p:spPr>
      </p:pic>
      <p:sp>
        <p:nvSpPr>
          <p:cNvPr id="18" name="TextBox 8">
            <a:extLst>
              <a:ext uri="{FF2B5EF4-FFF2-40B4-BE49-F238E27FC236}">
                <a16:creationId xmlns:a16="http://schemas.microsoft.com/office/drawing/2014/main" id="{565B99EF-19E1-E906-69E0-E7404B75E831}"/>
              </a:ext>
            </a:extLst>
          </p:cNvPr>
          <p:cNvSpPr txBox="1"/>
          <p:nvPr/>
        </p:nvSpPr>
        <p:spPr>
          <a:xfrm>
            <a:off x="380997" y="6407621"/>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2"/>
                </a:solidFill>
                <a:effectLst/>
                <a:uLnTx/>
                <a:uFillTx/>
                <a:latin typeface="+mj-lt"/>
                <a:ea typeface="+mn-ea"/>
                <a:cs typeface="+mn-cs"/>
              </a:rPr>
              <a:t>© ACI partners | Confidentiel </a:t>
            </a:r>
          </a:p>
        </p:txBody>
      </p:sp>
    </p:spTree>
    <p:extLst>
      <p:ext uri="{BB962C8B-B14F-4D97-AF65-F5344CB8AC3E}">
        <p14:creationId xmlns:p14="http://schemas.microsoft.com/office/powerpoint/2010/main" val="3041499383"/>
      </p:ext>
    </p:extLst>
  </p:cSld>
  <p:clrMap bg1="lt1" tx1="dk1" bg2="lt2" tx2="dk2" accent1="accent1" accent2="accent2" accent3="accent3" accent4="accent4" accent5="accent5" accent6="accent6" hlink="hlink" folHlink="folHlink"/>
  <p:sldLayoutIdLst>
    <p:sldLayoutId id="2147483666" r:id="rId1"/>
    <p:sldLayoutId id="2147483652" r:id="rId2"/>
    <p:sldLayoutId id="2147483659" r:id="rId3"/>
    <p:sldLayoutId id="2147483653" r:id="rId4"/>
    <p:sldLayoutId id="2147483655" r:id="rId5"/>
    <p:sldLayoutId id="2147483649" r:id="rId6"/>
    <p:sldLayoutId id="2147483650" r:id="rId7"/>
    <p:sldLayoutId id="2147483663" r:id="rId8"/>
    <p:sldLayoutId id="2147483662" r:id="rId9"/>
    <p:sldLayoutId id="2147483657" r:id="rId10"/>
    <p:sldLayoutId id="2147483651" r:id="rId11"/>
    <p:sldLayoutId id="2147483661" r:id="rId12"/>
    <p:sldLayoutId id="2147483660" r:id="rId13"/>
    <p:sldLayoutId id="2147483656" r:id="rId14"/>
  </p:sldLayoutIdLst>
  <p:hf hdr="0" ftr="0" dt="0"/>
  <p:txStyles>
    <p:title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1.xml"/><Relationship Id="rId1" Type="http://schemas.openxmlformats.org/officeDocument/2006/relationships/tags" Target="../tags/tag20.xml"/><Relationship Id="rId5" Type="http://schemas.openxmlformats.org/officeDocument/2006/relationships/image" Target="../media/image11.jpeg"/><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xml"/><Relationship Id="rId1" Type="http://schemas.openxmlformats.org/officeDocument/2006/relationships/tags" Target="../tags/tag21.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1.xml"/><Relationship Id="rId1" Type="http://schemas.openxmlformats.org/officeDocument/2006/relationships/tags" Target="../tags/tag22.xml"/><Relationship Id="rId5" Type="http://schemas.openxmlformats.org/officeDocument/2006/relationships/image" Target="../media/image12.jpeg"/><Relationship Id="rId4" Type="http://schemas.openxmlformats.org/officeDocument/2006/relationships/image" Target="../media/image10.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5.png"/><Relationship Id="rId2" Type="http://schemas.openxmlformats.org/officeDocument/2006/relationships/slideLayout" Target="../slideLayouts/slideLayout11.xml"/><Relationship Id="rId1" Type="http://schemas.openxmlformats.org/officeDocument/2006/relationships/tags" Target="../tags/tag23.xml"/><Relationship Id="rId6" Type="http://schemas.openxmlformats.org/officeDocument/2006/relationships/image" Target="../media/image14.png"/><Relationship Id="rId5" Type="http://schemas.openxmlformats.org/officeDocument/2006/relationships/image" Target="../media/image10.emf"/><Relationship Id="rId4"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1.xml"/><Relationship Id="rId1" Type="http://schemas.openxmlformats.org/officeDocument/2006/relationships/tags" Target="../tags/tag24.xml"/><Relationship Id="rId5" Type="http://schemas.openxmlformats.org/officeDocument/2006/relationships/image" Target="../media/image16.jpeg"/><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oleObject" Target="../embeddings/oleObject21.bin"/><Relationship Id="rId7" Type="http://schemas.openxmlformats.org/officeDocument/2006/relationships/image" Target="../media/image19.png"/><Relationship Id="rId2" Type="http://schemas.openxmlformats.org/officeDocument/2006/relationships/slideLayout" Target="../slideLayouts/slideLayout11.xml"/><Relationship Id="rId1" Type="http://schemas.openxmlformats.org/officeDocument/2006/relationships/tags" Target="../tags/tag2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21.jpeg"/><Relationship Id="rId2" Type="http://schemas.openxmlformats.org/officeDocument/2006/relationships/slideLayout" Target="../slideLayouts/slideLayout11.xml"/><Relationship Id="rId1" Type="http://schemas.openxmlformats.org/officeDocument/2006/relationships/tags" Target="../tags/tag26.xml"/><Relationship Id="rId6" Type="http://schemas.openxmlformats.org/officeDocument/2006/relationships/image" Target="../media/image20.png"/><Relationship Id="rId5" Type="http://schemas.openxmlformats.org/officeDocument/2006/relationships/image" Target="../media/image11.jpeg"/><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1.xml"/><Relationship Id="rId1" Type="http://schemas.openxmlformats.org/officeDocument/2006/relationships/tags" Target="../tags/tag27.xml"/><Relationship Id="rId5" Type="http://schemas.openxmlformats.org/officeDocument/2006/relationships/image" Target="../media/image22.png"/><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1.xml"/><Relationship Id="rId1" Type="http://schemas.openxmlformats.org/officeDocument/2006/relationships/tags" Target="../tags/tag28.xml"/><Relationship Id="rId5" Type="http://schemas.openxmlformats.org/officeDocument/2006/relationships/image" Target="../media/image23.png"/><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1.xml"/><Relationship Id="rId1" Type="http://schemas.openxmlformats.org/officeDocument/2006/relationships/tags" Target="../tags/tag29.xml"/><Relationship Id="rId5" Type="http://schemas.openxmlformats.org/officeDocument/2006/relationships/image" Target="../media/image24.png"/><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27.png"/><Relationship Id="rId2" Type="http://schemas.openxmlformats.org/officeDocument/2006/relationships/slideLayout" Target="../slideLayouts/slideLayout11.xml"/><Relationship Id="rId1" Type="http://schemas.openxmlformats.org/officeDocument/2006/relationships/tags" Target="../tags/tag3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1.xml"/><Relationship Id="rId1" Type="http://schemas.openxmlformats.org/officeDocument/2006/relationships/tags" Target="../tags/tag31.xml"/><Relationship Id="rId5" Type="http://schemas.openxmlformats.org/officeDocument/2006/relationships/image" Target="../media/image28.jpeg"/><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1.xml"/><Relationship Id="rId1" Type="http://schemas.openxmlformats.org/officeDocument/2006/relationships/tags" Target="../tags/tag32.xml"/><Relationship Id="rId5" Type="http://schemas.openxmlformats.org/officeDocument/2006/relationships/image" Target="../media/image29.png"/><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1.xml"/><Relationship Id="rId1" Type="http://schemas.openxmlformats.org/officeDocument/2006/relationships/tags" Target="../tags/tag33.xml"/><Relationship Id="rId5" Type="http://schemas.openxmlformats.org/officeDocument/2006/relationships/image" Target="../media/image30.jpe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extLst>
              <p:ext uri="{D42A27DB-BD31-4B8C-83A1-F6EECF244321}">
                <p14:modId xmlns:p14="http://schemas.microsoft.com/office/powerpoint/2010/main" val="37265567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 </a:t>
            </a:r>
            <a:r>
              <a:rPr lang="fr-FR" b="1">
                <a:solidFill>
                  <a:srgbClr val="FF0000"/>
                </a:solidFill>
              </a:rPr>
              <a:t>1</a:t>
            </a:r>
            <a:endParaRPr lang="fr-F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428218703"/>
              </p:ext>
            </p:extLst>
          </p:nvPr>
        </p:nvGraphicFramePr>
        <p:xfrm>
          <a:off x="361541" y="1808163"/>
          <a:ext cx="11430002" cy="298344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endParaRPr lang="fr-FR" sz="11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fr-FR" sz="1100" dirty="0">
                          <a:solidFill>
                            <a:schemeClr val="tx1"/>
                          </a:solidFill>
                        </a:rPr>
                        <a:t>Suite à un projet d’externalisation du SI, poursuite de la transformation de son SI en mettant l’accent sur la performance et le niveau de service : définition de la trajectoire de mise à niveau des applicatifs métiers et prise en compte des aspects d’optimisation et de rationalisation de l’infrastructure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du Plan Informatique, de la cartographie applicative et analyse des éléments d’infrastructure applicative (contraintes techniques, obsolescence des applications, ...)</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Entretiens avec les métiers pour recueillir leurs enjeux et attentes ; étude de l’adéquation avec les outils SI</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Rencontre avec les éditeurs de logiciels pour identifier les possibilités d’évolution des applications et l’intégration dans le SI</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Ordonnancement des besoins, attentes et contraintes du point de vue des métiers, du pôle Informatique, des éditeurs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Identification des adhérences entre applications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Élaboration d’une proposition de trajectoire SI 2019 – 2021</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3" name="Espace réservé pour une image  2">
            <a:extLst>
              <a:ext uri="{FF2B5EF4-FFF2-40B4-BE49-F238E27FC236}">
                <a16:creationId xmlns:a16="http://schemas.microsoft.com/office/drawing/2014/main" id="{4EB66420-1FEF-2277-4563-AB4F99EBEEC2}"/>
              </a:ext>
            </a:extLst>
          </p:cNvPr>
          <p:cNvPicPr>
            <a:picLocks/>
          </p:cNvPicPr>
          <p:nvPr/>
        </p:nvPicPr>
        <p:blipFill>
          <a:blip r:embed="rId5">
            <a:extLst>
              <a:ext uri="{28A0092B-C50C-407E-A947-70E740481C1C}">
                <a14:useLocalDpi xmlns:a14="http://schemas.microsoft.com/office/drawing/2010/main" val="0"/>
              </a:ext>
            </a:extLst>
          </a:blip>
          <a:srcRect t="16269" b="16269"/>
          <a:stretch>
            <a:fillRect/>
          </a:stretch>
        </p:blipFill>
        <p:spPr>
          <a:xfrm>
            <a:off x="847719" y="3447186"/>
            <a:ext cx="762000" cy="514060"/>
          </a:xfrm>
          <a:prstGeom prst="rect">
            <a:avLst/>
          </a:prstGeom>
        </p:spPr>
      </p:pic>
    </p:spTree>
    <p:extLst>
      <p:ext uri="{BB962C8B-B14F-4D97-AF65-F5344CB8AC3E}">
        <p14:creationId xmlns:p14="http://schemas.microsoft.com/office/powerpoint/2010/main" val="49813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505110259"/>
              </p:ext>
            </p:extLst>
          </p:nvPr>
        </p:nvGraphicFramePr>
        <p:xfrm>
          <a:off x="361541" y="1808163"/>
          <a:ext cx="11430002" cy="3872041"/>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Vie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noProof="0" dirty="0">
                          <a:solidFill>
                            <a:schemeClr val="tx1"/>
                          </a:solidFill>
                          <a:latin typeface="+mn-lt"/>
                          <a:ea typeface="+mn-ea"/>
                          <a:cs typeface="+mn-cs"/>
                        </a:rPr>
                        <a:t>Dans le cadre de la Directive européenne sur la Distribution d’Assurances, rédaction de la politique de gouvernance DDA pour Covéa Vie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Etat des lieux</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Rencontre CODIR et échanges sur besoins en matière de gouvernance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Rencontre métiers et experts ainsi que conformité</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Suivi de l’avancement pour COPIL projet global</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Identification marchés cibles par réseau (prise en compte spécificités Covéa)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Rédaction de la politique de Gouvernance DDA</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Groupama d’OC</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noProof="0" dirty="0">
                          <a:solidFill>
                            <a:schemeClr val="tx1"/>
                          </a:solidFill>
                          <a:latin typeface="+mn-lt"/>
                          <a:ea typeface="+mn-ea"/>
                          <a:cs typeface="+mn-cs"/>
                        </a:rPr>
                        <a:t>Diagnostic du processus de contrôle permanent des risques de Groupama d’Oc dans le cadre de Solvabilité 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Prise de connaissance de la documentation interne à GOC et au groupe et entretien avec les membres de la Direction des risques et des membres du CODIR :</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Préparation de questionnaires adaptés par interlocuteurs pour la mission terrain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Conduite de 40 interviews terrains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Conservation des minutes comme tiers de confiance et rédaction d’un rapport de synthèse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Présentation du pré-rapport</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Ajustement et présentation orale du rapport au CODIR</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11" name="Picture 3" descr="Covéa — Wikipédia">
            <a:extLst>
              <a:ext uri="{FF2B5EF4-FFF2-40B4-BE49-F238E27FC236}">
                <a16:creationId xmlns:a16="http://schemas.microsoft.com/office/drawing/2014/main" id="{EA581180-E320-C550-B454-B18BFBC2CD1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476" y="2429021"/>
            <a:ext cx="726377" cy="58298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Groupama d'Oc | LinkedIn">
            <a:extLst>
              <a:ext uri="{FF2B5EF4-FFF2-40B4-BE49-F238E27FC236}">
                <a16:creationId xmlns:a16="http://schemas.microsoft.com/office/drawing/2014/main" id="{2240666F-309D-D440-AC67-6303EEE7D7BA}"/>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8605" y="4338389"/>
            <a:ext cx="819150" cy="815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79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626484278"/>
              </p:ext>
            </p:extLst>
          </p:nvPr>
        </p:nvGraphicFramePr>
        <p:xfrm>
          <a:off x="361541" y="1808163"/>
          <a:ext cx="11430002" cy="2732491"/>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Vie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dirty="0">
                          <a:solidFill>
                            <a:schemeClr val="tx1"/>
                          </a:solidFill>
                          <a:latin typeface="+mn-lt"/>
                          <a:ea typeface="+mn-ea"/>
                          <a:cs typeface="+mn-cs"/>
                        </a:rPr>
                        <a:t>Diagnostic et plan d’amélioration en matière de contrôle opérationnel pour la Direction Assurance Vie (DAV)</a:t>
                      </a: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noProof="0" dirty="0">
                          <a:solidFill>
                            <a:schemeClr val="dk1"/>
                          </a:solidFill>
                          <a:latin typeface="+mn-lt"/>
                          <a:ea typeface="+mn-ea"/>
                          <a:cs typeface="Arial"/>
                        </a:rPr>
                        <a:t>Lecture documentaires (processus détaillés, organisation Covéa)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Diagnostic de l’environnement de contrôle permanent actuel</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Cartographie des risques et des contrôles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Revue de la pertinence des contrôles présents sur une sélection de processus et sous processus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Identification des éventuels manquements et/ou zones de surcontrôles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Entretiens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Constats et plan d’actions priorisé (matrice enjeux/accessibilité)</a:t>
                      </a: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3" name="Picture 3" descr="Covéa — Wikipédia">
            <a:extLst>
              <a:ext uri="{FF2B5EF4-FFF2-40B4-BE49-F238E27FC236}">
                <a16:creationId xmlns:a16="http://schemas.microsoft.com/office/drawing/2014/main" id="{D8EB8516-F0F4-9427-5000-85AEE4661F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720" y="3081984"/>
            <a:ext cx="780920" cy="619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115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60" imgH="360" progId="TCLayout.ActiveDocument.1">
                  <p:embed/>
                </p:oleObj>
              </mc:Choice>
              <mc:Fallback>
                <p:oleObj name="Diapositive think-cell" r:id="rId4"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855279136"/>
              </p:ext>
            </p:extLst>
          </p:nvPr>
        </p:nvGraphicFramePr>
        <p:xfrm>
          <a:off x="361541" y="1808163"/>
          <a:ext cx="11430002" cy="423030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Orange Bank</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Evaluation de l’adéquation des outils aux enjeux métiers et aux missions de la Direction Risques Contrôle et Conformité au sein du Head Quarter et de proposition de scénarii d’évolution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Construction d’une cartographie applicative pour la Direction Risques Contrôle et Conformité, mise en exergue des fonctionnalités à implémenter et priorisation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Elaboration d’un cahier des charges pour un outil de gestion documentaire </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Proposition de solutions de veille règlementaire avec un benchmark des solutions marché</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Identification des Points Pour Attention (PPA) du plan d'action métier / SI et des travaux postérieurs à instruire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Orange Bank</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noProof="0" dirty="0">
                          <a:solidFill>
                            <a:schemeClr val="tx1"/>
                          </a:solidFill>
                          <a:latin typeface="+mn-lt"/>
                          <a:ea typeface="+mn-ea"/>
                          <a:cs typeface="+mn-cs"/>
                        </a:rPr>
                        <a:t>Mise en place d’une filière Risque et Conformité pour l’ensemble des activités bancaires et de paiements mobiles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Intervention en qualité d’expert risques, conformité et gouvernance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Réalisation des </a:t>
                      </a:r>
                      <a:r>
                        <a:rPr lang="fr-FR" sz="1100" kern="1200" noProof="0" dirty="0" err="1">
                          <a:solidFill>
                            <a:schemeClr val="dk1"/>
                          </a:solidFill>
                          <a:latin typeface="+mn-lt"/>
                          <a:ea typeface="+mn-ea"/>
                          <a:cs typeface="Arial"/>
                        </a:rPr>
                        <a:t>policies</a:t>
                      </a:r>
                      <a:r>
                        <a:rPr lang="fr-FR" sz="1100" kern="1200" noProof="0" dirty="0">
                          <a:solidFill>
                            <a:schemeClr val="dk1"/>
                          </a:solidFill>
                          <a:latin typeface="+mn-lt"/>
                          <a:ea typeface="+mn-ea"/>
                          <a:cs typeface="Arial"/>
                        </a:rPr>
                        <a:t> et guidelines pour l’activité EMEA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Définition des RACI et mise en place opérationnelle de la filière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Formalisation des KPI, KRI et mise en place des </a:t>
                      </a:r>
                      <a:r>
                        <a:rPr lang="fr-FR" sz="1100" kern="1200" noProof="0" dirty="0" err="1">
                          <a:solidFill>
                            <a:schemeClr val="dk1"/>
                          </a:solidFill>
                          <a:latin typeface="+mn-lt"/>
                          <a:ea typeface="+mn-ea"/>
                          <a:cs typeface="Arial"/>
                        </a:rPr>
                        <a:t>reportings</a:t>
                      </a:r>
                      <a:endParaRPr lang="fr-FR" sz="1100" kern="1200" noProof="0" dirty="0">
                        <a:solidFill>
                          <a:schemeClr val="dk1"/>
                        </a:solidFill>
                        <a:latin typeface="+mn-lt"/>
                        <a:ea typeface="+mn-ea"/>
                        <a:cs typeface="Arial"/>
                      </a:endParaRP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Définition des principes de refacturation interne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SMBC</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noProof="0" dirty="0">
                          <a:solidFill>
                            <a:schemeClr val="tx1"/>
                          </a:solidFill>
                          <a:latin typeface="+mn-lt"/>
                          <a:ea typeface="+mn-ea"/>
                          <a:cs typeface="+mn-cs"/>
                        </a:rPr>
                        <a:t>Refonte des méthodes de gestion de projet : analyse des pratiques existantes et construction d’un plan amélioration continue sur mesure :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Cadrage de la démarche et animation d’interviews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Analyse des retours et formalisation de recommandations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Préparation et animation d’un séminaire de restitution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Construction collaborative d’un plan d’action priorisé</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276906517"/>
                  </a:ext>
                </a:extLst>
              </a:tr>
            </a:tbl>
          </a:graphicData>
        </a:graphic>
      </p:graphicFrame>
      <p:pic>
        <p:nvPicPr>
          <p:cNvPr id="5" name="Espace réservé pour une image  10">
            <a:extLst>
              <a:ext uri="{FF2B5EF4-FFF2-40B4-BE49-F238E27FC236}">
                <a16:creationId xmlns:a16="http://schemas.microsoft.com/office/drawing/2014/main" id="{4CBB27A0-6FD0-A23C-A2C4-254B0CAC8253}"/>
              </a:ext>
            </a:extLst>
          </p:cNvPr>
          <p:cNvPicPr>
            <a:picLocks noChangeAspect="1"/>
          </p:cNvPicPr>
          <p:nvPr/>
        </p:nvPicPr>
        <p:blipFill rotWithShape="1">
          <a:blip r:embed="rId6">
            <a:extLst>
              <a:ext uri="{28A0092B-C50C-407E-A947-70E740481C1C}">
                <a14:useLocalDpi xmlns:a14="http://schemas.microsoft.com/office/drawing/2010/main" val="0"/>
              </a:ext>
            </a:extLst>
          </a:blip>
          <a:srcRect l="-18414" r="-18414"/>
          <a:stretch/>
        </p:blipFill>
        <p:spPr>
          <a:xfrm>
            <a:off x="788981" y="4406625"/>
            <a:ext cx="714876" cy="522459"/>
          </a:xfrm>
          <a:prstGeom prst="rect">
            <a:avLst/>
          </a:prstGeom>
        </p:spPr>
      </p:pic>
      <p:pic>
        <p:nvPicPr>
          <p:cNvPr id="7" name="Image 6">
            <a:extLst>
              <a:ext uri="{FF2B5EF4-FFF2-40B4-BE49-F238E27FC236}">
                <a16:creationId xmlns:a16="http://schemas.microsoft.com/office/drawing/2014/main" id="{51A633BC-0704-CF55-0829-A020D722247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865" y="5339224"/>
            <a:ext cx="891108" cy="533961"/>
          </a:xfrm>
          <a:prstGeom prst="rect">
            <a:avLst/>
          </a:prstGeom>
        </p:spPr>
      </p:pic>
      <p:pic>
        <p:nvPicPr>
          <p:cNvPr id="14" name="Espace réservé pour une image  10">
            <a:extLst>
              <a:ext uri="{FF2B5EF4-FFF2-40B4-BE49-F238E27FC236}">
                <a16:creationId xmlns:a16="http://schemas.microsoft.com/office/drawing/2014/main" id="{E2892E2B-6C42-8284-12DF-D2B4432B0890}"/>
              </a:ext>
            </a:extLst>
          </p:cNvPr>
          <p:cNvPicPr>
            <a:picLocks noChangeAspect="1"/>
          </p:cNvPicPr>
          <p:nvPr/>
        </p:nvPicPr>
        <p:blipFill rotWithShape="1">
          <a:blip r:embed="rId6">
            <a:extLst>
              <a:ext uri="{28A0092B-C50C-407E-A947-70E740481C1C}">
                <a14:useLocalDpi xmlns:a14="http://schemas.microsoft.com/office/drawing/2010/main" val="0"/>
              </a:ext>
            </a:extLst>
          </a:blip>
          <a:srcRect l="-18414" r="-18414"/>
          <a:stretch/>
        </p:blipFill>
        <p:spPr>
          <a:xfrm>
            <a:off x="731207" y="3246065"/>
            <a:ext cx="830425" cy="606907"/>
          </a:xfrm>
          <a:prstGeom prst="rect">
            <a:avLst/>
          </a:prstGeom>
        </p:spPr>
      </p:pic>
    </p:spTree>
    <p:extLst>
      <p:ext uri="{BB962C8B-B14F-4D97-AF65-F5344CB8AC3E}">
        <p14:creationId xmlns:p14="http://schemas.microsoft.com/office/powerpoint/2010/main" val="2182626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dirty="0"/>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299202759"/>
              </p:ext>
            </p:extLst>
          </p:nvPr>
        </p:nvGraphicFramePr>
        <p:xfrm>
          <a:off x="361541" y="1808163"/>
          <a:ext cx="11430002" cy="4001787"/>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CNP Assurances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dirty="0">
                          <a:solidFill>
                            <a:schemeClr val="tx1"/>
                          </a:solidFill>
                          <a:latin typeface="Arial" panose="020B0604020202020204" pitchFamily="34" charset="0"/>
                          <a:ea typeface="+mn-lt"/>
                          <a:cs typeface="Arial" panose="020B0604020202020204" pitchFamily="34" charset="0"/>
                        </a:rPr>
                        <a:t>Rédaction de la politique de risques d’investissement Projets et Infrastructure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Analyse du besoin et de l’existant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Rédaction de la politique de risque Financement de projet et Infrastructure</a:t>
                      </a:r>
                    </a:p>
                    <a:p>
                      <a:pPr marL="633413" marR="0" lvl="1"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du périmètre</a:t>
                      </a:r>
                    </a:p>
                    <a:p>
                      <a:pPr marL="633413" marR="0" lvl="1"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Gouvernance et processus de décision</a:t>
                      </a:r>
                    </a:p>
                    <a:p>
                      <a:pPr marL="633413" marR="0" lvl="1"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des guidelines d’octroie selon le secteur et après définition des typologies de risques</a:t>
                      </a:r>
                    </a:p>
                    <a:p>
                      <a:pPr marL="633413" marR="0" lvl="1"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Principe de revue de portefeuille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Partage de la politique de risque avec les métiers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600"/>
                        </a:spcAft>
                        <a:buClr>
                          <a:schemeClr val="accent1"/>
                        </a:buClr>
                        <a:buSzTx/>
                        <a:buFont typeface="Arial" panose="020B0604020202020204" pitchFamily="34" charset="0"/>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14" name="Picture 4" descr="Insurtech : CNP Assurances achète Azimut et iSalud - News Assurances Pro">
            <a:extLst>
              <a:ext uri="{FF2B5EF4-FFF2-40B4-BE49-F238E27FC236}">
                <a16:creationId xmlns:a16="http://schemas.microsoft.com/office/drawing/2014/main" id="{3E00E60D-2E0F-C9B2-13CC-80F011C8B569}"/>
              </a:ext>
            </a:extLst>
          </p:cNvPr>
          <p:cNvPicPr>
            <a:picLocks noChangeArrowheads="1"/>
          </p:cNvPicPr>
          <p:nvPr/>
        </p:nvPicPr>
        <p:blipFill rotWithShape="1">
          <a:blip r:embed="rId5">
            <a:extLst>
              <a:ext uri="{28A0092B-C50C-407E-A947-70E740481C1C}">
                <a14:useLocalDpi xmlns:a14="http://schemas.microsoft.com/office/drawing/2010/main" val="0"/>
              </a:ext>
            </a:extLst>
          </a:blip>
          <a:srcRect l="22243" t="13468" r="22243" b="13468"/>
          <a:stretch/>
        </p:blipFill>
        <p:spPr bwMode="auto">
          <a:xfrm>
            <a:off x="714893" y="3542976"/>
            <a:ext cx="950716" cy="685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133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6</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592138585"/>
              </p:ext>
            </p:extLst>
          </p:nvPr>
        </p:nvGraphicFramePr>
        <p:xfrm>
          <a:off x="361541" y="1808163"/>
          <a:ext cx="11430002" cy="446922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a:t>
                      </a:r>
                      <a:br>
                        <a:rPr lang="fr-FR" sz="900" b="1" i="1" kern="1200" noProof="0">
                          <a:solidFill>
                            <a:schemeClr val="tx1"/>
                          </a:solidFill>
                          <a:latin typeface="+mn-lt"/>
                          <a:ea typeface="+mn-ea"/>
                          <a:cs typeface="+mn-cs"/>
                        </a:rPr>
                      </a:br>
                      <a:r>
                        <a:rPr lang="fr-FR" sz="900" b="1" i="1" kern="1200" noProof="0">
                          <a:solidFill>
                            <a:schemeClr val="tx1"/>
                          </a:solidFill>
                          <a:latin typeface="+mn-lt"/>
                          <a:ea typeface="+mn-ea"/>
                          <a:cs typeface="+mn-cs"/>
                        </a:rPr>
                        <a:t>Leasing &amp; Factoring</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Projet de déploiement d’un outil de </a:t>
                      </a:r>
                      <a:r>
                        <a:rPr lang="fr-FR" sz="1100" kern="1200" noProof="0" dirty="0" err="1">
                          <a:solidFill>
                            <a:schemeClr val="tx1"/>
                          </a:solidFill>
                          <a:latin typeface="Arial" panose="020B0604020202020204" pitchFamily="34" charset="0"/>
                          <a:ea typeface="+mn-ea"/>
                          <a:cs typeface="Arial" panose="020B0604020202020204" pitchFamily="34" charset="0"/>
                        </a:rPr>
                        <a:t>scoring</a:t>
                      </a:r>
                      <a:r>
                        <a:rPr lang="fr-FR" sz="1100" kern="1200" noProof="0" dirty="0">
                          <a:solidFill>
                            <a:schemeClr val="tx1"/>
                          </a:solidFill>
                          <a:latin typeface="Arial" panose="020B0604020202020204" pitchFamily="34" charset="0"/>
                          <a:ea typeface="+mn-ea"/>
                          <a:cs typeface="Arial" panose="020B0604020202020204" pitchFamily="34" charset="0"/>
                        </a:rPr>
                        <a:t> à l’octroi (Solution Experian) sur deux périmètres géographiques, l’Espagne et l’Allemagne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Structuration du suivi projet, de l’espace documentaire associé et mise à jour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Suivi des </a:t>
                      </a:r>
                      <a:r>
                        <a:rPr lang="fr-FR" sz="1100" kern="1200" noProof="0" dirty="0" err="1">
                          <a:solidFill>
                            <a:schemeClr val="dk1"/>
                          </a:solidFill>
                          <a:latin typeface="+mn-lt"/>
                          <a:ea typeface="+mn-ea"/>
                          <a:cs typeface="Arial"/>
                        </a:rPr>
                        <a:t>reportings</a:t>
                      </a:r>
                      <a:r>
                        <a:rPr lang="fr-FR" sz="1100" kern="1200" noProof="0" dirty="0">
                          <a:solidFill>
                            <a:schemeClr val="dk1"/>
                          </a:solidFill>
                          <a:latin typeface="+mn-lt"/>
                          <a:ea typeface="+mn-ea"/>
                          <a:cs typeface="Arial"/>
                        </a:rPr>
                        <a:t>, KPI du projet en vision tableau de bord</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Préparation des Comités de suivi : COSUI, COPIL projet, et autres instances liées à la Gouvernance du projet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Coordination et consolidation des informations projet avec les parties prenantes et responsables de projets et de chantiers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MACIF</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La Macif a souhaité se faire accompagner sur les problématiques RGPD, notamment sur les axes gestion de la donnée et conduite du changement.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et synthèse de l’existant; travaux de mise en conformité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Matrice de criticité et lotissement d’applicatifs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Développement d’une solution d’encadrement IA des ZTL (POC)</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Déploiement de formation ciblées selon les populations (e-learning, classe virtuelle..)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Déploiement d’une campagne de sensibilisation à destination de l’ensemble des collaborateurs du groupe (cybersécurité)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Déploiement d’un plan de communication autour du RGPD</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SMI Mutuelle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Des changements structurants (organisationnel, économique, </a:t>
                      </a:r>
                      <a:r>
                        <a:rPr lang="fr-FR" sz="1100" kern="1200" dirty="0" err="1">
                          <a:solidFill>
                            <a:schemeClr val="tx1"/>
                          </a:solidFill>
                          <a:latin typeface="Arial" panose="020B0604020202020204" pitchFamily="34" charset="0"/>
                          <a:ea typeface="+mn-ea"/>
                          <a:cs typeface="Arial" panose="020B0604020202020204" pitchFamily="34" charset="0"/>
                        </a:rPr>
                        <a:t>etc</a:t>
                      </a:r>
                      <a:r>
                        <a:rPr lang="fr-FR" sz="1100" kern="1200" dirty="0">
                          <a:solidFill>
                            <a:schemeClr val="tx1"/>
                          </a:solidFill>
                          <a:latin typeface="Arial" panose="020B0604020202020204" pitchFamily="34" charset="0"/>
                          <a:ea typeface="+mn-ea"/>
                          <a:cs typeface="Arial" panose="020B0604020202020204" pitchFamily="34" charset="0"/>
                        </a:rPr>
                        <a:t>) ont provoqué une « perte de sens » chez une majorité des collaborateurs.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Au regard des constats identifiés par les membres de la Direction Générale sur le climat social de la Mutuelle, il a été décidé de faire accompagner le Comité de direction pour : consolider et approfondir les constats, définir les leviers d’actions et construire un plan d’action.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Entretiens exploratoires des membres du CODIR pour mieux comprendre les grands enjeux/orientations de la Mutuelle et de se faire expliciter les constats généraux de l’appel d’offre.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Synchroniser sur la vision des membres CODIR, sur la raison d’être de la Mutuelle et donc l’ambition souhaitée au travers d’un questionnement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Co-construction des leviers d’analyse et des hypothèses de travail  correspondantes nécessaires à la préparation du plan d’action.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Déclinaison des premières pistes d’action et définition d’un plan de route des actions précises priorisées et </a:t>
                      </a:r>
                      <a:r>
                        <a:rPr lang="fr-FR" sz="1100" kern="1200" dirty="0" err="1">
                          <a:solidFill>
                            <a:schemeClr val="dk1"/>
                          </a:solidFill>
                          <a:latin typeface="+mn-lt"/>
                          <a:ea typeface="+mn-ea"/>
                          <a:cs typeface="Arial"/>
                        </a:rPr>
                        <a:t>planifiéees</a:t>
                      </a:r>
                      <a:r>
                        <a:rPr lang="fr-FR" sz="1100" kern="1200" dirty="0">
                          <a:solidFill>
                            <a:schemeClr val="dk1"/>
                          </a:solidFill>
                          <a:latin typeface="+mn-lt"/>
                          <a:ea typeface="+mn-ea"/>
                          <a:cs typeface="Arial"/>
                        </a:rPr>
                        <a:t> à mener.</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2" name="Picture 3">
            <a:extLst>
              <a:ext uri="{FF2B5EF4-FFF2-40B4-BE49-F238E27FC236}">
                <a16:creationId xmlns:a16="http://schemas.microsoft.com/office/drawing/2014/main" id="{22C4BFF3-DA1C-DAF5-E1DD-235126D8AC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6988" y="3506327"/>
            <a:ext cx="604190" cy="5933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descr="Naissance d'Aéma Groupe, nouvel acteur mutualiste de protection sur le  marché français">
            <a:extLst>
              <a:ext uri="{FF2B5EF4-FFF2-40B4-BE49-F238E27FC236}">
                <a16:creationId xmlns:a16="http://schemas.microsoft.com/office/drawing/2014/main" id="{D9796773-E1CD-30FF-EF24-DFCF82E892A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1856" b="17491"/>
          <a:stretch/>
        </p:blipFill>
        <p:spPr bwMode="auto">
          <a:xfrm>
            <a:off x="737670" y="4124606"/>
            <a:ext cx="942826" cy="35780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 associée">
            <a:extLst>
              <a:ext uri="{FF2B5EF4-FFF2-40B4-BE49-F238E27FC236}">
                <a16:creationId xmlns:a16="http://schemas.microsoft.com/office/drawing/2014/main" id="{D1970CB2-88F4-0A28-9B8B-D199438697B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654" t="34006" r="2544" b="33844"/>
          <a:stretch/>
        </p:blipFill>
        <p:spPr bwMode="auto">
          <a:xfrm>
            <a:off x="417083" y="2589274"/>
            <a:ext cx="1584000" cy="22738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Résultat de recherche d'images pour &quot;smi&quot;">
            <a:extLst>
              <a:ext uri="{FF2B5EF4-FFF2-40B4-BE49-F238E27FC236}">
                <a16:creationId xmlns:a16="http://schemas.microsoft.com/office/drawing/2014/main" id="{6B1E6C62-5060-BBF9-E0CF-FC0DD35A98E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2962" y="5213649"/>
            <a:ext cx="1132242" cy="55913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76079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7</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652353000"/>
              </p:ext>
            </p:extLst>
          </p:nvPr>
        </p:nvGraphicFramePr>
        <p:xfrm>
          <a:off x="361541" y="1808163"/>
          <a:ext cx="11430002" cy="3880265"/>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BPCE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BPCE Assurances a lancé fin 2017 un ambitieux programme de ré-internalisation et simplification de son modèle opérationnel Assurance Non-Vie</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Au sein du projet Conduite du Changement Transverse, ACI </a:t>
                      </a:r>
                      <a:r>
                        <a:rPr lang="fr-FR" sz="1100" kern="1200" dirty="0" err="1">
                          <a:solidFill>
                            <a:schemeClr val="tx1"/>
                          </a:solidFill>
                          <a:latin typeface="Arial" panose="020B0604020202020204" pitchFamily="34" charset="0"/>
                          <a:ea typeface="+mn-ea"/>
                          <a:cs typeface="Arial" panose="020B0604020202020204" pitchFamily="34" charset="0"/>
                        </a:rPr>
                        <a:t>partners</a:t>
                      </a:r>
                      <a:r>
                        <a:rPr lang="fr-FR" sz="1100" kern="1200" dirty="0">
                          <a:solidFill>
                            <a:schemeClr val="tx1"/>
                          </a:solidFill>
                          <a:latin typeface="Arial" panose="020B0604020202020204" pitchFamily="34" charset="0"/>
                          <a:ea typeface="+mn-ea"/>
                          <a:cs typeface="Arial" panose="020B0604020202020204" pitchFamily="34" charset="0"/>
                        </a:rPr>
                        <a:t> a construit le plan d’accompagnement avec l’ensemble des parties prenantes du Programme.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Proposition de schéma cible du dispositif d’accompagnement des changements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Dispositif d’écoute terrain (communauté des ambassadeurs)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Contribution au plan de communication du cadrage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Proposition de dispositif d’accompagnement du déploiement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Proposition d’un dispositif de formation adapté aux contraintes terrain et cartographie du flux cible de formation à horizon (conception, réalisation, planification, réalisation des formations, suivi et outils)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Finance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Covéa Finance pour maintenir le support des consoles de téléphonies &amp; des infrastructures sous-jacentes a mandaté ACI </a:t>
                      </a:r>
                      <a:r>
                        <a:rPr lang="fr-FR" sz="1100" kern="1200" dirty="0" err="1">
                          <a:solidFill>
                            <a:schemeClr val="tx1"/>
                          </a:solidFill>
                          <a:latin typeface="Arial" panose="020B0604020202020204" pitchFamily="34" charset="0"/>
                          <a:ea typeface="+mn-ea"/>
                          <a:cs typeface="Arial" panose="020B0604020202020204" pitchFamily="34" charset="0"/>
                        </a:rPr>
                        <a:t>partners</a:t>
                      </a:r>
                      <a:r>
                        <a:rPr lang="fr-FR" sz="1100" kern="1200" dirty="0">
                          <a:solidFill>
                            <a:schemeClr val="tx1"/>
                          </a:solidFill>
                          <a:latin typeface="Arial" panose="020B0604020202020204" pitchFamily="34" charset="0"/>
                          <a:ea typeface="+mn-ea"/>
                          <a:cs typeface="Arial" panose="020B0604020202020204" pitchFamily="34" charset="0"/>
                        </a:rPr>
                        <a:t> pour l’accompagner dans un processus d’aide au choix de la solution cible.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Production du processus d’appel d’offre (recueil des besoins métiers &amp; besoins techniques, identification des prestataires, formalisation et suivi de l’AO)</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Formalisation du processus d’arbitrage (analyse des RAO, tests de mise en situation, recueil des retours métiers &amp; SI, formalisation du dossier d’arbitrage.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Présentation au CODIR préalable à la prise de décision et au lancement du projet de </a:t>
                      </a:r>
                      <a:r>
                        <a:rPr lang="fr-FR" sz="1100" kern="1200" dirty="0">
                          <a:solidFill>
                            <a:schemeClr val="dk1"/>
                          </a:solidFill>
                          <a:latin typeface="+mn-lt"/>
                          <a:ea typeface="+mn-ea"/>
                          <a:cs typeface="Arial"/>
                        </a:rPr>
                        <a:t>migration de la téléphonie de marché.</a:t>
                      </a: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SMI Mutuelle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un contexte interne de forte transformation SMI Mutuelle a choisi ACI </a:t>
                      </a:r>
                      <a:r>
                        <a:rPr lang="fr-FR" sz="1100" kern="1200" dirty="0" err="1">
                          <a:solidFill>
                            <a:schemeClr val="tx1"/>
                          </a:solidFill>
                          <a:latin typeface="Arial" panose="020B0604020202020204" pitchFamily="34" charset="0"/>
                          <a:ea typeface="+mn-ea"/>
                          <a:cs typeface="Arial" panose="020B0604020202020204" pitchFamily="34" charset="0"/>
                        </a:rPr>
                        <a:t>partners</a:t>
                      </a:r>
                      <a:r>
                        <a:rPr lang="fr-FR" sz="1100" kern="1200" dirty="0">
                          <a:solidFill>
                            <a:schemeClr val="tx1"/>
                          </a:solidFill>
                          <a:latin typeface="Arial" panose="020B0604020202020204" pitchFamily="34" charset="0"/>
                          <a:ea typeface="+mn-ea"/>
                          <a:cs typeface="Arial" panose="020B0604020202020204" pitchFamily="34" charset="0"/>
                        </a:rPr>
                        <a:t> pour l’accompagner au cadrage du plan conduite du changement sur 2 projets majeurs en cours : le renouvellement de l’outil cœur de métier et le déploiement d’un CRM (Salesforce)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Réalisation du diagnostic d’impact (série d’entretiens avec l’ensemble des équipes de l’entreprise pour identifier les impacts, leur nature)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Cadrage du plan de conduite du changement sur 5 axes (pilotage, accompagnement, organisation, communication et formation.</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3" name="Espace réservé pour une image  2">
            <a:extLst>
              <a:ext uri="{FF2B5EF4-FFF2-40B4-BE49-F238E27FC236}">
                <a16:creationId xmlns:a16="http://schemas.microsoft.com/office/drawing/2014/main" id="{4E9846FA-65FC-BF4B-B36C-632D676AD595}"/>
              </a:ext>
            </a:extLst>
          </p:cNvPr>
          <p:cNvPicPr>
            <a:picLocks noChangeAspect="1"/>
          </p:cNvPicPr>
          <p:nvPr/>
        </p:nvPicPr>
        <p:blipFill>
          <a:blip r:embed="rId5">
            <a:extLst>
              <a:ext uri="{28A0092B-C50C-407E-A947-70E740481C1C}">
                <a14:useLocalDpi xmlns:a14="http://schemas.microsoft.com/office/drawing/2010/main" val="0"/>
              </a:ext>
            </a:extLst>
          </a:blip>
          <a:srcRect t="16269" b="16269"/>
          <a:stretch>
            <a:fillRect/>
          </a:stretch>
        </p:blipFill>
        <p:spPr>
          <a:xfrm>
            <a:off x="747180" y="3761510"/>
            <a:ext cx="933190" cy="575514"/>
          </a:xfrm>
          <a:prstGeom prst="rect">
            <a:avLst/>
          </a:prstGeom>
        </p:spPr>
      </p:pic>
      <p:pic>
        <p:nvPicPr>
          <p:cNvPr id="7" name="Picture 2" descr="Résultat de recherche d'images pour &quot;smi&quot;">
            <a:extLst>
              <a:ext uri="{FF2B5EF4-FFF2-40B4-BE49-F238E27FC236}">
                <a16:creationId xmlns:a16="http://schemas.microsoft.com/office/drawing/2014/main" id="{2F2E1301-6D5F-D639-22E1-13CA56C2FAA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7654" y="4893444"/>
            <a:ext cx="1132242" cy="559132"/>
          </a:xfrm>
          <a:prstGeom prst="rect">
            <a:avLst/>
          </a:prstGeom>
          <a:noFill/>
          <a:extLst>
            <a:ext uri="{909E8E84-426E-40dd-AFC4-6F175D3DCCD1}">
              <a14:hiddenFill xmlns:a14="http://schemas.microsoft.com/office/drawing/2010/main" xmlns="">
                <a:solidFill>
                  <a:srgbClr val="FFFFFF"/>
                </a:solidFill>
              </a14:hiddenFill>
            </a:ext>
          </a:extLst>
        </p:spPr>
      </p:pic>
      <p:pic>
        <p:nvPicPr>
          <p:cNvPr id="14" name="Picture 3" descr="Feu vert à la création du groupe bancaire BPCE, un nouveau-né plein  d'ambition">
            <a:extLst>
              <a:ext uri="{FF2B5EF4-FFF2-40B4-BE49-F238E27FC236}">
                <a16:creationId xmlns:a16="http://schemas.microsoft.com/office/drawing/2014/main" id="{D8A24544-7E7F-A9F8-DA5E-4B12DDAB65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635" y="2606579"/>
            <a:ext cx="1144281" cy="449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987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8</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484231529"/>
              </p:ext>
            </p:extLst>
          </p:nvPr>
        </p:nvGraphicFramePr>
        <p:xfrm>
          <a:off x="361541" y="1808163"/>
          <a:ext cx="11430002" cy="298761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Klésia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le contexte post-fusion, des groupes Mornay et D&amp;O, le groupe Klesia a souhaité se faire accompagner pour rapprocher les pratiques de ses équipes de chefs de projet tout en s’adaptant à ses nouvelles contraintes de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a:t>
                      </a:r>
                    </a:p>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Les équipes ACI </a:t>
                      </a:r>
                      <a:r>
                        <a:rPr lang="fr-FR" sz="1100" kern="1200" dirty="0" err="1">
                          <a:solidFill>
                            <a:schemeClr val="tx1"/>
                          </a:solidFill>
                          <a:latin typeface="Arial" panose="020B0604020202020204" pitchFamily="34" charset="0"/>
                          <a:ea typeface="+mn-ea"/>
                          <a:cs typeface="Arial" panose="020B0604020202020204" pitchFamily="34" charset="0"/>
                        </a:rPr>
                        <a:t>partners</a:t>
                      </a:r>
                      <a:r>
                        <a:rPr lang="fr-FR" sz="1100" kern="1200" dirty="0">
                          <a:solidFill>
                            <a:schemeClr val="tx1"/>
                          </a:solidFill>
                          <a:latin typeface="Arial" panose="020B0604020202020204" pitchFamily="34" charset="0"/>
                          <a:ea typeface="+mn-ea"/>
                          <a:cs typeface="Arial" panose="020B0604020202020204" pitchFamily="34" charset="0"/>
                        </a:rPr>
                        <a:t> ont déployé un nouvel outil de gestion projet et de suivi des temps, engagé des actions de formation auprès des chefs de projet le plus largement possible.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Production d’un diagnostic (recueil des attentes et besoins des directions lors d’ateliers dédiés, o</a:t>
                      </a:r>
                      <a:r>
                        <a:rPr lang="fr-FR" sz="1100" kern="1200" dirty="0" err="1">
                          <a:solidFill>
                            <a:schemeClr val="dk1"/>
                          </a:solidFill>
                          <a:latin typeface="+mn-lt"/>
                          <a:ea typeface="+mn-ea"/>
                          <a:cs typeface="Arial"/>
                        </a:rPr>
                        <a:t>rganisation</a:t>
                      </a:r>
                      <a:r>
                        <a:rPr lang="fr-FR" sz="1100" kern="1200" dirty="0">
                          <a:solidFill>
                            <a:schemeClr val="dk1"/>
                          </a:solidFill>
                          <a:latin typeface="+mn-lt"/>
                          <a:ea typeface="+mn-ea"/>
                          <a:cs typeface="Arial"/>
                        </a:rPr>
                        <a:t> de groupes d’échanges pour recueillir le ressenti nécessaire aux actions d’ajustement des outils &amp; du dispositif d’accompagnement)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Accompagnement (aide à la préparation des instances projets avec les chefs de projet)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Formation (</a:t>
                      </a:r>
                      <a:r>
                        <a:rPr lang="fr-FR" sz="1100" kern="1200" dirty="0">
                          <a:solidFill>
                            <a:schemeClr val="dk1"/>
                          </a:solidFill>
                          <a:latin typeface="+mn-lt"/>
                          <a:ea typeface="+mn-ea"/>
                          <a:cs typeface="Arial"/>
                        </a:rPr>
                        <a:t>Réalisation et diffusion de guides utilisateur détaillés et préparation de formation)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Communication (</a:t>
                      </a:r>
                      <a:r>
                        <a:rPr lang="fr-FR" sz="1100" kern="1200" dirty="0">
                          <a:solidFill>
                            <a:schemeClr val="dk1"/>
                          </a:solidFill>
                          <a:latin typeface="+mn-lt"/>
                          <a:ea typeface="+mn-ea"/>
                          <a:cs typeface="Arial"/>
                        </a:rPr>
                        <a:t>Présentation de la démarche et de l’outil aux différentes directions de l’entreprise afin de rallier les différentes équipes à la démarche)</a:t>
                      </a: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alt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alt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Picture 2" descr="Klesia">
            <a:extLst>
              <a:ext uri="{FF2B5EF4-FFF2-40B4-BE49-F238E27FC236}">
                <a16:creationId xmlns:a16="http://schemas.microsoft.com/office/drawing/2014/main" id="{F1102F77-8533-10DA-2AF0-25AE5DF699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716" y="2761652"/>
            <a:ext cx="1068622" cy="347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586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9</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876538612"/>
              </p:ext>
            </p:extLst>
          </p:nvPr>
        </p:nvGraphicFramePr>
        <p:xfrm>
          <a:off x="361541" y="1808163"/>
          <a:ext cx="11430002" cy="308909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ING</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Suite à une circulaire de la CSSF Luxembourgeoise (Commission de Surveillance du Secteur Financier), une évolution interne est nécessaire sur le processus KYC de mise à jour des informations client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Analyse fonctionnelle du changement lié à la circulaire CSSF</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Gap </a:t>
                      </a:r>
                      <a:r>
                        <a:rPr lang="fr-FR" sz="1100" kern="1200" dirty="0" err="1">
                          <a:solidFill>
                            <a:schemeClr val="dk1"/>
                          </a:solidFill>
                          <a:latin typeface="+mn-lt"/>
                          <a:ea typeface="+mn-ea"/>
                          <a:cs typeface="Arial"/>
                        </a:rPr>
                        <a:t>analysis</a:t>
                      </a:r>
                      <a:r>
                        <a:rPr lang="fr-FR" sz="1100" kern="1200" dirty="0">
                          <a:solidFill>
                            <a:schemeClr val="dk1"/>
                          </a:solidFill>
                          <a:latin typeface="+mn-lt"/>
                          <a:ea typeface="+mn-ea"/>
                          <a:cs typeface="Arial"/>
                        </a:rPr>
                        <a:t> entre l’existant et le futur processus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Analyse du process et matérialisation ; création du processus sous Visio</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KYC </a:t>
                      </a:r>
                      <a:r>
                        <a:rPr lang="fr-FR" sz="1100" kern="1200" dirty="0" err="1">
                          <a:solidFill>
                            <a:schemeClr val="dk1"/>
                          </a:solidFill>
                          <a:latin typeface="+mn-lt"/>
                          <a:ea typeface="+mn-ea"/>
                          <a:cs typeface="Arial"/>
                        </a:rPr>
                        <a:t>Review</a:t>
                      </a:r>
                      <a:r>
                        <a:rPr lang="fr-FR" sz="1100" kern="1200" dirty="0">
                          <a:solidFill>
                            <a:schemeClr val="dk1"/>
                          </a:solidFill>
                          <a:latin typeface="+mn-lt"/>
                          <a:ea typeface="+mn-ea"/>
                          <a:cs typeface="Arial"/>
                        </a:rPr>
                        <a:t> : simplification et optimisation, revue de la chaine de valeur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Écriture des Business </a:t>
                      </a:r>
                      <a:r>
                        <a:rPr lang="fr-FR" sz="1100" kern="1200" dirty="0" err="1">
                          <a:solidFill>
                            <a:schemeClr val="dk1"/>
                          </a:solidFill>
                          <a:latin typeface="+mn-lt"/>
                          <a:ea typeface="+mn-ea"/>
                          <a:cs typeface="Arial"/>
                        </a:rPr>
                        <a:t>Requirement</a:t>
                      </a:r>
                      <a:r>
                        <a:rPr lang="fr-FR" sz="1100" kern="1200" dirty="0">
                          <a:solidFill>
                            <a:schemeClr val="dk1"/>
                          </a:solidFill>
                          <a:latin typeface="+mn-lt"/>
                          <a:ea typeface="+mn-ea"/>
                          <a:cs typeface="Arial"/>
                        </a:rPr>
                        <a:t> (projet en mode Agile ; sprint, </a:t>
                      </a:r>
                      <a:r>
                        <a:rPr lang="fr-FR" sz="1100" kern="1200" dirty="0" err="1">
                          <a:solidFill>
                            <a:schemeClr val="dk1"/>
                          </a:solidFill>
                          <a:latin typeface="+mn-lt"/>
                          <a:ea typeface="+mn-ea"/>
                          <a:cs typeface="Arial"/>
                        </a:rPr>
                        <a:t>daily</a:t>
                      </a:r>
                      <a:r>
                        <a:rPr lang="fr-FR" sz="1100" kern="1200" dirty="0">
                          <a:solidFill>
                            <a:schemeClr val="dk1"/>
                          </a:solidFill>
                          <a:latin typeface="+mn-lt"/>
                          <a:ea typeface="+mn-ea"/>
                          <a:cs typeface="Arial"/>
                        </a:rPr>
                        <a:t> meeting, </a:t>
                      </a:r>
                      <a:r>
                        <a:rPr lang="fr-FR" sz="1100" kern="1200" dirty="0" err="1">
                          <a:solidFill>
                            <a:schemeClr val="dk1"/>
                          </a:solidFill>
                          <a:latin typeface="+mn-lt"/>
                          <a:ea typeface="+mn-ea"/>
                          <a:cs typeface="Arial"/>
                        </a:rPr>
                        <a:t>review</a:t>
                      </a:r>
                      <a:r>
                        <a:rPr lang="fr-FR" sz="1100" kern="1200" dirty="0">
                          <a:solidFill>
                            <a:schemeClr val="dk1"/>
                          </a:solidFill>
                          <a:latin typeface="+mn-lt"/>
                          <a:ea typeface="+mn-ea"/>
                          <a:cs typeface="Arial"/>
                        </a:rPr>
                        <a:t>, rétrospective)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Écriture des tests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Workshops avec le métier, prise en compte des spécifications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à jour de la communication client (3 langues)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3" name="Picture 2" descr="ING Logo - Marques et logos: histoire et signification | PNG">
            <a:extLst>
              <a:ext uri="{FF2B5EF4-FFF2-40B4-BE49-F238E27FC236}">
                <a16:creationId xmlns:a16="http://schemas.microsoft.com/office/drawing/2014/main" id="{2AB4E3DB-32DD-F42C-CD6C-831B64DA59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898" y="3273484"/>
            <a:ext cx="1374419" cy="773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472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10</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58899042"/>
              </p:ext>
            </p:extLst>
          </p:nvPr>
        </p:nvGraphicFramePr>
        <p:xfrm>
          <a:off x="361541" y="1808163"/>
          <a:ext cx="11430002" cy="316377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0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Au sein du programme LOANSCAPE visant à refondre l'écosystème de la BFI. Le projet  INVEST’ON vise à développer un portail aux investisseurs sur le marché secondaire  pour gérer et exécuter de bout en bout le processus de vente des actifs proposés par CACIB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Projet comparable :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Pré cadrage: contexte, objectifs &amp; enjeux; découpage des 3 macro-processus constitution de la BDD, outil comparable, enrichissement des scénarios de </a:t>
                      </a:r>
                      <a:r>
                        <a:rPr lang="fr-FR" sz="1000" kern="1200" dirty="0" err="1">
                          <a:solidFill>
                            <a:schemeClr val="dk1"/>
                          </a:solidFill>
                          <a:latin typeface="+mn-lt"/>
                          <a:ea typeface="+mn-ea"/>
                          <a:cs typeface="Arial"/>
                        </a:rPr>
                        <a:t>pricing</a:t>
                      </a:r>
                      <a:r>
                        <a:rPr lang="fr-FR" sz="1000" kern="1200" dirty="0">
                          <a:solidFill>
                            <a:schemeClr val="dk1"/>
                          </a:solidFill>
                          <a:latin typeface="+mn-lt"/>
                          <a:ea typeface="+mn-ea"/>
                          <a:cs typeface="Arial"/>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Workflow fonctionnel : représentation sous </a:t>
                      </a:r>
                      <a:r>
                        <a:rPr lang="fr-FR" sz="1000" kern="1200" dirty="0" err="1">
                          <a:solidFill>
                            <a:schemeClr val="dk1"/>
                          </a:solidFill>
                          <a:latin typeface="+mn-lt"/>
                          <a:ea typeface="+mn-ea"/>
                          <a:cs typeface="Arial"/>
                        </a:rPr>
                        <a:t>visio</a:t>
                      </a:r>
                      <a:r>
                        <a:rPr lang="fr-FR" sz="1000" kern="1200" dirty="0">
                          <a:solidFill>
                            <a:schemeClr val="dk1"/>
                          </a:solidFill>
                          <a:latin typeface="+mn-lt"/>
                          <a:ea typeface="+mn-ea"/>
                          <a:cs typeface="Arial"/>
                        </a:rPr>
                        <a:t> &amp; détail Excel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User stories: pondération &amp; planification &amp; rédaction sous </a:t>
                      </a:r>
                      <a:r>
                        <a:rPr lang="fr-FR" sz="1000" kern="1200" dirty="0" err="1">
                          <a:solidFill>
                            <a:schemeClr val="dk1"/>
                          </a:solidFill>
                          <a:latin typeface="+mn-lt"/>
                          <a:ea typeface="+mn-ea"/>
                          <a:cs typeface="Arial"/>
                        </a:rPr>
                        <a:t>Calitrack</a:t>
                      </a:r>
                      <a:endParaRPr lang="fr-FR" sz="1000" kern="1200" dirty="0">
                        <a:solidFill>
                          <a:schemeClr val="dk1"/>
                        </a:solidFill>
                        <a:latin typeface="+mn-lt"/>
                        <a:ea typeface="+mn-ea"/>
                        <a:cs typeface="Arial"/>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Recette applicative INVEST’ON: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en-US" sz="1000" kern="1200" dirty="0">
                          <a:solidFill>
                            <a:schemeClr val="dk1"/>
                          </a:solidFill>
                          <a:latin typeface="+mn-lt"/>
                          <a:ea typeface="+mn-ea"/>
                          <a:cs typeface="Arial"/>
                        </a:rPr>
                        <a:t>Test des </a:t>
                      </a:r>
                      <a:r>
                        <a:rPr lang="en-US" sz="1000" kern="1200" dirty="0" err="1">
                          <a:solidFill>
                            <a:schemeClr val="dk1"/>
                          </a:solidFill>
                          <a:latin typeface="+mn-lt"/>
                          <a:ea typeface="+mn-ea"/>
                          <a:cs typeface="Arial"/>
                        </a:rPr>
                        <a:t>fonctionnalités</a:t>
                      </a:r>
                      <a:r>
                        <a:rPr lang="en-US" sz="1000" kern="1200" dirty="0">
                          <a:solidFill>
                            <a:schemeClr val="dk1"/>
                          </a:solidFill>
                          <a:latin typeface="+mn-lt"/>
                          <a:ea typeface="+mn-ea"/>
                          <a:cs typeface="Arial"/>
                        </a:rPr>
                        <a:t> : Update Asset, Asset proposal, Rollback on asset</a:t>
                      </a:r>
                      <a:r>
                        <a:rPr lang="fr-FR" sz="1000" kern="1200" dirty="0">
                          <a:solidFill>
                            <a:schemeClr val="dk1"/>
                          </a:solidFill>
                          <a:latin typeface="+mn-lt"/>
                          <a:ea typeface="+mn-ea"/>
                          <a:cs typeface="Arial"/>
                        </a:rPr>
                        <a:t>, Program release &amp; Notifications.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Conduite du changement: </a:t>
                      </a:r>
                      <a:r>
                        <a:rPr lang="fr-FR" sz="1000" u="none" kern="1200" dirty="0">
                          <a:solidFill>
                            <a:schemeClr val="tx1"/>
                          </a:solidFill>
                          <a:latin typeface="+mn-lt"/>
                          <a:ea typeface="+mn-ea"/>
                          <a:cs typeface="Arial" panose="020B0604020202020204" pitchFamily="34" charset="0"/>
                        </a:rPr>
                        <a:t>rétro documentation fonctionnelle &amp; formation.</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CODEV: </a:t>
                      </a:r>
                      <a:r>
                        <a:rPr lang="fr-FR" sz="1000" u="none" kern="1200" dirty="0">
                          <a:solidFill>
                            <a:schemeClr val="tx1"/>
                          </a:solidFill>
                          <a:latin typeface="+mn-lt"/>
                          <a:ea typeface="+mn-ea"/>
                          <a:cs typeface="Arial" panose="020B0604020202020204" pitchFamily="34" charset="0"/>
                        </a:rPr>
                        <a:t>constitution d’un groupe de pairs (Business </a:t>
                      </a:r>
                      <a:r>
                        <a:rPr lang="fr-FR" sz="1000" u="none" kern="1200" dirty="0" err="1">
                          <a:solidFill>
                            <a:schemeClr val="tx1"/>
                          </a:solidFill>
                          <a:latin typeface="+mn-lt"/>
                          <a:ea typeface="+mn-ea"/>
                          <a:cs typeface="Arial" panose="020B0604020202020204" pitchFamily="34" charset="0"/>
                        </a:rPr>
                        <a:t>Analyst</a:t>
                      </a:r>
                      <a:r>
                        <a:rPr lang="fr-FR" sz="1000" u="none" kern="1200" dirty="0">
                          <a:solidFill>
                            <a:schemeClr val="tx1"/>
                          </a:solidFill>
                          <a:latin typeface="+mn-lt"/>
                          <a:ea typeface="+mn-ea"/>
                          <a:cs typeface="Arial" panose="020B0604020202020204" pitchFamily="34" charset="0"/>
                        </a:rPr>
                        <a:t>) pour échanger sur les pratiques et traiter les problématiques rencontrées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7" name="Image 6">
            <a:extLst>
              <a:ext uri="{FF2B5EF4-FFF2-40B4-BE49-F238E27FC236}">
                <a16:creationId xmlns:a16="http://schemas.microsoft.com/office/drawing/2014/main" id="{CA4A6152-0CF1-7082-ECFC-D4AF51AC646A}"/>
              </a:ext>
            </a:extLst>
          </p:cNvPr>
          <p:cNvPicPr>
            <a:picLocks noChangeAspect="1"/>
          </p:cNvPicPr>
          <p:nvPr/>
        </p:nvPicPr>
        <p:blipFill>
          <a:blip r:embed="rId5"/>
          <a:stretch>
            <a:fillRect/>
          </a:stretch>
        </p:blipFill>
        <p:spPr>
          <a:xfrm>
            <a:off x="241894" y="3106689"/>
            <a:ext cx="1982304" cy="1037406"/>
          </a:xfrm>
          <a:prstGeom prst="rect">
            <a:avLst/>
          </a:prstGeom>
        </p:spPr>
      </p:pic>
    </p:spTree>
    <p:extLst>
      <p:ext uri="{BB962C8B-B14F-4D97-AF65-F5344CB8AC3E}">
        <p14:creationId xmlns:p14="http://schemas.microsoft.com/office/powerpoint/2010/main" val="191441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4188120413"/>
              </p:ext>
            </p:extLst>
          </p:nvPr>
        </p:nvGraphicFramePr>
        <p:xfrm>
          <a:off x="361541" y="1808163"/>
          <a:ext cx="11430002" cy="426012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Proposition de plans d’action pour structurer la démarche éthique du Groupe, afin de l’intégrer de manière plus durable, à l’environnement opérationnel des activités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Plan d’intégration de la dimension éthique à des process opérationnels du groupe (NAP, relations d’affaire, recrutement)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Benchmark de quelques entreprises en pointe en éthique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des orientations pour un alignement du </a:t>
                      </a:r>
                      <a:r>
                        <a:rPr lang="fr-FR" sz="1100" i="1" kern="1200" dirty="0" err="1">
                          <a:solidFill>
                            <a:schemeClr val="dk1"/>
                          </a:solidFill>
                          <a:latin typeface="+mn-lt"/>
                          <a:ea typeface="+mn-ea"/>
                          <a:cs typeface="Arial"/>
                        </a:rPr>
                        <a:t>disclosure</a:t>
                      </a:r>
                      <a:r>
                        <a:rPr lang="fr-FR" sz="1100" kern="1200" dirty="0">
                          <a:solidFill>
                            <a:schemeClr val="dk1"/>
                          </a:solidFill>
                          <a:latin typeface="+mn-lt"/>
                          <a:ea typeface="+mn-ea"/>
                          <a:cs typeface="Arial"/>
                        </a:rPr>
                        <a:t> sur les exigences des agences de notation extra-financières (ESG)</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Société Générale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Accompagnement à la Direction en charge des travaux avec le régulateur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Instruction des plans d’action (lettre de suite par exemple)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Suivi des actions en lien avec l’ACPR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Coordination des travaux en lien avec la BCE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Interface avec les missions menées en Central et relais auprès des métiers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946116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774117173"/>
                  </a:ext>
                </a:extLst>
              </a:tr>
              <a:tr h="104127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Centre des Professions Financières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Animation d’une </a:t>
                      </a:r>
                      <a:r>
                        <a:rPr lang="fr-FR" sz="1100" kern="1200" noProof="0" dirty="0" err="1">
                          <a:solidFill>
                            <a:schemeClr val="tx1"/>
                          </a:solidFill>
                          <a:latin typeface="Arial" panose="020B0604020202020204" pitchFamily="34" charset="0"/>
                          <a:ea typeface="+mn-ea"/>
                          <a:cs typeface="Arial" panose="020B0604020202020204" pitchFamily="34" charset="0"/>
                        </a:rPr>
                        <a:t>task</a:t>
                      </a:r>
                      <a:r>
                        <a:rPr lang="fr-FR" sz="1100" kern="1200" noProof="0" dirty="0">
                          <a:solidFill>
                            <a:schemeClr val="tx1"/>
                          </a:solidFill>
                          <a:latin typeface="Arial" panose="020B0604020202020204" pitchFamily="34" charset="0"/>
                          <a:ea typeface="+mn-ea"/>
                          <a:cs typeface="Arial" panose="020B0604020202020204" pitchFamily="34" charset="0"/>
                        </a:rPr>
                        <a:t> force d’experts du secteur bancaire (directions risques et conformité) visant à améliorer les données de listes de PEP&amp;RCA (</a:t>
                      </a:r>
                      <a:r>
                        <a:rPr lang="fr-FR" sz="1100" kern="1200" noProof="0" dirty="0" err="1">
                          <a:solidFill>
                            <a:schemeClr val="tx1"/>
                          </a:solidFill>
                          <a:latin typeface="Arial" panose="020B0604020202020204" pitchFamily="34" charset="0"/>
                          <a:ea typeface="+mn-ea"/>
                          <a:cs typeface="Arial" panose="020B0604020202020204" pitchFamily="34" charset="0"/>
                        </a:rPr>
                        <a:t>Politically</a:t>
                      </a:r>
                      <a:r>
                        <a:rPr lang="fr-FR" sz="1100" kern="1200" noProof="0" dirty="0">
                          <a:solidFill>
                            <a:schemeClr val="tx1"/>
                          </a:solidFill>
                          <a:latin typeface="Arial" panose="020B0604020202020204" pitchFamily="34" charset="0"/>
                          <a:ea typeface="+mn-ea"/>
                          <a:cs typeface="Arial" panose="020B0604020202020204" pitchFamily="34" charset="0"/>
                        </a:rPr>
                        <a:t> </a:t>
                      </a:r>
                      <a:r>
                        <a:rPr lang="fr-FR" sz="1100" kern="1200" noProof="0" dirty="0" err="1">
                          <a:solidFill>
                            <a:schemeClr val="tx1"/>
                          </a:solidFill>
                          <a:latin typeface="Arial" panose="020B0604020202020204" pitchFamily="34" charset="0"/>
                          <a:ea typeface="+mn-ea"/>
                          <a:cs typeface="Arial" panose="020B0604020202020204" pitchFamily="34" charset="0"/>
                        </a:rPr>
                        <a:t>Exposed</a:t>
                      </a:r>
                      <a:r>
                        <a:rPr lang="fr-FR" sz="1100" kern="1200" noProof="0" dirty="0">
                          <a:solidFill>
                            <a:schemeClr val="tx1"/>
                          </a:solidFill>
                          <a:latin typeface="Arial" panose="020B0604020202020204" pitchFamily="34" charset="0"/>
                          <a:ea typeface="+mn-ea"/>
                          <a:cs typeface="Arial" panose="020B0604020202020204" pitchFamily="34" charset="0"/>
                        </a:rPr>
                        <a:t> </a:t>
                      </a:r>
                      <a:r>
                        <a:rPr lang="fr-FR" sz="1100" kern="1200" noProof="0" dirty="0" err="1">
                          <a:solidFill>
                            <a:schemeClr val="tx1"/>
                          </a:solidFill>
                          <a:latin typeface="Arial" panose="020B0604020202020204" pitchFamily="34" charset="0"/>
                          <a:ea typeface="+mn-ea"/>
                          <a:cs typeface="Arial" panose="020B0604020202020204" pitchFamily="34" charset="0"/>
                        </a:rPr>
                        <a:t>Persons</a:t>
                      </a:r>
                      <a:r>
                        <a:rPr lang="fr-FR" sz="1100" kern="1200" noProof="0" dirty="0">
                          <a:solidFill>
                            <a:schemeClr val="tx1"/>
                          </a:solidFill>
                          <a:latin typeface="Arial" panose="020B0604020202020204" pitchFamily="34" charset="0"/>
                          <a:ea typeface="+mn-ea"/>
                          <a:cs typeface="Arial" panose="020B0604020202020204" pitchFamily="34" charset="0"/>
                        </a:rPr>
                        <a:t>) des fournisseurs externes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Elaboration du référentiel et de la typologie des données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Identification des enjeux juridiques associés (CNIL, RGPD, CEPD)</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Formalisation des besoins d’évolution à destination du principal fournisseur de liste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Rédaction d’un document de synthèse et d’un article publié dans le magazine du centre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3" name="Picture 2" descr="Résultat de recherche d'images pour &quot;logo SG&quot;">
            <a:extLst>
              <a:ext uri="{FF2B5EF4-FFF2-40B4-BE49-F238E27FC236}">
                <a16:creationId xmlns:a16="http://schemas.microsoft.com/office/drawing/2014/main" id="{6CA9BE37-A63A-F810-D8B0-DC59826CB95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6786" b="34619"/>
          <a:stretch/>
        </p:blipFill>
        <p:spPr bwMode="auto">
          <a:xfrm>
            <a:off x="669190" y="3459943"/>
            <a:ext cx="1084022" cy="26628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2B44C179-34A2-5C8A-87A8-B5D5D11C3A65}"/>
              </a:ext>
            </a:extLst>
          </p:cNvPr>
          <p:cNvPicPr>
            <a:picLocks noChangeAspect="1"/>
          </p:cNvPicPr>
          <p:nvPr/>
        </p:nvPicPr>
        <p:blipFill rotWithShape="1">
          <a:blip r:embed="rId6"/>
          <a:srcRect t="11497" b="22452"/>
          <a:stretch/>
        </p:blipFill>
        <p:spPr>
          <a:xfrm>
            <a:off x="636486" y="2392921"/>
            <a:ext cx="1149430" cy="390525"/>
          </a:xfrm>
          <a:prstGeom prst="rect">
            <a:avLst/>
          </a:prstGeom>
        </p:spPr>
      </p:pic>
      <p:pic>
        <p:nvPicPr>
          <p:cNvPr id="11" name="Image 10">
            <a:extLst>
              <a:ext uri="{FF2B5EF4-FFF2-40B4-BE49-F238E27FC236}">
                <a16:creationId xmlns:a16="http://schemas.microsoft.com/office/drawing/2014/main" id="{11DE718D-4193-99D8-C6D1-B8C2EDCE83D3}"/>
              </a:ext>
            </a:extLst>
          </p:cNvPr>
          <p:cNvPicPr>
            <a:picLocks noChangeAspect="1"/>
          </p:cNvPicPr>
          <p:nvPr/>
        </p:nvPicPr>
        <p:blipFill>
          <a:blip r:embed="rId7"/>
          <a:stretch>
            <a:fillRect/>
          </a:stretch>
        </p:blipFill>
        <p:spPr>
          <a:xfrm>
            <a:off x="501540" y="5217082"/>
            <a:ext cx="1419323" cy="534367"/>
          </a:xfrm>
          <a:prstGeom prst="rect">
            <a:avLst/>
          </a:prstGeom>
        </p:spPr>
      </p:pic>
    </p:spTree>
    <p:extLst>
      <p:ext uri="{BB962C8B-B14F-4D97-AF65-F5344CB8AC3E}">
        <p14:creationId xmlns:p14="http://schemas.microsoft.com/office/powerpoint/2010/main" val="1741315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325394511"/>
              </p:ext>
            </p:extLst>
          </p:nvPr>
        </p:nvGraphicFramePr>
        <p:xfrm>
          <a:off x="361541" y="1808164"/>
          <a:ext cx="11430002" cy="439328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292643">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1293165">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1013511">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BPCE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Le plan stratégique du groupe BPCE avait fixé pour objectif d’adapter le dispositif associé au traitement des chèques. Ce moyen de paiement en forte décroissance devait être optimisé en termes de coût tout en révisant les modalités opérationnelles avec les partenaires sous-traitants.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Harmonisation des pratiques dans le groupe. Définition d’une nouvelle tarification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Proposition de leviers pour diminuer l’usage du chèque chez certains clients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Ajustement du niveau des prestations et de la qualité ou des délais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des contrats des sous-traitants pour une meilleur comparabilité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Présentation et restitution des résultats aux banques et caisses des travaux</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6980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endParaRPr lang="fr-FR" sz="1100" i="1" dirty="0"/>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69449350"/>
                  </a:ext>
                </a:extLst>
              </a:tr>
            </a:tbl>
          </a:graphicData>
        </a:graphic>
      </p:graphicFrame>
      <p:pic>
        <p:nvPicPr>
          <p:cNvPr id="2" name="Image 1" descr="Une image contenant dessin&#10;&#10;Description générée automatiquement">
            <a:extLst>
              <a:ext uri="{FF2B5EF4-FFF2-40B4-BE49-F238E27FC236}">
                <a16:creationId xmlns:a16="http://schemas.microsoft.com/office/drawing/2014/main" id="{D47A2843-8976-F820-1A3B-F5AB4ADC1C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356" y="3872428"/>
            <a:ext cx="1211088" cy="419645"/>
          </a:xfrm>
          <a:prstGeom prst="rect">
            <a:avLst/>
          </a:prstGeom>
        </p:spPr>
      </p:pic>
      <p:sp>
        <p:nvSpPr>
          <p:cNvPr id="17" name="Rectangle 16">
            <a:extLst>
              <a:ext uri="{FF2B5EF4-FFF2-40B4-BE49-F238E27FC236}">
                <a16:creationId xmlns:a16="http://schemas.microsoft.com/office/drawing/2014/main" id="{41F90ECC-BD36-B73B-2B9B-38231B8A89B9}"/>
              </a:ext>
            </a:extLst>
          </p:cNvPr>
          <p:cNvSpPr/>
          <p:nvPr/>
        </p:nvSpPr>
        <p:spPr>
          <a:xfrm>
            <a:off x="9293273" y="3502820"/>
            <a:ext cx="2221992" cy="1143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i="0" dirty="0">
                <a:solidFill>
                  <a:srgbClr val="0D0D0D"/>
                </a:solidFill>
                <a:effectLst/>
                <a:highlight>
                  <a:srgbClr val="FFFFFF"/>
                </a:highlight>
                <a:latin typeface="ui-sans-serif"/>
              </a:rPr>
              <a:t>Transformation finance</a:t>
            </a:r>
          </a:p>
          <a:p>
            <a:pPr algn="ctr"/>
            <a:r>
              <a:rPr lang="fr-FR" sz="1400" b="1" i="0" dirty="0">
                <a:solidFill>
                  <a:srgbClr val="0D0D0D"/>
                </a:solidFill>
                <a:effectLst/>
                <a:highlight>
                  <a:srgbClr val="FFFFFF"/>
                </a:highlight>
                <a:latin typeface="ui-sans-serif"/>
              </a:rPr>
              <a:t>Gestion de projet</a:t>
            </a:r>
            <a:endParaRPr lang="fr-FR" sz="1400" b="1" dirty="0">
              <a:solidFill>
                <a:srgbClr val="0D0D0D"/>
              </a:solidFill>
              <a:highlight>
                <a:srgbClr val="FFFFFF"/>
              </a:highlight>
              <a:latin typeface="ui-sans-serif"/>
            </a:endParaRPr>
          </a:p>
          <a:p>
            <a:pPr algn="ctr"/>
            <a:r>
              <a:rPr lang="fr-FR" sz="1400" b="1" i="0" dirty="0">
                <a:solidFill>
                  <a:srgbClr val="0D0D0D"/>
                </a:solidFill>
                <a:effectLst/>
                <a:highlight>
                  <a:srgbClr val="FFFFFF"/>
                </a:highlight>
                <a:latin typeface="ui-sans-serif"/>
              </a:rPr>
              <a:t>Amélioration continue</a:t>
            </a:r>
          </a:p>
          <a:p>
            <a:pPr algn="ctr"/>
            <a:r>
              <a:rPr lang="fr-FR" sz="1400" b="1" i="0" dirty="0">
                <a:solidFill>
                  <a:srgbClr val="FF0000"/>
                </a:solidFill>
                <a:effectLst/>
                <a:highlight>
                  <a:srgbClr val="FFFFFF"/>
                </a:highlight>
                <a:latin typeface="ui-sans-serif"/>
              </a:rPr>
              <a:t>Communication</a:t>
            </a:r>
          </a:p>
        </p:txBody>
      </p:sp>
    </p:spTree>
    <p:extLst>
      <p:ext uri="{BB962C8B-B14F-4D97-AF65-F5344CB8AC3E}">
        <p14:creationId xmlns:p14="http://schemas.microsoft.com/office/powerpoint/2010/main" val="796167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13</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708132875"/>
              </p:ext>
            </p:extLst>
          </p:nvPr>
        </p:nvGraphicFramePr>
        <p:xfrm>
          <a:off x="381000" y="1825625"/>
          <a:ext cx="11430002" cy="387282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 </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b="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311555948"/>
                  </a:ext>
                </a:extLst>
              </a:tr>
              <a:tr h="111875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000" b="0" i="0" u="none" strike="noStrike" dirty="0">
                          <a:solidFill>
                            <a:srgbClr val="000000"/>
                          </a:solidFill>
                          <a:effectLst/>
                          <a:latin typeface="Arial" panose="020B0604020202020204" pitchFamily="34" charset="0"/>
                        </a:rPr>
                        <a:t>Le programme </a:t>
                      </a:r>
                      <a:r>
                        <a:rPr lang="fr-FR" sz="1000" b="0" i="0" u="none" strike="noStrike" dirty="0" err="1">
                          <a:solidFill>
                            <a:srgbClr val="000000"/>
                          </a:solidFill>
                          <a:effectLst/>
                          <a:latin typeface="Arial" panose="020B0604020202020204" pitchFamily="34" charset="0"/>
                        </a:rPr>
                        <a:t>Loanscape</a:t>
                      </a:r>
                      <a:r>
                        <a:rPr lang="fr-FR" sz="1000" b="0" i="0" u="none" strike="noStrike" dirty="0">
                          <a:solidFill>
                            <a:srgbClr val="000000"/>
                          </a:solidFill>
                          <a:effectLst/>
                          <a:latin typeface="Arial" panose="020B0604020202020204" pitchFamily="34" charset="0"/>
                        </a:rPr>
                        <a:t> s’inscrit dans le plan stratégique de développement de la banque de financement visant une  modernisation de ces activités par la transformation IT, l’optimisation des coûts et l’innovation dans la structuration et l’origination</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fontAlgn="t">
                        <a:buFont typeface="Arial" panose="020B0604020202020204" pitchFamily="34" charset="0"/>
                        <a:buNone/>
                      </a:pPr>
                      <a:r>
                        <a:rPr lang="fr-FR" sz="1100" b="0" i="0" u="sng" strike="noStrike" dirty="0">
                          <a:solidFill>
                            <a:srgbClr val="000000"/>
                          </a:solidFill>
                          <a:effectLst/>
                          <a:latin typeface="Arial" panose="020B0604020202020204" pitchFamily="34" charset="0"/>
                        </a:rPr>
                        <a:t>MISSION 1</a:t>
                      </a:r>
                      <a:endParaRPr lang="fr-FR" sz="1100" b="0" i="0" u="none" strike="noStrike" dirty="0">
                        <a:solidFill>
                          <a:srgbClr val="000000"/>
                        </a:solidFill>
                        <a:effectLst/>
                        <a:latin typeface="Arial" panose="020B0604020202020204" pitchFamily="34" charset="0"/>
                      </a:endParaRP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Fournir un système intégré, modulaire et mondial pour gérer les clauses restrictives pour le financement des activités, à travers les secteurs d'activité SFI, DOD et ITB</a:t>
                      </a: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Définir de nouvelles règles de nomenclature pour les covenants, afin de s'aligner sur l'évolution des besoins internes et externes (clients, régulateurs, risques, besoins financiers)</a:t>
                      </a: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Participation au chantier </a:t>
                      </a:r>
                      <a:r>
                        <a:rPr lang="fr-FR" sz="1100" b="0" i="0" u="none" strike="noStrike" dirty="0" err="1">
                          <a:solidFill>
                            <a:srgbClr val="000000"/>
                          </a:solidFill>
                          <a:effectLst/>
                          <a:latin typeface="Arial" panose="020B0604020202020204" pitchFamily="34" charset="0"/>
                        </a:rPr>
                        <a:t>Mitigant</a:t>
                      </a:r>
                      <a:r>
                        <a:rPr lang="fr-FR" sz="1100" b="0" i="0" u="none" strike="noStrike" dirty="0">
                          <a:solidFill>
                            <a:srgbClr val="000000"/>
                          </a:solidFill>
                          <a:effectLst/>
                          <a:latin typeface="Arial" panose="020B0604020202020204" pitchFamily="34" charset="0"/>
                        </a:rPr>
                        <a:t> et </a:t>
                      </a:r>
                      <a:r>
                        <a:rPr lang="fr-FR" sz="1100" b="0" i="0" u="none" strike="noStrike" dirty="0" err="1">
                          <a:solidFill>
                            <a:srgbClr val="000000"/>
                          </a:solidFill>
                          <a:effectLst/>
                          <a:latin typeface="Arial" panose="020B0604020202020204" pitchFamily="34" charset="0"/>
                        </a:rPr>
                        <a:t>Waiver</a:t>
                      </a:r>
                      <a:endParaRPr lang="fr-FR" sz="1100" b="0" i="0" u="none" strike="noStrike" dirty="0">
                        <a:solidFill>
                          <a:srgbClr val="000000"/>
                        </a:solidFill>
                        <a:effectLst/>
                        <a:latin typeface="Arial" panose="020B0604020202020204" pitchFamily="34" charset="0"/>
                      </a:endParaRPr>
                    </a:p>
                  </a:txBody>
                  <a:tcPr marL="7620" marR="7620" marT="7620" marB="0">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2353690"/>
                  </a:ext>
                </a:extLst>
              </a:tr>
            </a:tbl>
          </a:graphicData>
        </a:graphic>
      </p:graphicFrame>
      <p:pic>
        <p:nvPicPr>
          <p:cNvPr id="7" name="Image 6">
            <a:extLst>
              <a:ext uri="{FF2B5EF4-FFF2-40B4-BE49-F238E27FC236}">
                <a16:creationId xmlns:a16="http://schemas.microsoft.com/office/drawing/2014/main" id="{08E90D95-F5D2-A1F2-3A6E-0FE35BB7EF69}"/>
              </a:ext>
            </a:extLst>
          </p:cNvPr>
          <p:cNvPicPr>
            <a:picLocks noChangeAspect="1"/>
          </p:cNvPicPr>
          <p:nvPr/>
        </p:nvPicPr>
        <p:blipFill>
          <a:blip r:embed="rId5"/>
          <a:stretch>
            <a:fillRect/>
          </a:stretch>
        </p:blipFill>
        <p:spPr>
          <a:xfrm>
            <a:off x="403270" y="4683673"/>
            <a:ext cx="1580204" cy="393525"/>
          </a:xfrm>
          <a:prstGeom prst="rect">
            <a:avLst/>
          </a:prstGeom>
        </p:spPr>
      </p:pic>
    </p:spTree>
    <p:extLst>
      <p:ext uri="{BB962C8B-B14F-4D97-AF65-F5344CB8AC3E}">
        <p14:creationId xmlns:p14="http://schemas.microsoft.com/office/powerpoint/2010/main" val="3772056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14</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843116181"/>
              </p:ext>
            </p:extLst>
          </p:nvPr>
        </p:nvGraphicFramePr>
        <p:xfrm>
          <a:off x="381000" y="1825625"/>
          <a:ext cx="11430002" cy="412644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100" dirty="0"/>
                        <a:t>Accompagnement dans le cadre des projets d’IA Générative</a:t>
                      </a:r>
                      <a:r>
                        <a:rPr lang="fr-FR" sz="1100" kern="1200" spc="-200" dirty="0">
                          <a:solidFill>
                            <a:schemeClr val="tx1"/>
                          </a:solidFill>
                          <a:latin typeface="+mn-lt"/>
                          <a:ea typeface="+mn-ea"/>
                          <a:cs typeface="+mn-cs"/>
                        </a:rPr>
                        <a:t>  / </a:t>
                      </a:r>
                      <a:r>
                        <a:rPr lang="fr-FR" sz="1100" dirty="0"/>
                        <a:t>Chefferie de projet IA générative</a:t>
                      </a:r>
                      <a:endParaRPr lang="fr-FR" sz="11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Identification des cas d’usage et construction d’une feuille de route IA générative MH avec l’ensemble des acteurs concernés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des outils de recensement des besoins et opportunités d'exploitation de l'IA générative dans les métiers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Production des supports et animation des ateliers d'idéation</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de la veille sur l'IA Générative et des ressources contributrices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Construction d’une roadmap produit priorisée et de la </a:t>
                      </a:r>
                      <a:r>
                        <a:rPr lang="fr-FR" sz="1000" kern="1200" dirty="0" err="1">
                          <a:solidFill>
                            <a:srgbClr val="000000"/>
                          </a:solidFill>
                          <a:latin typeface="+mn-lt"/>
                          <a:ea typeface="+mn-ea"/>
                          <a:cs typeface="+mn-cs"/>
                        </a:rPr>
                        <a:t>backlog</a:t>
                      </a:r>
                      <a:r>
                        <a:rPr lang="fr-FR" sz="1000" kern="1200" dirty="0">
                          <a:solidFill>
                            <a:srgbClr val="000000"/>
                          </a:solidFill>
                          <a:latin typeface="+mn-lt"/>
                          <a:ea typeface="+mn-ea"/>
                          <a:cs typeface="+mn-cs"/>
                        </a:rPr>
                        <a:t> correspondante </a:t>
                      </a:r>
                    </a:p>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Contribution à la l’instruction et au lancement des UC priorisés</a:t>
                      </a:r>
                    </a:p>
                    <a:p>
                      <a:pPr marL="228600" lvl="1" indent="-114300" algn="l" defTabSz="533400">
                        <a:lnSpc>
                          <a:spcPct val="90000"/>
                        </a:lnSpc>
                        <a:spcBef>
                          <a:spcPct val="0"/>
                        </a:spcBef>
                        <a:spcAft>
                          <a:spcPts val="0"/>
                        </a:spcAft>
                        <a:buClr>
                          <a:schemeClr val="tx2"/>
                        </a:buClr>
                        <a:buChar char="•"/>
                      </a:pPr>
                      <a:r>
                        <a:rPr lang="fr-FR" sz="1000" kern="1200" dirty="0">
                          <a:solidFill>
                            <a:srgbClr val="000000"/>
                          </a:solidFill>
                          <a:latin typeface="+mn-lt"/>
                          <a:ea typeface="+mn-ea"/>
                          <a:cs typeface="+mn-cs"/>
                        </a:rPr>
                        <a:t>Instruction des cas d’usage: analyse d'opportunité, création de valeur, brief produit, hypothèses à tester</a:t>
                      </a:r>
                    </a:p>
                    <a:p>
                      <a:pPr marL="228600" lvl="1" indent="-114300" algn="l" defTabSz="533400">
                        <a:lnSpc>
                          <a:spcPct val="90000"/>
                        </a:lnSpc>
                        <a:spcBef>
                          <a:spcPct val="0"/>
                        </a:spcBef>
                        <a:spcAft>
                          <a:spcPts val="0"/>
                        </a:spcAft>
                        <a:buClr>
                          <a:schemeClr val="tx2"/>
                        </a:buClr>
                        <a:buChar char="•"/>
                      </a:pPr>
                      <a:r>
                        <a:rPr lang="fr-FR" sz="1000" kern="1200" dirty="0">
                          <a:solidFill>
                            <a:srgbClr val="000000"/>
                          </a:solidFill>
                          <a:latin typeface="+mn-lt"/>
                          <a:ea typeface="+mn-ea"/>
                          <a:cs typeface="+mn-cs"/>
                        </a:rPr>
                        <a:t>Support à l'équipe produit (data, DSI et métier) sur les aspects de gouvernance, gestion de risque, métiers (ex. processus, RACI…) et technique (ex. infrastructure à mettre en place) pour les </a:t>
                      </a:r>
                      <a:r>
                        <a:rPr lang="fr-FR" sz="1000" kern="1200" dirty="0" err="1">
                          <a:solidFill>
                            <a:srgbClr val="000000"/>
                          </a:solidFill>
                          <a:latin typeface="+mn-lt"/>
                          <a:ea typeface="+mn-ea"/>
                          <a:cs typeface="+mn-cs"/>
                        </a:rPr>
                        <a:t>usecases</a:t>
                      </a:r>
                      <a:r>
                        <a:rPr lang="fr-FR" sz="1000" kern="1200" dirty="0">
                          <a:solidFill>
                            <a:srgbClr val="000000"/>
                          </a:solidFill>
                          <a:latin typeface="+mn-lt"/>
                          <a:ea typeface="+mn-ea"/>
                          <a:cs typeface="+mn-cs"/>
                        </a:rPr>
                        <a:t> retenus</a:t>
                      </a:r>
                    </a:p>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Animation des instances de gouvernance, de la communication et de la conduite du changement </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Production des supports d'animation des instances de gouvernance (COPIL, COMOP, ateliers de travail, compte-rendu)</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du plan de communication et des éléments de conduite du changement à mettre en place (ex. supports de formation)</a:t>
                      </a: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7" name="Image 6" descr="Une image contenant dessin&#10;&#10;Description générée automatiquement">
            <a:extLst>
              <a:ext uri="{FF2B5EF4-FFF2-40B4-BE49-F238E27FC236}">
                <a16:creationId xmlns:a16="http://schemas.microsoft.com/office/drawing/2014/main" id="{969BE04B-6264-4139-DFE1-291CECA851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031" y="3115353"/>
            <a:ext cx="1312111" cy="479858"/>
          </a:xfrm>
          <a:prstGeom prst="rect">
            <a:avLst/>
          </a:prstGeom>
        </p:spPr>
      </p:pic>
    </p:spTree>
    <p:extLst>
      <p:ext uri="{BB962C8B-B14F-4D97-AF65-F5344CB8AC3E}">
        <p14:creationId xmlns:p14="http://schemas.microsoft.com/office/powerpoint/2010/main" val="31243639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03_ACI partners">
  <a:themeElements>
    <a:clrScheme name="Personnalisé 5">
      <a:dk1>
        <a:srgbClr val="000000"/>
      </a:dk1>
      <a:lt1>
        <a:srgbClr val="FFFFFF"/>
      </a:lt1>
      <a:dk2>
        <a:srgbClr val="313F4F"/>
      </a:dk2>
      <a:lt2>
        <a:srgbClr val="F2F2F2"/>
      </a:lt2>
      <a:accent1>
        <a:srgbClr val="313F4F"/>
      </a:accent1>
      <a:accent2>
        <a:srgbClr val="425468"/>
      </a:accent2>
      <a:accent3>
        <a:srgbClr val="8295AE"/>
      </a:accent3>
      <a:accent4>
        <a:srgbClr val="678BA9"/>
      </a:accent4>
      <a:accent5>
        <a:srgbClr val="FA803D"/>
      </a:accent5>
      <a:accent6>
        <a:srgbClr val="FAEB37"/>
      </a:accent6>
      <a:hlink>
        <a:srgbClr val="8297B0"/>
      </a:hlink>
      <a:folHlink>
        <a:srgbClr val="678B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 03_ACI partners" id="{C2E85A24-EC8A-44BD-934F-B55D994E1818}" vid="{048C62D8-7484-4431-9444-855DECC00AE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B2C9DB-0A57-4B63-9B2F-1F2577DE39DB}">
  <ds:schemaRefs>
    <ds:schemaRef ds:uri="4f6f44f4-5674-4c2b-bc40-55542a1e461f"/>
    <ds:schemaRef ds:uri="93f4ea96-aa74-42f7-9ee2-d0081040e0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B1F30CA-C005-4EBD-967E-0655EA31C163}"/>
</file>

<file path=customXml/itemProps3.xml><?xml version="1.0" encoding="utf-8"?>
<ds:datastoreItem xmlns:ds="http://schemas.openxmlformats.org/officeDocument/2006/customXml" ds:itemID="{1783928A-16BB-46DD-99FA-B3F8B6A54A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2624</Words>
  <Application>Microsoft Office PowerPoint</Application>
  <PresentationFormat>Grand écran</PresentationFormat>
  <Paragraphs>257</Paragraphs>
  <Slides>14</Slides>
  <Notes>1</Notes>
  <HiddenSlides>0</HiddenSlides>
  <MMClips>0</MMClips>
  <ScaleCrop>false</ScaleCrop>
  <HeadingPairs>
    <vt:vector size="8" baseType="variant">
      <vt:variant>
        <vt:lpstr>Polices utilisées</vt:lpstr>
      </vt:variant>
      <vt:variant>
        <vt:i4>4</vt:i4>
      </vt:variant>
      <vt:variant>
        <vt:lpstr>Thème</vt:lpstr>
      </vt:variant>
      <vt:variant>
        <vt:i4>1</vt:i4>
      </vt:variant>
      <vt:variant>
        <vt:lpstr>Serveurs OLE incorporés</vt:lpstr>
      </vt:variant>
      <vt:variant>
        <vt:i4>1</vt:i4>
      </vt:variant>
      <vt:variant>
        <vt:lpstr>Titres des diapositives</vt:lpstr>
      </vt:variant>
      <vt:variant>
        <vt:i4>14</vt:i4>
      </vt:variant>
    </vt:vector>
  </HeadingPairs>
  <TitlesOfParts>
    <vt:vector size="20" baseType="lpstr">
      <vt:lpstr>Arial</vt:lpstr>
      <vt:lpstr>Calibri</vt:lpstr>
      <vt:lpstr>Raleway</vt:lpstr>
      <vt:lpstr>ui-sans-serif</vt:lpstr>
      <vt:lpstr>2023 03_ACI partners</vt:lpstr>
      <vt:lpstr>Diapositive think-cell</vt:lpstr>
      <vt:lpstr>Extrait de nos références 1</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Collective Intelligence</dc:title>
  <dc:creator>Adrien Pina</dc:creator>
  <cp:lastModifiedBy>Héni BEN MRAD</cp:lastModifiedBy>
  <cp:revision>22</cp:revision>
  <dcterms:created xsi:type="dcterms:W3CDTF">2023-09-06T09:59:04Z</dcterms:created>
  <dcterms:modified xsi:type="dcterms:W3CDTF">2024-05-28T15:36:43Z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y fmtid="{D5CDD505-2E9C-101B-9397-08002B2CF9AE}" pid="4" name="Order">
    <vt:r8>1598800</vt:r8>
  </property>
  <property fmtid="{D5CDD505-2E9C-101B-9397-08002B2CF9AE}" pid="5" name="xd_Signature">
    <vt:bool>false</vt:bool>
  </property>
  <property fmtid="{D5CDD505-2E9C-101B-9397-08002B2CF9AE}" pid="6" name="SharedWithUsers">
    <vt:lpwstr>1456;#Diana-Alexandra Stan;#1333;#Laurent Wlodarczyk;#16;#Vincent Falgéras;#1359;#Catalin Irimia;#53;#Moïse Gueye;#12;#Adrien Pina;#32;#Damien Maniere</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