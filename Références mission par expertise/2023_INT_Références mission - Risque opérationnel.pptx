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heme/theme2.xml" ContentType="application/vnd.openxmlformats-officedocument.theme+xml"/>
  <Override PartName="/ppt/tags/tag20.xml" ContentType="application/vnd.openxmlformats-officedocument.presentationml.tags+xml"/>
  <Override PartName="/ppt/notesSlides/notesSlide1.xml" ContentType="application/vnd.openxmlformats-officedocument.presentationml.notesSlide+xml"/>
  <Override PartName="/ppt/tags/tag21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7"/>
  </p:notesMasterIdLst>
  <p:sldIdLst>
    <p:sldId id="2147378323" r:id="rId5"/>
    <p:sldId id="2147378326" r:id="rId6"/>
  </p:sldIdLst>
  <p:sldSz cx="12192000" cy="6858000"/>
  <p:notesSz cx="6858000" cy="9144000"/>
  <p:custDataLst>
    <p:tags r:id="rId8"/>
  </p:custData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Références courtes" id="{FA5D18A6-A89E-4126-A8CF-BB317364FD49}">
          <p14:sldIdLst>
            <p14:sldId id="2147378323"/>
            <p14:sldId id="214737832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EC9D42-81F6-4B8B-8873-0A2EE6B0A388}" v="12" dt="2024-05-21T09:42:10.1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0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éni BEN MRAD" userId="29e18123-af16-4e2b-8963-6a004e026def" providerId="ADAL" clId="{78E63A4E-AD4F-490C-8E4A-EEC435BAB616}"/>
    <pc:docChg chg="undo custSel addSld delSld modSld sldOrd modSection">
      <pc:chgData name="Héni BEN MRAD" userId="29e18123-af16-4e2b-8963-6a004e026def" providerId="ADAL" clId="{78E63A4E-AD4F-490C-8E4A-EEC435BAB616}" dt="2024-05-16T07:28:05.329" v="34"/>
      <pc:docMkLst>
        <pc:docMk/>
      </pc:docMkLst>
      <pc:sldChg chg="modSp mod">
        <pc:chgData name="Héni BEN MRAD" userId="29e18123-af16-4e2b-8963-6a004e026def" providerId="ADAL" clId="{78E63A4E-AD4F-490C-8E4A-EEC435BAB616}" dt="2024-05-15T08:31:24.252" v="1" actId="1076"/>
        <pc:sldMkLst>
          <pc:docMk/>
          <pc:sldMk cId="17159160" sldId="2147378656"/>
        </pc:sldMkLst>
        <pc:graphicFrameChg chg="mod">
          <ac:chgData name="Héni BEN MRAD" userId="29e18123-af16-4e2b-8963-6a004e026def" providerId="ADAL" clId="{78E63A4E-AD4F-490C-8E4A-EEC435BAB616}" dt="2024-05-15T08:31:24.252" v="1" actId="1076"/>
          <ac:graphicFrameMkLst>
            <pc:docMk/>
            <pc:sldMk cId="17159160" sldId="2147378656"/>
            <ac:graphicFrameMk id="5" creationId="{CA659D41-EFBE-2DB8-2EF8-27CF870D460D}"/>
          </ac:graphicFrameMkLst>
        </pc:graphicFrameChg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3229247021" sldId="2147378662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3596813283" sldId="2147378663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236498837" sldId="2147378664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2553861569" sldId="2147378665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578661884" sldId="2147378668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405728382" sldId="2147378669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443201548" sldId="2147378670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3785727531" sldId="2147378672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560049709" sldId="2147378673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3600413362" sldId="2147378674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4230165508" sldId="2147378676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53351736" sldId="2147378678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3481359237" sldId="2147378679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3151729791" sldId="2147378681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2425987383" sldId="2147378683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2868947623" sldId="2147378684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3882209703" sldId="2147378686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3955142616" sldId="2147378687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3199446170" sldId="2147378689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3121991331" sldId="2147378690"/>
        </pc:sldMkLst>
      </pc:sldChg>
      <pc:sldChg chg="add del">
        <pc:chgData name="Héni BEN MRAD" userId="29e18123-af16-4e2b-8963-6a004e026def" providerId="ADAL" clId="{78E63A4E-AD4F-490C-8E4A-EEC435BAB616}" dt="2024-05-16T07:11:47.685" v="31"/>
        <pc:sldMkLst>
          <pc:docMk/>
          <pc:sldMk cId="92800247" sldId="2147378691"/>
        </pc:sldMkLst>
      </pc:sldChg>
      <pc:sldChg chg="add del">
        <pc:chgData name="Héni BEN MRAD" userId="29e18123-af16-4e2b-8963-6a004e026def" providerId="ADAL" clId="{78E63A4E-AD4F-490C-8E4A-EEC435BAB616}" dt="2024-05-16T07:10:15.912" v="8" actId="47"/>
        <pc:sldMkLst>
          <pc:docMk/>
          <pc:sldMk cId="484516163" sldId="2147378691"/>
        </pc:sldMkLst>
      </pc:sldChg>
      <pc:sldChg chg="add del">
        <pc:chgData name="Héni BEN MRAD" userId="29e18123-af16-4e2b-8963-6a004e026def" providerId="ADAL" clId="{78E63A4E-AD4F-490C-8E4A-EEC435BAB616}" dt="2024-05-16T07:11:47.685" v="31"/>
        <pc:sldMkLst>
          <pc:docMk/>
          <pc:sldMk cId="3327284772" sldId="2147378692"/>
        </pc:sldMkLst>
      </pc:sldChg>
      <pc:sldChg chg="add del">
        <pc:chgData name="Héni BEN MRAD" userId="29e18123-af16-4e2b-8963-6a004e026def" providerId="ADAL" clId="{78E63A4E-AD4F-490C-8E4A-EEC435BAB616}" dt="2024-05-16T07:10:17.555" v="9" actId="47"/>
        <pc:sldMkLst>
          <pc:docMk/>
          <pc:sldMk cId="3785935496" sldId="2147378692"/>
        </pc:sldMkLst>
      </pc:sldChg>
      <pc:sldChg chg="add del">
        <pc:chgData name="Héni BEN MRAD" userId="29e18123-af16-4e2b-8963-6a004e026def" providerId="ADAL" clId="{78E63A4E-AD4F-490C-8E4A-EEC435BAB616}" dt="2024-05-16T07:10:18.352" v="10" actId="47"/>
        <pc:sldMkLst>
          <pc:docMk/>
          <pc:sldMk cId="269473791" sldId="2147378693"/>
        </pc:sldMkLst>
      </pc:sldChg>
      <pc:sldChg chg="add del">
        <pc:chgData name="Héni BEN MRAD" userId="29e18123-af16-4e2b-8963-6a004e026def" providerId="ADAL" clId="{78E63A4E-AD4F-490C-8E4A-EEC435BAB616}" dt="2024-05-16T07:11:47.685" v="31"/>
        <pc:sldMkLst>
          <pc:docMk/>
          <pc:sldMk cId="456009956" sldId="2147378694"/>
        </pc:sldMkLst>
      </pc:sldChg>
      <pc:sldChg chg="add del">
        <pc:chgData name="Héni BEN MRAD" userId="29e18123-af16-4e2b-8963-6a004e026def" providerId="ADAL" clId="{78E63A4E-AD4F-490C-8E4A-EEC435BAB616}" dt="2024-05-16T07:10:19.166" v="11" actId="47"/>
        <pc:sldMkLst>
          <pc:docMk/>
          <pc:sldMk cId="1313836966" sldId="2147378694"/>
        </pc:sldMkLst>
      </pc:sldChg>
      <pc:sldChg chg="add del">
        <pc:chgData name="Héni BEN MRAD" userId="29e18123-af16-4e2b-8963-6a004e026def" providerId="ADAL" clId="{78E63A4E-AD4F-490C-8E4A-EEC435BAB616}" dt="2024-05-16T07:10:19.998" v="12" actId="47"/>
        <pc:sldMkLst>
          <pc:docMk/>
          <pc:sldMk cId="3333659444" sldId="2147378695"/>
        </pc:sldMkLst>
      </pc:sldChg>
      <pc:sldChg chg="add del">
        <pc:chgData name="Héni BEN MRAD" userId="29e18123-af16-4e2b-8963-6a004e026def" providerId="ADAL" clId="{78E63A4E-AD4F-490C-8E4A-EEC435BAB616}" dt="2024-05-16T07:10:20.664" v="13" actId="47"/>
        <pc:sldMkLst>
          <pc:docMk/>
          <pc:sldMk cId="1725248626" sldId="2147378696"/>
        </pc:sldMkLst>
      </pc:sldChg>
      <pc:sldChg chg="add del">
        <pc:chgData name="Héni BEN MRAD" userId="29e18123-af16-4e2b-8963-6a004e026def" providerId="ADAL" clId="{78E63A4E-AD4F-490C-8E4A-EEC435BAB616}" dt="2024-05-16T07:11:47.685" v="31"/>
        <pc:sldMkLst>
          <pc:docMk/>
          <pc:sldMk cId="2645575117" sldId="2147378696"/>
        </pc:sldMkLst>
      </pc:sldChg>
      <pc:sldChg chg="add del">
        <pc:chgData name="Héni BEN MRAD" userId="29e18123-af16-4e2b-8963-6a004e026def" providerId="ADAL" clId="{78E63A4E-AD4F-490C-8E4A-EEC435BAB616}" dt="2024-05-16T07:10:21.493" v="14" actId="47"/>
        <pc:sldMkLst>
          <pc:docMk/>
          <pc:sldMk cId="2244888204" sldId="2147378697"/>
        </pc:sldMkLst>
      </pc:sldChg>
      <pc:sldChg chg="add del">
        <pc:chgData name="Héni BEN MRAD" userId="29e18123-af16-4e2b-8963-6a004e026def" providerId="ADAL" clId="{78E63A4E-AD4F-490C-8E4A-EEC435BAB616}" dt="2024-05-16T07:10:22.179" v="15" actId="47"/>
        <pc:sldMkLst>
          <pc:docMk/>
          <pc:sldMk cId="149892603" sldId="2147378698"/>
        </pc:sldMkLst>
      </pc:sldChg>
      <pc:sldChg chg="add del">
        <pc:chgData name="Héni BEN MRAD" userId="29e18123-af16-4e2b-8963-6a004e026def" providerId="ADAL" clId="{78E63A4E-AD4F-490C-8E4A-EEC435BAB616}" dt="2024-05-16T07:11:47.685" v="31"/>
        <pc:sldMkLst>
          <pc:docMk/>
          <pc:sldMk cId="353131440" sldId="2147378698"/>
        </pc:sldMkLst>
      </pc:sldChg>
      <pc:sldChg chg="add del">
        <pc:chgData name="Héni BEN MRAD" userId="29e18123-af16-4e2b-8963-6a004e026def" providerId="ADAL" clId="{78E63A4E-AD4F-490C-8E4A-EEC435BAB616}" dt="2024-05-16T07:10:22.874" v="16" actId="47"/>
        <pc:sldMkLst>
          <pc:docMk/>
          <pc:sldMk cId="1058382084" sldId="2147378699"/>
        </pc:sldMkLst>
      </pc:sldChg>
      <pc:sldChg chg="add del">
        <pc:chgData name="Héni BEN MRAD" userId="29e18123-af16-4e2b-8963-6a004e026def" providerId="ADAL" clId="{78E63A4E-AD4F-490C-8E4A-EEC435BAB616}" dt="2024-05-16T07:10:23.492" v="17" actId="47"/>
        <pc:sldMkLst>
          <pc:docMk/>
          <pc:sldMk cId="1368798832" sldId="2147378700"/>
        </pc:sldMkLst>
      </pc:sldChg>
      <pc:sldChg chg="add del">
        <pc:chgData name="Héni BEN MRAD" userId="29e18123-af16-4e2b-8963-6a004e026def" providerId="ADAL" clId="{78E63A4E-AD4F-490C-8E4A-EEC435BAB616}" dt="2024-05-16T07:11:47.685" v="31"/>
        <pc:sldMkLst>
          <pc:docMk/>
          <pc:sldMk cId="2647934972" sldId="2147378700"/>
        </pc:sldMkLst>
      </pc:sldChg>
      <pc:sldChg chg="add del">
        <pc:chgData name="Héni BEN MRAD" userId="29e18123-af16-4e2b-8963-6a004e026def" providerId="ADAL" clId="{78E63A4E-AD4F-490C-8E4A-EEC435BAB616}" dt="2024-05-16T07:10:24.105" v="18" actId="47"/>
        <pc:sldMkLst>
          <pc:docMk/>
          <pc:sldMk cId="1216998310" sldId="2147378701"/>
        </pc:sldMkLst>
      </pc:sldChg>
      <pc:sldChg chg="add del">
        <pc:chgData name="Héni BEN MRAD" userId="29e18123-af16-4e2b-8963-6a004e026def" providerId="ADAL" clId="{78E63A4E-AD4F-490C-8E4A-EEC435BAB616}" dt="2024-05-16T07:11:47.685" v="31"/>
        <pc:sldMkLst>
          <pc:docMk/>
          <pc:sldMk cId="3436619141" sldId="2147378701"/>
        </pc:sldMkLst>
      </pc:sldChg>
      <pc:sldChg chg="add del">
        <pc:chgData name="Héni BEN MRAD" userId="29e18123-af16-4e2b-8963-6a004e026def" providerId="ADAL" clId="{78E63A4E-AD4F-490C-8E4A-EEC435BAB616}" dt="2024-05-16T07:10:24.817" v="19" actId="47"/>
        <pc:sldMkLst>
          <pc:docMk/>
          <pc:sldMk cId="92800247" sldId="2147378702"/>
        </pc:sldMkLst>
      </pc:sldChg>
      <pc:sldChg chg="add del">
        <pc:chgData name="Héni BEN MRAD" userId="29e18123-af16-4e2b-8963-6a004e026def" providerId="ADAL" clId="{78E63A4E-AD4F-490C-8E4A-EEC435BAB616}" dt="2024-05-16T07:11:47.685" v="31"/>
        <pc:sldMkLst>
          <pc:docMk/>
          <pc:sldMk cId="1453969738" sldId="2147378703"/>
        </pc:sldMkLst>
      </pc:sldChg>
      <pc:sldChg chg="add del">
        <pc:chgData name="Héni BEN MRAD" userId="29e18123-af16-4e2b-8963-6a004e026def" providerId="ADAL" clId="{78E63A4E-AD4F-490C-8E4A-EEC435BAB616}" dt="2024-05-16T07:10:25.399" v="20" actId="47"/>
        <pc:sldMkLst>
          <pc:docMk/>
          <pc:sldMk cId="3327284772" sldId="2147378703"/>
        </pc:sldMkLst>
      </pc:sldChg>
      <pc:sldChg chg="add del">
        <pc:chgData name="Héni BEN MRAD" userId="29e18123-af16-4e2b-8963-6a004e026def" providerId="ADAL" clId="{78E63A4E-AD4F-490C-8E4A-EEC435BAB616}" dt="2024-05-16T07:10:26.031" v="21" actId="47"/>
        <pc:sldMkLst>
          <pc:docMk/>
          <pc:sldMk cId="456009956" sldId="2147378704"/>
        </pc:sldMkLst>
      </pc:sldChg>
      <pc:sldChg chg="add del">
        <pc:chgData name="Héni BEN MRAD" userId="29e18123-af16-4e2b-8963-6a004e026def" providerId="ADAL" clId="{78E63A4E-AD4F-490C-8E4A-EEC435BAB616}" dt="2024-05-16T07:10:44.821" v="28"/>
        <pc:sldMkLst>
          <pc:docMk/>
          <pc:sldMk cId="395157167" sldId="2147378705"/>
        </pc:sldMkLst>
      </pc:sldChg>
      <pc:sldChg chg="add del">
        <pc:chgData name="Héni BEN MRAD" userId="29e18123-af16-4e2b-8963-6a004e026def" providerId="ADAL" clId="{78E63A4E-AD4F-490C-8E4A-EEC435BAB616}" dt="2024-05-16T07:11:03.057" v="30"/>
        <pc:sldMkLst>
          <pc:docMk/>
          <pc:sldMk cId="1981362468" sldId="2147378705"/>
        </pc:sldMkLst>
      </pc:sldChg>
      <pc:sldChg chg="add del">
        <pc:chgData name="Héni BEN MRAD" userId="29e18123-af16-4e2b-8963-6a004e026def" providerId="ADAL" clId="{78E63A4E-AD4F-490C-8E4A-EEC435BAB616}" dt="2024-05-16T07:10:26.660" v="22" actId="47"/>
        <pc:sldMkLst>
          <pc:docMk/>
          <pc:sldMk cId="2645575117" sldId="2147378705"/>
        </pc:sldMkLst>
      </pc:sldChg>
      <pc:sldChg chg="add del">
        <pc:chgData name="Héni BEN MRAD" userId="29e18123-af16-4e2b-8963-6a004e026def" providerId="ADAL" clId="{78E63A4E-AD4F-490C-8E4A-EEC435BAB616}" dt="2024-05-16T07:11:03.057" v="30"/>
        <pc:sldMkLst>
          <pc:docMk/>
          <pc:sldMk cId="66727073" sldId="2147378706"/>
        </pc:sldMkLst>
      </pc:sldChg>
      <pc:sldChg chg="add del">
        <pc:chgData name="Héni BEN MRAD" userId="29e18123-af16-4e2b-8963-6a004e026def" providerId="ADAL" clId="{78E63A4E-AD4F-490C-8E4A-EEC435BAB616}" dt="2024-05-16T07:10:27.279" v="23" actId="47"/>
        <pc:sldMkLst>
          <pc:docMk/>
          <pc:sldMk cId="353131440" sldId="2147378706"/>
        </pc:sldMkLst>
      </pc:sldChg>
      <pc:sldChg chg="add del">
        <pc:chgData name="Héni BEN MRAD" userId="29e18123-af16-4e2b-8963-6a004e026def" providerId="ADAL" clId="{78E63A4E-AD4F-490C-8E4A-EEC435BAB616}" dt="2024-05-16T07:10:44.821" v="28"/>
        <pc:sldMkLst>
          <pc:docMk/>
          <pc:sldMk cId="1186096818" sldId="2147378706"/>
        </pc:sldMkLst>
      </pc:sldChg>
      <pc:sldChg chg="add del">
        <pc:chgData name="Héni BEN MRAD" userId="29e18123-af16-4e2b-8963-6a004e026def" providerId="ADAL" clId="{78E63A4E-AD4F-490C-8E4A-EEC435BAB616}" dt="2024-05-16T07:10:28.168" v="24" actId="47"/>
        <pc:sldMkLst>
          <pc:docMk/>
          <pc:sldMk cId="2647934972" sldId="2147378707"/>
        </pc:sldMkLst>
      </pc:sldChg>
      <pc:sldChg chg="add del">
        <pc:chgData name="Héni BEN MRAD" userId="29e18123-af16-4e2b-8963-6a004e026def" providerId="ADAL" clId="{78E63A4E-AD4F-490C-8E4A-EEC435BAB616}" dt="2024-05-16T07:10:28.782" v="25" actId="47"/>
        <pc:sldMkLst>
          <pc:docMk/>
          <pc:sldMk cId="3436619141" sldId="2147378708"/>
        </pc:sldMkLst>
      </pc:sldChg>
      <pc:sldChg chg="add del">
        <pc:chgData name="Héni BEN MRAD" userId="29e18123-af16-4e2b-8963-6a004e026def" providerId="ADAL" clId="{78E63A4E-AD4F-490C-8E4A-EEC435BAB616}" dt="2024-05-16T07:10:31.211" v="26" actId="47"/>
        <pc:sldMkLst>
          <pc:docMk/>
          <pc:sldMk cId="1453969738" sldId="2147378709"/>
        </pc:sldMkLst>
      </pc:sldChg>
      <pc:sldChg chg="add del">
        <pc:chgData name="Héni BEN MRAD" userId="29e18123-af16-4e2b-8963-6a004e026def" providerId="ADAL" clId="{78E63A4E-AD4F-490C-8E4A-EEC435BAB616}" dt="2024-05-16T07:11:03.057" v="30"/>
        <pc:sldMkLst>
          <pc:docMk/>
          <pc:sldMk cId="3698827131" sldId="2147378709"/>
        </pc:sldMkLst>
      </pc:sldChg>
      <pc:sldChg chg="add del">
        <pc:chgData name="Héni BEN MRAD" userId="29e18123-af16-4e2b-8963-6a004e026def" providerId="ADAL" clId="{78E63A4E-AD4F-490C-8E4A-EEC435BAB616}" dt="2024-05-16T07:10:44.821" v="28"/>
        <pc:sldMkLst>
          <pc:docMk/>
          <pc:sldMk cId="4190672234" sldId="2147378709"/>
        </pc:sldMkLst>
      </pc:sldChg>
      <pc:sldChg chg="add">
        <pc:chgData name="Héni BEN MRAD" userId="29e18123-af16-4e2b-8963-6a004e026def" providerId="ADAL" clId="{78E63A4E-AD4F-490C-8E4A-EEC435BAB616}" dt="2024-05-16T07:08:27.713" v="7"/>
        <pc:sldMkLst>
          <pc:docMk/>
          <pc:sldMk cId="2823448428" sldId="2147378710"/>
        </pc:sldMkLst>
      </pc:sldChg>
      <pc:sldChg chg="add">
        <pc:chgData name="Héni BEN MRAD" userId="29e18123-af16-4e2b-8963-6a004e026def" providerId="ADAL" clId="{78E63A4E-AD4F-490C-8E4A-EEC435BAB616}" dt="2024-05-16T07:08:27.713" v="7"/>
        <pc:sldMkLst>
          <pc:docMk/>
          <pc:sldMk cId="4061900893" sldId="2147378711"/>
        </pc:sldMkLst>
      </pc:sldChg>
      <pc:sldChg chg="add">
        <pc:chgData name="Héni BEN MRAD" userId="29e18123-af16-4e2b-8963-6a004e026def" providerId="ADAL" clId="{78E63A4E-AD4F-490C-8E4A-EEC435BAB616}" dt="2024-05-16T07:08:27.713" v="7"/>
        <pc:sldMkLst>
          <pc:docMk/>
          <pc:sldMk cId="945530814" sldId="2147378712"/>
        </pc:sldMkLst>
      </pc:sldChg>
      <pc:sldChg chg="add">
        <pc:chgData name="Héni BEN MRAD" userId="29e18123-af16-4e2b-8963-6a004e026def" providerId="ADAL" clId="{78E63A4E-AD4F-490C-8E4A-EEC435BAB616}" dt="2024-05-16T07:08:27.713" v="7"/>
        <pc:sldMkLst>
          <pc:docMk/>
          <pc:sldMk cId="1793402826" sldId="2147378713"/>
        </pc:sldMkLst>
      </pc:sldChg>
      <pc:sldChg chg="add">
        <pc:chgData name="Héni BEN MRAD" userId="29e18123-af16-4e2b-8963-6a004e026def" providerId="ADAL" clId="{78E63A4E-AD4F-490C-8E4A-EEC435BAB616}" dt="2024-05-16T07:08:27.713" v="7"/>
        <pc:sldMkLst>
          <pc:docMk/>
          <pc:sldMk cId="3916433297" sldId="2147378714"/>
        </pc:sldMkLst>
      </pc:sldChg>
      <pc:sldChg chg="add">
        <pc:chgData name="Héni BEN MRAD" userId="29e18123-af16-4e2b-8963-6a004e026def" providerId="ADAL" clId="{78E63A4E-AD4F-490C-8E4A-EEC435BAB616}" dt="2024-05-16T07:08:27.713" v="7"/>
        <pc:sldMkLst>
          <pc:docMk/>
          <pc:sldMk cId="4007029331" sldId="2147378715"/>
        </pc:sldMkLst>
      </pc:sldChg>
      <pc:sldChg chg="add">
        <pc:chgData name="Héni BEN MRAD" userId="29e18123-af16-4e2b-8963-6a004e026def" providerId="ADAL" clId="{78E63A4E-AD4F-490C-8E4A-EEC435BAB616}" dt="2024-05-16T07:08:27.713" v="7"/>
        <pc:sldMkLst>
          <pc:docMk/>
          <pc:sldMk cId="1962818013" sldId="2147378717"/>
        </pc:sldMkLst>
      </pc:sldChg>
      <pc:sldChg chg="add">
        <pc:chgData name="Héni BEN MRAD" userId="29e18123-af16-4e2b-8963-6a004e026def" providerId="ADAL" clId="{78E63A4E-AD4F-490C-8E4A-EEC435BAB616}" dt="2024-05-16T07:08:27.713" v="7"/>
        <pc:sldMkLst>
          <pc:docMk/>
          <pc:sldMk cId="4280056239" sldId="2147378718"/>
        </pc:sldMkLst>
      </pc:sldChg>
      <pc:sldChg chg="add del">
        <pc:chgData name="Héni BEN MRAD" userId="29e18123-af16-4e2b-8963-6a004e026def" providerId="ADAL" clId="{78E63A4E-AD4F-490C-8E4A-EEC435BAB616}" dt="2024-05-16T07:28:01.308" v="33"/>
        <pc:sldMkLst>
          <pc:docMk/>
          <pc:sldMk cId="654307286" sldId="2147378719"/>
        </pc:sldMkLst>
      </pc:sldChg>
      <pc:sldChg chg="add del">
        <pc:chgData name="Héni BEN MRAD" userId="29e18123-af16-4e2b-8963-6a004e026def" providerId="ADAL" clId="{78E63A4E-AD4F-490C-8E4A-EEC435BAB616}" dt="2024-05-16T07:11:03.057" v="30"/>
        <pc:sldMkLst>
          <pc:docMk/>
          <pc:sldMk cId="1308491393" sldId="2147378719"/>
        </pc:sldMkLst>
      </pc:sldChg>
      <pc:sldChg chg="add del">
        <pc:chgData name="Héni BEN MRAD" userId="29e18123-af16-4e2b-8963-6a004e026def" providerId="ADAL" clId="{78E63A4E-AD4F-490C-8E4A-EEC435BAB616}" dt="2024-05-16T07:10:44.821" v="28"/>
        <pc:sldMkLst>
          <pc:docMk/>
          <pc:sldMk cId="3706009947" sldId="2147378719"/>
        </pc:sldMkLst>
      </pc:sldChg>
      <pc:sldChg chg="add">
        <pc:chgData name="Héni BEN MRAD" userId="29e18123-af16-4e2b-8963-6a004e026def" providerId="ADAL" clId="{78E63A4E-AD4F-490C-8E4A-EEC435BAB616}" dt="2024-05-16T07:28:05.329" v="34"/>
        <pc:sldMkLst>
          <pc:docMk/>
          <pc:sldMk cId="3919194427" sldId="2147378719"/>
        </pc:sldMkLst>
      </pc:sldChg>
      <pc:sldChg chg="add del">
        <pc:chgData name="Héni BEN MRAD" userId="29e18123-af16-4e2b-8963-6a004e026def" providerId="ADAL" clId="{78E63A4E-AD4F-490C-8E4A-EEC435BAB616}" dt="2024-05-16T07:11:03.057" v="30"/>
        <pc:sldMkLst>
          <pc:docMk/>
          <pc:sldMk cId="471410912" sldId="2147378720"/>
        </pc:sldMkLst>
      </pc:sldChg>
      <pc:sldChg chg="add del">
        <pc:chgData name="Héni BEN MRAD" userId="29e18123-af16-4e2b-8963-6a004e026def" providerId="ADAL" clId="{78E63A4E-AD4F-490C-8E4A-EEC435BAB616}" dt="2024-05-16T07:10:44.821" v="28"/>
        <pc:sldMkLst>
          <pc:docMk/>
          <pc:sldMk cId="2275036908" sldId="2147378720"/>
        </pc:sldMkLst>
      </pc:sldChg>
      <pc:sldChg chg="add del">
        <pc:chgData name="Héni BEN MRAD" userId="29e18123-af16-4e2b-8963-6a004e026def" providerId="ADAL" clId="{78E63A4E-AD4F-490C-8E4A-EEC435BAB616}" dt="2024-05-16T07:10:44.821" v="28"/>
        <pc:sldMkLst>
          <pc:docMk/>
          <pc:sldMk cId="2231977721" sldId="2147378721"/>
        </pc:sldMkLst>
      </pc:sldChg>
      <pc:sldChg chg="add del">
        <pc:chgData name="Héni BEN MRAD" userId="29e18123-af16-4e2b-8963-6a004e026def" providerId="ADAL" clId="{78E63A4E-AD4F-490C-8E4A-EEC435BAB616}" dt="2024-05-16T07:11:03.057" v="30"/>
        <pc:sldMkLst>
          <pc:docMk/>
          <pc:sldMk cId="3380514243" sldId="2147378721"/>
        </pc:sldMkLst>
      </pc:sldChg>
      <pc:sldChg chg="add del">
        <pc:chgData name="Héni BEN MRAD" userId="29e18123-af16-4e2b-8963-6a004e026def" providerId="ADAL" clId="{78E63A4E-AD4F-490C-8E4A-EEC435BAB616}" dt="2024-05-16T07:10:44.821" v="28"/>
        <pc:sldMkLst>
          <pc:docMk/>
          <pc:sldMk cId="27814840" sldId="2147378722"/>
        </pc:sldMkLst>
      </pc:sldChg>
      <pc:sldChg chg="add del">
        <pc:chgData name="Héni BEN MRAD" userId="29e18123-af16-4e2b-8963-6a004e026def" providerId="ADAL" clId="{78E63A4E-AD4F-490C-8E4A-EEC435BAB616}" dt="2024-05-16T07:11:03.057" v="30"/>
        <pc:sldMkLst>
          <pc:docMk/>
          <pc:sldMk cId="3308938016" sldId="2147378722"/>
        </pc:sldMkLst>
      </pc:sldChg>
      <pc:sldChg chg="add del">
        <pc:chgData name="Héni BEN MRAD" userId="29e18123-af16-4e2b-8963-6a004e026def" providerId="ADAL" clId="{78E63A4E-AD4F-490C-8E4A-EEC435BAB616}" dt="2024-05-16T07:10:44.821" v="28"/>
        <pc:sldMkLst>
          <pc:docMk/>
          <pc:sldMk cId="1063390252" sldId="2147378723"/>
        </pc:sldMkLst>
      </pc:sldChg>
      <pc:sldChg chg="add del">
        <pc:chgData name="Héni BEN MRAD" userId="29e18123-af16-4e2b-8963-6a004e026def" providerId="ADAL" clId="{78E63A4E-AD4F-490C-8E4A-EEC435BAB616}" dt="2024-05-16T07:11:03.057" v="30"/>
        <pc:sldMkLst>
          <pc:docMk/>
          <pc:sldMk cId="4282623194" sldId="2147378723"/>
        </pc:sldMkLst>
      </pc:sldChg>
    </pc:docChg>
  </pc:docChgLst>
  <pc:docChgLst>
    <pc:chgData name="Diana-Alexandra Stan" userId="2b14850f-a8de-4b8f-a1ca-aac948f0bd80" providerId="ADAL" clId="{ABEC9D42-81F6-4B8B-8873-0A2EE6B0A388}"/>
    <pc:docChg chg="undo custSel addSld delSld modSld sldOrd addSection delSection modSection">
      <pc:chgData name="Diana-Alexandra Stan" userId="2b14850f-a8de-4b8f-a1ca-aac948f0bd80" providerId="ADAL" clId="{ABEC9D42-81F6-4B8B-8873-0A2EE6B0A388}" dt="2024-05-21T09:42:10.192" v="97" actId="113"/>
      <pc:docMkLst>
        <pc:docMk/>
      </pc:docMkLst>
      <pc:sldChg chg="modSp mod">
        <pc:chgData name="Diana-Alexandra Stan" userId="2b14850f-a8de-4b8f-a1ca-aac948f0bd80" providerId="ADAL" clId="{ABEC9D42-81F6-4B8B-8873-0A2EE6B0A388}" dt="2024-05-14T09:13:08.592" v="1" actId="14734"/>
        <pc:sldMkLst>
          <pc:docMk/>
          <pc:sldMk cId="4278805120" sldId="2147378330"/>
        </pc:sldMkLst>
        <pc:graphicFrameChg chg="modGraphic">
          <ac:chgData name="Diana-Alexandra Stan" userId="2b14850f-a8de-4b8f-a1ca-aac948f0bd80" providerId="ADAL" clId="{ABEC9D42-81F6-4B8B-8873-0A2EE6B0A388}" dt="2024-05-14T09:13:08.592" v="1" actId="14734"/>
          <ac:graphicFrameMkLst>
            <pc:docMk/>
            <pc:sldMk cId="4278805120" sldId="2147378330"/>
            <ac:graphicFrameMk id="12" creationId="{522A63A6-A142-41B5-93A1-EBB1D8DC7CFD}"/>
          </ac:graphicFrameMkLst>
        </pc:graphicFrameChg>
      </pc:sldChg>
      <pc:sldChg chg="delSp modSp add mod">
        <pc:chgData name="Diana-Alexandra Stan" userId="2b14850f-a8de-4b8f-a1ca-aac948f0bd80" providerId="ADAL" clId="{ABEC9D42-81F6-4B8B-8873-0A2EE6B0A388}" dt="2024-05-15T14:06:40.677" v="61" actId="20577"/>
        <pc:sldMkLst>
          <pc:docMk/>
          <pc:sldMk cId="464417022" sldId="2147378467"/>
        </pc:sldMkLst>
        <pc:spChg chg="mod">
          <ac:chgData name="Diana-Alexandra Stan" userId="2b14850f-a8de-4b8f-a1ca-aac948f0bd80" providerId="ADAL" clId="{ABEC9D42-81F6-4B8B-8873-0A2EE6B0A388}" dt="2024-05-15T14:06:40.677" v="61" actId="20577"/>
          <ac:spMkLst>
            <pc:docMk/>
            <pc:sldMk cId="464417022" sldId="2147378467"/>
            <ac:spMk id="2" creationId="{4125BCEF-AEAA-A399-A48F-ED2906997D53}"/>
          </ac:spMkLst>
        </pc:spChg>
        <pc:spChg chg="del">
          <ac:chgData name="Diana-Alexandra Stan" userId="2b14850f-a8de-4b8f-a1ca-aac948f0bd80" providerId="ADAL" clId="{ABEC9D42-81F6-4B8B-8873-0A2EE6B0A388}" dt="2024-05-15T14:05:52.958" v="46" actId="478"/>
          <ac:spMkLst>
            <pc:docMk/>
            <pc:sldMk cId="464417022" sldId="2147378467"/>
            <ac:spMk id="10" creationId="{7C44B65F-9A01-07F7-C4B2-82AE105E2AA3}"/>
          </ac:spMkLst>
        </pc:spChg>
        <pc:picChg chg="del">
          <ac:chgData name="Diana-Alexandra Stan" userId="2b14850f-a8de-4b8f-a1ca-aac948f0bd80" providerId="ADAL" clId="{ABEC9D42-81F6-4B8B-8873-0A2EE6B0A388}" dt="2024-05-15T14:05:53.871" v="47" actId="478"/>
          <ac:picMkLst>
            <pc:docMk/>
            <pc:sldMk cId="464417022" sldId="2147378467"/>
            <ac:picMk id="11" creationId="{8B9EE739-37DD-4253-A764-60D4B439E679}"/>
          </ac:picMkLst>
        </pc:picChg>
      </pc:sldChg>
      <pc:sldChg chg="delSp modSp add mod">
        <pc:chgData name="Diana-Alexandra Stan" userId="2b14850f-a8de-4b8f-a1ca-aac948f0bd80" providerId="ADAL" clId="{ABEC9D42-81F6-4B8B-8873-0A2EE6B0A388}" dt="2024-05-15T14:07:36.775" v="78" actId="20577"/>
        <pc:sldMkLst>
          <pc:docMk/>
          <pc:sldMk cId="3457511368" sldId="2147378469"/>
        </pc:sldMkLst>
        <pc:spChg chg="mod">
          <ac:chgData name="Diana-Alexandra Stan" userId="2b14850f-a8de-4b8f-a1ca-aac948f0bd80" providerId="ADAL" clId="{ABEC9D42-81F6-4B8B-8873-0A2EE6B0A388}" dt="2024-05-15T14:07:36.775" v="78" actId="20577"/>
          <ac:spMkLst>
            <pc:docMk/>
            <pc:sldMk cId="3457511368" sldId="2147378469"/>
            <ac:spMk id="2" creationId="{4125BCEF-AEAA-A399-A48F-ED2906997D53}"/>
          </ac:spMkLst>
        </pc:spChg>
        <pc:spChg chg="del">
          <ac:chgData name="Diana-Alexandra Stan" userId="2b14850f-a8de-4b8f-a1ca-aac948f0bd80" providerId="ADAL" clId="{ABEC9D42-81F6-4B8B-8873-0A2EE6B0A388}" dt="2024-05-15T14:07:31.935" v="74" actId="478"/>
          <ac:spMkLst>
            <pc:docMk/>
            <pc:sldMk cId="3457511368" sldId="2147378469"/>
            <ac:spMk id="10" creationId="{7C44B65F-9A01-07F7-C4B2-82AE105E2AA3}"/>
          </ac:spMkLst>
        </pc:spChg>
        <pc:picChg chg="del">
          <ac:chgData name="Diana-Alexandra Stan" userId="2b14850f-a8de-4b8f-a1ca-aac948f0bd80" providerId="ADAL" clId="{ABEC9D42-81F6-4B8B-8873-0A2EE6B0A388}" dt="2024-05-15T14:07:32.772" v="75" actId="478"/>
          <ac:picMkLst>
            <pc:docMk/>
            <pc:sldMk cId="3457511368" sldId="2147378469"/>
            <ac:picMk id="11" creationId="{8B9EE739-37DD-4253-A764-60D4B439E679}"/>
          </ac:picMkLst>
        </pc:picChg>
      </pc:sldChg>
      <pc:sldChg chg="delSp modSp add mod">
        <pc:chgData name="Diana-Alexandra Stan" userId="2b14850f-a8de-4b8f-a1ca-aac948f0bd80" providerId="ADAL" clId="{ABEC9D42-81F6-4B8B-8873-0A2EE6B0A388}" dt="2024-05-15T14:06:45.780" v="70" actId="20577"/>
        <pc:sldMkLst>
          <pc:docMk/>
          <pc:sldMk cId="4110961314" sldId="2147378470"/>
        </pc:sldMkLst>
        <pc:spChg chg="mod">
          <ac:chgData name="Diana-Alexandra Stan" userId="2b14850f-a8de-4b8f-a1ca-aac948f0bd80" providerId="ADAL" clId="{ABEC9D42-81F6-4B8B-8873-0A2EE6B0A388}" dt="2024-05-15T14:06:45.780" v="70" actId="20577"/>
          <ac:spMkLst>
            <pc:docMk/>
            <pc:sldMk cId="4110961314" sldId="2147378470"/>
            <ac:spMk id="2" creationId="{4125BCEF-AEAA-A399-A48F-ED2906997D53}"/>
          </ac:spMkLst>
        </pc:spChg>
        <pc:spChg chg="del">
          <ac:chgData name="Diana-Alexandra Stan" userId="2b14850f-a8de-4b8f-a1ca-aac948f0bd80" providerId="ADAL" clId="{ABEC9D42-81F6-4B8B-8873-0A2EE6B0A388}" dt="2024-05-15T14:06:27.322" v="51" actId="478"/>
          <ac:spMkLst>
            <pc:docMk/>
            <pc:sldMk cId="4110961314" sldId="2147378470"/>
            <ac:spMk id="10" creationId="{7C44B65F-9A01-07F7-C4B2-82AE105E2AA3}"/>
          </ac:spMkLst>
        </pc:spChg>
        <pc:picChg chg="del">
          <ac:chgData name="Diana-Alexandra Stan" userId="2b14850f-a8de-4b8f-a1ca-aac948f0bd80" providerId="ADAL" clId="{ABEC9D42-81F6-4B8B-8873-0A2EE6B0A388}" dt="2024-05-15T14:06:27.966" v="52" actId="478"/>
          <ac:picMkLst>
            <pc:docMk/>
            <pc:sldMk cId="4110961314" sldId="2147378470"/>
            <ac:picMk id="11" creationId="{8B9EE739-37DD-4253-A764-60D4B439E679}"/>
          </ac:picMkLst>
        </pc:picChg>
      </pc:sldChg>
      <pc:sldChg chg="delSp add mod">
        <pc:chgData name="Diana-Alexandra Stan" userId="2b14850f-a8de-4b8f-a1ca-aac948f0bd80" providerId="ADAL" clId="{ABEC9D42-81F6-4B8B-8873-0A2EE6B0A388}" dt="2024-05-15T14:04:25.593" v="40" actId="478"/>
        <pc:sldMkLst>
          <pc:docMk/>
          <pc:sldMk cId="560854086" sldId="2147378476"/>
        </pc:sldMkLst>
        <pc:spChg chg="del">
          <ac:chgData name="Diana-Alexandra Stan" userId="2b14850f-a8de-4b8f-a1ca-aac948f0bd80" providerId="ADAL" clId="{ABEC9D42-81F6-4B8B-8873-0A2EE6B0A388}" dt="2024-05-15T14:04:24.824" v="39" actId="478"/>
          <ac:spMkLst>
            <pc:docMk/>
            <pc:sldMk cId="560854086" sldId="2147378476"/>
            <ac:spMk id="10" creationId="{DA2D3ECC-B7CB-6653-33E1-75A3DA970898}"/>
          </ac:spMkLst>
        </pc:spChg>
        <pc:picChg chg="del">
          <ac:chgData name="Diana-Alexandra Stan" userId="2b14850f-a8de-4b8f-a1ca-aac948f0bd80" providerId="ADAL" clId="{ABEC9D42-81F6-4B8B-8873-0A2EE6B0A388}" dt="2024-05-15T14:04:25.593" v="40" actId="478"/>
          <ac:picMkLst>
            <pc:docMk/>
            <pc:sldMk cId="560854086" sldId="2147378476"/>
            <ac:picMk id="11" creationId="{FEC01301-0507-0121-FCF1-58EC421A36B4}"/>
          </ac:picMkLst>
        </pc:picChg>
      </pc:sldChg>
      <pc:sldChg chg="delSp mod">
        <pc:chgData name="Diana-Alexandra Stan" userId="2b14850f-a8de-4b8f-a1ca-aac948f0bd80" providerId="ADAL" clId="{ABEC9D42-81F6-4B8B-8873-0A2EE6B0A388}" dt="2024-05-15T13:58:01.188" v="35" actId="478"/>
        <pc:sldMkLst>
          <pc:docMk/>
          <pc:sldMk cId="840874942" sldId="2147378477"/>
        </pc:sldMkLst>
        <pc:spChg chg="del">
          <ac:chgData name="Diana-Alexandra Stan" userId="2b14850f-a8de-4b8f-a1ca-aac948f0bd80" providerId="ADAL" clId="{ABEC9D42-81F6-4B8B-8873-0A2EE6B0A388}" dt="2024-05-15T13:58:00.254" v="34" actId="478"/>
          <ac:spMkLst>
            <pc:docMk/>
            <pc:sldMk cId="840874942" sldId="2147378477"/>
            <ac:spMk id="10" creationId="{DA2D3ECC-B7CB-6653-33E1-75A3DA970898}"/>
          </ac:spMkLst>
        </pc:spChg>
        <pc:picChg chg="del">
          <ac:chgData name="Diana-Alexandra Stan" userId="2b14850f-a8de-4b8f-a1ca-aac948f0bd80" providerId="ADAL" clId="{ABEC9D42-81F6-4B8B-8873-0A2EE6B0A388}" dt="2024-05-15T13:58:01.188" v="35" actId="478"/>
          <ac:picMkLst>
            <pc:docMk/>
            <pc:sldMk cId="840874942" sldId="2147378477"/>
            <ac:picMk id="11" creationId="{FEC01301-0507-0121-FCF1-58EC421A36B4}"/>
          </ac:picMkLst>
        </pc:picChg>
      </pc:sldChg>
      <pc:sldChg chg="delSp modSp del mod">
        <pc:chgData name="Diana-Alexandra Stan" userId="2b14850f-a8de-4b8f-a1ca-aac948f0bd80" providerId="ADAL" clId="{ABEC9D42-81F6-4B8B-8873-0A2EE6B0A388}" dt="2024-05-15T14:10:18.443" v="79" actId="47"/>
        <pc:sldMkLst>
          <pc:docMk/>
          <pc:sldMk cId="4043005681" sldId="2147378658"/>
        </pc:sldMkLst>
        <pc:graphicFrameChg chg="modGraphic">
          <ac:chgData name="Diana-Alexandra Stan" userId="2b14850f-a8de-4b8f-a1ca-aac948f0bd80" providerId="ADAL" clId="{ABEC9D42-81F6-4B8B-8873-0A2EE6B0A388}" dt="2024-05-14T09:14:18.311" v="2" actId="2164"/>
          <ac:graphicFrameMkLst>
            <pc:docMk/>
            <pc:sldMk cId="4043005681" sldId="2147378658"/>
            <ac:graphicFrameMk id="12" creationId="{522A63A6-A142-41B5-93A1-EBB1D8DC7CFD}"/>
          </ac:graphicFrameMkLst>
        </pc:graphicFrameChg>
        <pc:picChg chg="del">
          <ac:chgData name="Diana-Alexandra Stan" userId="2b14850f-a8de-4b8f-a1ca-aac948f0bd80" providerId="ADAL" clId="{ABEC9D42-81F6-4B8B-8873-0A2EE6B0A388}" dt="2024-05-14T09:14:19.964" v="3" actId="478"/>
          <ac:picMkLst>
            <pc:docMk/>
            <pc:sldMk cId="4043005681" sldId="2147378658"/>
            <ac:picMk id="7" creationId="{DF2D1750-2F7D-7F86-BA24-20F3D1D91715}"/>
          </ac:picMkLst>
        </pc:picChg>
      </pc:sldChg>
      <pc:sldChg chg="new del">
        <pc:chgData name="Diana-Alexandra Stan" userId="2b14850f-a8de-4b8f-a1ca-aac948f0bd80" providerId="ADAL" clId="{ABEC9D42-81F6-4B8B-8873-0A2EE6B0A388}" dt="2024-05-15T14:06:25.873" v="50" actId="47"/>
        <pc:sldMkLst>
          <pc:docMk/>
          <pc:sldMk cId="707896562" sldId="2147378660"/>
        </pc:sldMkLst>
      </pc:sldChg>
      <pc:sldChg chg="new del">
        <pc:chgData name="Diana-Alexandra Stan" userId="2b14850f-a8de-4b8f-a1ca-aac948f0bd80" providerId="ADAL" clId="{ABEC9D42-81F6-4B8B-8873-0A2EE6B0A388}" dt="2024-05-15T14:07:23.615" v="73" actId="47"/>
        <pc:sldMkLst>
          <pc:docMk/>
          <pc:sldMk cId="758949734" sldId="2147378660"/>
        </pc:sldMkLst>
      </pc:sldChg>
      <pc:sldChg chg="modSp add del mod">
        <pc:chgData name="Diana-Alexandra Stan" userId="2b14850f-a8de-4b8f-a1ca-aac948f0bd80" providerId="ADAL" clId="{ABEC9D42-81F6-4B8B-8873-0A2EE6B0A388}" dt="2024-05-14T09:34:53.937" v="26" actId="2696"/>
        <pc:sldMkLst>
          <pc:docMk/>
          <pc:sldMk cId="873405070" sldId="2147378660"/>
        </pc:sldMkLst>
        <pc:spChg chg="mod">
          <ac:chgData name="Diana-Alexandra Stan" userId="2b14850f-a8de-4b8f-a1ca-aac948f0bd80" providerId="ADAL" clId="{ABEC9D42-81F6-4B8B-8873-0A2EE6B0A388}" dt="2024-05-14T09:33:55.861" v="24" actId="20577"/>
          <ac:spMkLst>
            <pc:docMk/>
            <pc:sldMk cId="873405070" sldId="2147378660"/>
            <ac:spMk id="7" creationId="{30EA6425-EB2C-4F05-158E-A6F703DAF560}"/>
          </ac:spMkLst>
        </pc:spChg>
      </pc:sldChg>
      <pc:sldChg chg="delSp modSp mod">
        <pc:chgData name="Diana-Alexandra Stan" userId="2b14850f-a8de-4b8f-a1ca-aac948f0bd80" providerId="ADAL" clId="{ABEC9D42-81F6-4B8B-8873-0A2EE6B0A388}" dt="2024-05-15T14:15:01.072" v="83" actId="1076"/>
        <pc:sldMkLst>
          <pc:docMk/>
          <pc:sldMk cId="1160057248" sldId="2147378660"/>
        </pc:sldMkLst>
        <pc:graphicFrameChg chg="modGraphic">
          <ac:chgData name="Diana-Alexandra Stan" userId="2b14850f-a8de-4b8f-a1ca-aac948f0bd80" providerId="ADAL" clId="{ABEC9D42-81F6-4B8B-8873-0A2EE6B0A388}" dt="2024-05-15T14:14:48.410" v="80" actId="2164"/>
          <ac:graphicFrameMkLst>
            <pc:docMk/>
            <pc:sldMk cId="1160057248" sldId="2147378660"/>
            <ac:graphicFrameMk id="12" creationId="{522A63A6-A142-41B5-93A1-EBB1D8DC7CFD}"/>
          </ac:graphicFrameMkLst>
        </pc:graphicFrameChg>
        <pc:picChg chg="del">
          <ac:chgData name="Diana-Alexandra Stan" userId="2b14850f-a8de-4b8f-a1ca-aac948f0bd80" providerId="ADAL" clId="{ABEC9D42-81F6-4B8B-8873-0A2EE6B0A388}" dt="2024-05-15T14:14:55.765" v="82" actId="478"/>
          <ac:picMkLst>
            <pc:docMk/>
            <pc:sldMk cId="1160057248" sldId="2147378660"/>
            <ac:picMk id="3" creationId="{C4407E16-2862-9402-F926-AFF0665C9233}"/>
          </ac:picMkLst>
        </pc:picChg>
        <pc:picChg chg="mod">
          <ac:chgData name="Diana-Alexandra Stan" userId="2b14850f-a8de-4b8f-a1ca-aac948f0bd80" providerId="ADAL" clId="{ABEC9D42-81F6-4B8B-8873-0A2EE6B0A388}" dt="2024-05-15T14:15:01.072" v="83" actId="1076"/>
          <ac:picMkLst>
            <pc:docMk/>
            <pc:sldMk cId="1160057248" sldId="2147378660"/>
            <ac:picMk id="7" creationId="{21E2981E-6F40-A2C8-28AE-B852A21B75B1}"/>
          </ac:picMkLst>
        </pc:picChg>
        <pc:picChg chg="del">
          <ac:chgData name="Diana-Alexandra Stan" userId="2b14850f-a8de-4b8f-a1ca-aac948f0bd80" providerId="ADAL" clId="{ABEC9D42-81F6-4B8B-8873-0A2EE6B0A388}" dt="2024-05-15T14:14:52.739" v="81" actId="478"/>
          <ac:picMkLst>
            <pc:docMk/>
            <pc:sldMk cId="1160057248" sldId="2147378660"/>
            <ac:picMk id="14" creationId="{3E00E60D-2E0F-C9B2-13CC-80F011C8B569}"/>
          </ac:picMkLst>
        </pc:picChg>
      </pc:sldChg>
      <pc:sldChg chg="new del">
        <pc:chgData name="Diana-Alexandra Stan" userId="2b14850f-a8de-4b8f-a1ca-aac948f0bd80" providerId="ADAL" clId="{ABEC9D42-81F6-4B8B-8873-0A2EE6B0A388}" dt="2024-05-15T14:05:50.647" v="45" actId="47"/>
        <pc:sldMkLst>
          <pc:docMk/>
          <pc:sldMk cId="3462172794" sldId="2147378660"/>
        </pc:sldMkLst>
      </pc:sldChg>
      <pc:sldChg chg="del">
        <pc:chgData name="Diana-Alexandra Stan" userId="2b14850f-a8de-4b8f-a1ca-aac948f0bd80" providerId="ADAL" clId="{ABEC9D42-81F6-4B8B-8873-0A2EE6B0A388}" dt="2024-05-15T14:04:35.237" v="42" actId="47"/>
        <pc:sldMkLst>
          <pc:docMk/>
          <pc:sldMk cId="4238660116" sldId="2147378660"/>
        </pc:sldMkLst>
      </pc:sldChg>
      <pc:sldChg chg="add del">
        <pc:chgData name="Diana-Alexandra Stan" userId="2b14850f-a8de-4b8f-a1ca-aac948f0bd80" providerId="ADAL" clId="{ABEC9D42-81F6-4B8B-8873-0A2EE6B0A388}" dt="2024-05-14T09:33:45.886" v="7"/>
        <pc:sldMkLst>
          <pc:docMk/>
          <pc:sldMk cId="4285291089" sldId="2147378660"/>
        </pc:sldMkLst>
      </pc:sldChg>
      <pc:sldChg chg="addSp delSp new del mod">
        <pc:chgData name="Diana-Alexandra Stan" userId="2b14850f-a8de-4b8f-a1ca-aac948f0bd80" providerId="ADAL" clId="{ABEC9D42-81F6-4B8B-8873-0A2EE6B0A388}" dt="2024-05-15T13:39:15.783" v="31" actId="47"/>
        <pc:sldMkLst>
          <pc:docMk/>
          <pc:sldMk cId="2296911869" sldId="2147378661"/>
        </pc:sldMkLst>
        <pc:graphicFrameChg chg="add del">
          <ac:chgData name="Diana-Alexandra Stan" userId="2b14850f-a8de-4b8f-a1ca-aac948f0bd80" providerId="ADAL" clId="{ABEC9D42-81F6-4B8B-8873-0A2EE6B0A388}" dt="2024-05-15T13:38:59.015" v="29" actId="478"/>
          <ac:graphicFrameMkLst>
            <pc:docMk/>
            <pc:sldMk cId="2296911869" sldId="2147378661"/>
            <ac:graphicFrameMk id="5" creationId="{01ABEB95-54AA-1183-50D9-69CBF59055C8}"/>
          </ac:graphicFrameMkLst>
        </pc:graphicFrameChg>
      </pc:sldChg>
      <pc:sldChg chg="delSp modSp add del mod">
        <pc:chgData name="Diana-Alexandra Stan" userId="2b14850f-a8de-4b8f-a1ca-aac948f0bd80" providerId="ADAL" clId="{ABEC9D42-81F6-4B8B-8873-0A2EE6B0A388}" dt="2024-05-15T14:04:31.523" v="41" actId="47"/>
        <pc:sldMkLst>
          <pc:docMk/>
          <pc:sldMk cId="182839367" sldId="2147378662"/>
        </pc:sldMkLst>
        <pc:graphicFrameChg chg="modGraphic">
          <ac:chgData name="Diana-Alexandra Stan" userId="2b14850f-a8de-4b8f-a1ca-aac948f0bd80" providerId="ADAL" clId="{ABEC9D42-81F6-4B8B-8873-0A2EE6B0A388}" dt="2024-05-15T13:39:22.066" v="32" actId="2164"/>
          <ac:graphicFrameMkLst>
            <pc:docMk/>
            <pc:sldMk cId="182839367" sldId="2147378662"/>
            <ac:graphicFrameMk id="12" creationId="{522A63A6-A142-41B5-93A1-EBB1D8DC7CFD}"/>
          </ac:graphicFrameMkLst>
        </pc:graphicFrameChg>
        <pc:picChg chg="del">
          <ac:chgData name="Diana-Alexandra Stan" userId="2b14850f-a8de-4b8f-a1ca-aac948f0bd80" providerId="ADAL" clId="{ABEC9D42-81F6-4B8B-8873-0A2EE6B0A388}" dt="2024-05-15T13:39:23.776" v="33" actId="478"/>
          <ac:picMkLst>
            <pc:docMk/>
            <pc:sldMk cId="182839367" sldId="2147378662"/>
            <ac:picMk id="3" creationId="{4EB66420-1FEF-2277-4563-AB4F99EBEEC2}"/>
          </ac:picMkLst>
        </pc:picChg>
      </pc:sldChg>
      <pc:sldChg chg="new del">
        <pc:chgData name="Diana-Alexandra Stan" userId="2b14850f-a8de-4b8f-a1ca-aac948f0bd80" providerId="ADAL" clId="{ABEC9D42-81F6-4B8B-8873-0A2EE6B0A388}" dt="2024-05-15T14:04:23.428" v="38" actId="47"/>
        <pc:sldMkLst>
          <pc:docMk/>
          <pc:sldMk cId="744371929" sldId="2147378663"/>
        </pc:sldMkLst>
      </pc:sldChg>
      <pc:sldChg chg="new del">
        <pc:chgData name="Diana-Alexandra Stan" userId="2b14850f-a8de-4b8f-a1ca-aac948f0bd80" providerId="ADAL" clId="{ABEC9D42-81F6-4B8B-8873-0A2EE6B0A388}" dt="2024-05-21T09:41:19.448" v="89" actId="47"/>
        <pc:sldMkLst>
          <pc:docMk/>
          <pc:sldMk cId="790569242" sldId="2147378720"/>
        </pc:sldMkLst>
      </pc:sldChg>
      <pc:sldChg chg="addSp delSp modSp add mod">
        <pc:chgData name="Diana-Alexandra Stan" userId="2b14850f-a8de-4b8f-a1ca-aac948f0bd80" providerId="ADAL" clId="{ABEC9D42-81F6-4B8B-8873-0A2EE6B0A388}" dt="2024-05-21T09:42:10.192" v="97" actId="113"/>
        <pc:sldMkLst>
          <pc:docMk/>
          <pc:sldMk cId="3975855007" sldId="2147378721"/>
        </pc:sldMkLst>
        <pc:spChg chg="del">
          <ac:chgData name="Diana-Alexandra Stan" userId="2b14850f-a8de-4b8f-a1ca-aac948f0bd80" providerId="ADAL" clId="{ABEC9D42-81F6-4B8B-8873-0A2EE6B0A388}" dt="2024-05-21T09:41:17.747" v="88" actId="478"/>
          <ac:spMkLst>
            <pc:docMk/>
            <pc:sldMk cId="3975855007" sldId="2147378721"/>
            <ac:spMk id="2" creationId="{4125BCEF-AEAA-A399-A48F-ED2906997D53}"/>
          </ac:spMkLst>
        </pc:spChg>
        <pc:spChg chg="add del mod">
          <ac:chgData name="Diana-Alexandra Stan" userId="2b14850f-a8de-4b8f-a1ca-aac948f0bd80" providerId="ADAL" clId="{ABEC9D42-81F6-4B8B-8873-0A2EE6B0A388}" dt="2024-05-21T09:41:21.370" v="90" actId="478"/>
          <ac:spMkLst>
            <pc:docMk/>
            <pc:sldMk cId="3975855007" sldId="2147378721"/>
            <ac:spMk id="5" creationId="{BED22ED2-E3CD-871E-FA4D-E00B6B410DA4}"/>
          </ac:spMkLst>
        </pc:spChg>
        <pc:graphicFrameChg chg="modGraphic">
          <ac:chgData name="Diana-Alexandra Stan" userId="2b14850f-a8de-4b8f-a1ca-aac948f0bd80" providerId="ADAL" clId="{ABEC9D42-81F6-4B8B-8873-0A2EE6B0A388}" dt="2024-05-21T09:42:10.192" v="97" actId="113"/>
          <ac:graphicFrameMkLst>
            <pc:docMk/>
            <pc:sldMk cId="3975855007" sldId="2147378721"/>
            <ac:graphicFrameMk id="7" creationId="{07A82FFD-C6E1-8E2C-3D8C-ECDB1C786C78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A171A1-F55B-4300-A18E-75AE39E64350}" type="datetimeFigureOut">
              <a:rPr lang="fr-FR" smtClean="0"/>
              <a:t>28/05/2024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96B738-3D5C-4851-BA0A-F593F390B82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07262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96B738-3D5C-4851-BA0A-F593F390B820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36920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7" Type="http://schemas.openxmlformats.org/officeDocument/2006/relationships/image" Target="../media/image7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7" Type="http://schemas.openxmlformats.org/officeDocument/2006/relationships/image" Target="../media/image7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1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1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1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1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9.svg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image" Target="../media/image8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3.bin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9.svg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image" Target="../media/image8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4.bin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9.svg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image" Target="../media/image8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5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e de titre_Exter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 1" hidden="1">
            <a:extLst>
              <a:ext uri="{FF2B5EF4-FFF2-40B4-BE49-F238E27FC236}">
                <a16:creationId xmlns:a16="http://schemas.microsoft.com/office/drawing/2014/main" id="{E0B0A3D8-21A4-F5D5-5B3B-C72A37F17A2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543619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500" imgH="501" progId="TCLayout.ActiveDocument.1">
                  <p:embed/>
                </p:oleObj>
              </mc:Choice>
              <mc:Fallback>
                <p:oleObj name="Diapositive think-cell" r:id="rId3" imgW="500" imgH="501" progId="TCLayout.ActiveDocument.1">
                  <p:embed/>
                  <p:pic>
                    <p:nvPicPr>
                      <p:cNvPr id="2" name="Objet 1" hidden="1">
                        <a:extLst>
                          <a:ext uri="{FF2B5EF4-FFF2-40B4-BE49-F238E27FC236}">
                            <a16:creationId xmlns:a16="http://schemas.microsoft.com/office/drawing/2014/main" id="{E0B0A3D8-21A4-F5D5-5B3B-C72A37F17A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2ACAC907-7AE2-D996-69FC-C62EA15EA5AE}"/>
              </a:ext>
            </a:extLst>
          </p:cNvPr>
          <p:cNvSpPr/>
          <p:nvPr/>
        </p:nvSpPr>
        <p:spPr>
          <a:xfrm>
            <a:off x="0" y="6356350"/>
            <a:ext cx="12192000" cy="5016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0" name="Picture Placeholder 4">
            <a:extLst>
              <a:ext uri="{FF2B5EF4-FFF2-40B4-BE49-F238E27FC236}">
                <a16:creationId xmlns:a16="http://schemas.microsoft.com/office/drawing/2014/main" id="{E997B2FF-1643-491F-8D5A-25CFB3CD989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587" b="587"/>
          <a:stretch/>
        </p:blipFill>
        <p:spPr>
          <a:xfrm>
            <a:off x="155575" y="152400"/>
            <a:ext cx="11880850" cy="65532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217B688-488C-4892-82A3-163CE502109F}"/>
              </a:ext>
            </a:extLst>
          </p:cNvPr>
          <p:cNvSpPr/>
          <p:nvPr/>
        </p:nvSpPr>
        <p:spPr>
          <a:xfrm>
            <a:off x="155574" y="152400"/>
            <a:ext cx="11880851" cy="6553200"/>
          </a:xfrm>
          <a:prstGeom prst="rect">
            <a:avLst/>
          </a:prstGeom>
          <a:gradFill>
            <a:gsLst>
              <a:gs pos="66000">
                <a:srgbClr val="000000">
                  <a:alpha val="31000"/>
                </a:srgbClr>
              </a:gs>
              <a:gs pos="8000">
                <a:srgbClr val="000000">
                  <a:alpha val="4000"/>
                </a:srgb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3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sz="2160"/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5F468BBF-A5CB-9041-9700-D3151961C09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1057" y="5292725"/>
            <a:ext cx="3827463" cy="1063625"/>
          </a:xfr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4">
                  <a:alpha val="22001"/>
                </a:schemeClr>
              </a:gs>
              <a:gs pos="100000">
                <a:schemeClr val="accent4">
                  <a:lumMod val="60000"/>
                  <a:lumOff val="40000"/>
                  <a:alpha val="11000"/>
                </a:schemeClr>
              </a:gs>
            </a:gsLst>
            <a:lin ang="2700000" scaled="1"/>
            <a:tileRect/>
          </a:gradFill>
        </p:spPr>
        <p:txBody>
          <a:bodyPr>
            <a:normAutofit/>
          </a:bodyPr>
          <a:lstStyle>
            <a:lvl1pPr marL="0" indent="0">
              <a:buNone/>
              <a:defRPr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/>
              <a:t>Sous-titre</a:t>
            </a:r>
            <a:endParaRPr lang="fr-FR"/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5C036A9B-3E60-9C42-AA1E-52B7183BC77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51720" y="4975739"/>
            <a:ext cx="3826800" cy="237600"/>
          </a:xfr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4">
                  <a:alpha val="22001"/>
                </a:schemeClr>
              </a:gs>
              <a:gs pos="100000">
                <a:schemeClr val="accent4">
                  <a:lumMod val="60000"/>
                  <a:lumOff val="40000"/>
                  <a:alpha val="11000"/>
                </a:schemeClr>
              </a:gs>
            </a:gsLst>
            <a:lin ang="2700000" scaled="1"/>
            <a:tileRect/>
          </a:gradFill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 err="1"/>
              <a:t>Thème</a:t>
            </a:r>
            <a:endParaRPr lang="fr-FR"/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0DAF740A-5832-474D-B3E9-9E352D04B42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51720" y="264050"/>
            <a:ext cx="3826800" cy="237600"/>
          </a:xfr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4">
                  <a:alpha val="22001"/>
                </a:schemeClr>
              </a:gs>
              <a:gs pos="100000">
                <a:schemeClr val="accent4">
                  <a:lumMod val="60000"/>
                  <a:lumOff val="40000"/>
                  <a:alpha val="11000"/>
                </a:schemeClr>
              </a:gs>
            </a:gsLst>
            <a:lin ang="2700000" scaled="1"/>
            <a:tileRect/>
          </a:gradFill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/>
              <a:t>Date</a:t>
            </a:r>
            <a:endParaRPr lang="fr-FR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77144D3E-4538-47FE-9291-A9AD3DA2C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057" y="2167739"/>
            <a:ext cx="10816719" cy="2728614"/>
          </a:xfrm>
        </p:spPr>
        <p:txBody>
          <a:bodyPr vert="horz">
            <a:normAutofit/>
          </a:bodyPr>
          <a:lstStyle>
            <a:lvl1pPr marL="0" indent="0" algn="r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fr-FR" sz="8800" b="1" i="0" kern="1200" spc="-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6" name="Espace réservé pour une image  5">
            <a:extLst>
              <a:ext uri="{FF2B5EF4-FFF2-40B4-BE49-F238E27FC236}">
                <a16:creationId xmlns:a16="http://schemas.microsoft.com/office/drawing/2014/main" id="{AFCADCEA-D7EF-4A23-BEC7-7D6DFD55D920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627283" y="5292725"/>
            <a:ext cx="2937434" cy="1063625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fr-FR"/>
              <a:t>Insérer le logo client</a:t>
            </a:r>
          </a:p>
        </p:txBody>
      </p:sp>
      <p:pic>
        <p:nvPicPr>
          <p:cNvPr id="5" name="Graphic 2">
            <a:extLst>
              <a:ext uri="{FF2B5EF4-FFF2-40B4-BE49-F238E27FC236}">
                <a16:creationId xmlns:a16="http://schemas.microsoft.com/office/drawing/2014/main" id="{D741F203-39C2-8465-9E74-15F19FD3D56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38883" y="5292725"/>
            <a:ext cx="3128893" cy="106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042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nde gauche ble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4C55C73E-1F28-FCD2-3F36-BA93C1A8013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509726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4C55C73E-1F28-FCD2-3F36-BA93C1A801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25C6E4F6-E88F-E84E-0950-25AFB4F532BB}"/>
              </a:ext>
            </a:extLst>
          </p:cNvPr>
          <p:cNvSpPr/>
          <p:nvPr/>
        </p:nvSpPr>
        <p:spPr>
          <a:xfrm>
            <a:off x="155574" y="152400"/>
            <a:ext cx="3378933" cy="6553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34001D4-DA23-4BD4-5445-0413E39D08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7" y="2030353"/>
            <a:ext cx="2749065" cy="360000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5F0B61A-F63C-180C-875F-BF2F8EE1C53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534508" y="6340474"/>
            <a:ext cx="5888442" cy="365125"/>
          </a:xfrm>
        </p:spPr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BF62DE9-7AC1-E144-7ADD-B32A018D66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B1B33616-6D65-DB30-4453-6813484D6A8F}"/>
              </a:ext>
            </a:extLst>
          </p:cNvPr>
          <p:cNvSpPr txBox="1"/>
          <p:nvPr/>
        </p:nvSpPr>
        <p:spPr>
          <a:xfrm>
            <a:off x="380997" y="6407620"/>
            <a:ext cx="1723549" cy="2308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© ACI partners | Confidentiel </a:t>
            </a:r>
          </a:p>
        </p:txBody>
      </p:sp>
      <p:sp>
        <p:nvSpPr>
          <p:cNvPr id="9" name="Espace réservé du contenu 11">
            <a:extLst>
              <a:ext uri="{FF2B5EF4-FFF2-40B4-BE49-F238E27FC236}">
                <a16:creationId xmlns:a16="http://schemas.microsoft.com/office/drawing/2014/main" id="{0195042A-90D0-34D6-C22D-45B6A12E2BE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706694" y="1606555"/>
            <a:ext cx="8104305" cy="457040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918136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e de titre_Inter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 1" hidden="1">
            <a:extLst>
              <a:ext uri="{FF2B5EF4-FFF2-40B4-BE49-F238E27FC236}">
                <a16:creationId xmlns:a16="http://schemas.microsoft.com/office/drawing/2014/main" id="{E0B0A3D8-21A4-F5D5-5B3B-C72A37F17A2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459237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500" imgH="501" progId="TCLayout.ActiveDocument.1">
                  <p:embed/>
                </p:oleObj>
              </mc:Choice>
              <mc:Fallback>
                <p:oleObj name="Diapositive think-cell" r:id="rId3" imgW="500" imgH="501" progId="TCLayout.ActiveDocument.1">
                  <p:embed/>
                  <p:pic>
                    <p:nvPicPr>
                      <p:cNvPr id="2" name="Objet 1" hidden="1">
                        <a:extLst>
                          <a:ext uri="{FF2B5EF4-FFF2-40B4-BE49-F238E27FC236}">
                            <a16:creationId xmlns:a16="http://schemas.microsoft.com/office/drawing/2014/main" id="{E0B0A3D8-21A4-F5D5-5B3B-C72A37F17A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2ACAC907-7AE2-D996-69FC-C62EA15EA5AE}"/>
              </a:ext>
            </a:extLst>
          </p:cNvPr>
          <p:cNvSpPr/>
          <p:nvPr/>
        </p:nvSpPr>
        <p:spPr>
          <a:xfrm>
            <a:off x="0" y="6356350"/>
            <a:ext cx="12192000" cy="5016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0" name="Picture Placeholder 4">
            <a:extLst>
              <a:ext uri="{FF2B5EF4-FFF2-40B4-BE49-F238E27FC236}">
                <a16:creationId xmlns:a16="http://schemas.microsoft.com/office/drawing/2014/main" id="{E997B2FF-1643-491F-8D5A-25CFB3CD989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587" b="587"/>
          <a:stretch/>
        </p:blipFill>
        <p:spPr>
          <a:xfrm>
            <a:off x="155575" y="152400"/>
            <a:ext cx="11880850" cy="65532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217B688-488C-4892-82A3-163CE502109F}"/>
              </a:ext>
            </a:extLst>
          </p:cNvPr>
          <p:cNvSpPr/>
          <p:nvPr/>
        </p:nvSpPr>
        <p:spPr>
          <a:xfrm>
            <a:off x="155574" y="152400"/>
            <a:ext cx="11880851" cy="6553200"/>
          </a:xfrm>
          <a:prstGeom prst="rect">
            <a:avLst/>
          </a:prstGeom>
          <a:gradFill>
            <a:gsLst>
              <a:gs pos="66000">
                <a:srgbClr val="000000">
                  <a:alpha val="31000"/>
                </a:srgbClr>
              </a:gs>
              <a:gs pos="8000">
                <a:srgbClr val="000000">
                  <a:alpha val="4000"/>
                </a:srgb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3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sz="2160"/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5F468BBF-A5CB-9041-9700-D3151961C09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1057" y="5292725"/>
            <a:ext cx="3827463" cy="1063625"/>
          </a:xfr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4">
                  <a:alpha val="22001"/>
                </a:schemeClr>
              </a:gs>
              <a:gs pos="100000">
                <a:schemeClr val="accent4">
                  <a:lumMod val="60000"/>
                  <a:lumOff val="40000"/>
                  <a:alpha val="11000"/>
                </a:schemeClr>
              </a:gs>
            </a:gsLst>
            <a:lin ang="2700000" scaled="1"/>
            <a:tileRect/>
          </a:gradFill>
        </p:spPr>
        <p:txBody>
          <a:bodyPr>
            <a:normAutofit/>
          </a:bodyPr>
          <a:lstStyle>
            <a:lvl1pPr marL="0" indent="0">
              <a:buNone/>
              <a:defRPr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/>
              <a:t>Sous-titre</a:t>
            </a:r>
            <a:endParaRPr lang="fr-FR"/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5C036A9B-3E60-9C42-AA1E-52B7183BC77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51720" y="4975739"/>
            <a:ext cx="3826800" cy="237600"/>
          </a:xfr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4">
                  <a:alpha val="22001"/>
                </a:schemeClr>
              </a:gs>
              <a:gs pos="100000">
                <a:schemeClr val="accent4">
                  <a:lumMod val="60000"/>
                  <a:lumOff val="40000"/>
                  <a:alpha val="11000"/>
                </a:schemeClr>
              </a:gs>
            </a:gsLst>
            <a:lin ang="2700000" scaled="1"/>
            <a:tileRect/>
          </a:gradFill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 err="1"/>
              <a:t>Thème</a:t>
            </a:r>
            <a:endParaRPr lang="fr-FR"/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0DAF740A-5832-474D-B3E9-9E352D04B42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51720" y="264050"/>
            <a:ext cx="3826800" cy="237600"/>
          </a:xfr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4">
                  <a:alpha val="22001"/>
                </a:schemeClr>
              </a:gs>
              <a:gs pos="100000">
                <a:schemeClr val="accent4">
                  <a:lumMod val="60000"/>
                  <a:lumOff val="40000"/>
                  <a:alpha val="11000"/>
                </a:schemeClr>
              </a:gs>
            </a:gsLst>
            <a:lin ang="2700000" scaled="1"/>
            <a:tileRect/>
          </a:gradFill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/>
              <a:t>Date</a:t>
            </a:r>
            <a:endParaRPr lang="fr-FR"/>
          </a:p>
        </p:txBody>
      </p:sp>
      <p:pic>
        <p:nvPicPr>
          <p:cNvPr id="9" name="Graphic 2">
            <a:extLst>
              <a:ext uri="{FF2B5EF4-FFF2-40B4-BE49-F238E27FC236}">
                <a16:creationId xmlns:a16="http://schemas.microsoft.com/office/drawing/2014/main" id="{E6D46E39-FB99-4BF4-B965-51E1513752D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04563" y="4818826"/>
            <a:ext cx="5285016" cy="1796570"/>
          </a:xfrm>
          <a:prstGeom prst="rect">
            <a:avLst/>
          </a:prstGeom>
        </p:spPr>
      </p:pic>
      <p:sp>
        <p:nvSpPr>
          <p:cNvPr id="3" name="Titre 2">
            <a:extLst>
              <a:ext uri="{FF2B5EF4-FFF2-40B4-BE49-F238E27FC236}">
                <a16:creationId xmlns:a16="http://schemas.microsoft.com/office/drawing/2014/main" id="{77144D3E-4538-47FE-9291-A9AD3DA2C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057" y="2167739"/>
            <a:ext cx="10816719" cy="2728614"/>
          </a:xfrm>
        </p:spPr>
        <p:txBody>
          <a:bodyPr vert="horz">
            <a:normAutofit/>
          </a:bodyPr>
          <a:lstStyle>
            <a:lvl1pPr marL="0" indent="0" algn="r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fr-FR" sz="8800" b="1" i="0" kern="1200" spc="-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944283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nde gauche gri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4C55C73E-1F28-FCD2-3F36-BA93C1A8013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2095573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4C55C73E-1F28-FCD2-3F36-BA93C1A801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70FB9975-02E6-5AA9-F3E3-25070AE0C3B8}"/>
              </a:ext>
            </a:extLst>
          </p:cNvPr>
          <p:cNvSpPr/>
          <p:nvPr/>
        </p:nvSpPr>
        <p:spPr>
          <a:xfrm>
            <a:off x="155574" y="152399"/>
            <a:ext cx="3378933" cy="65532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>
              <a:latin typeface="+mj-lt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34001D4-DA23-4BD4-5445-0413E39D08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7" y="2030353"/>
            <a:ext cx="2749065" cy="3600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fr-FR" dirty="0"/>
            </a:lvl1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5F0B61A-F63C-180C-875F-BF2F8EE1C53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534508" y="6339417"/>
            <a:ext cx="5888442" cy="365125"/>
          </a:xfrm>
        </p:spPr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BF62DE9-7AC1-E144-7ADD-B32A018D66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19530" y="6340475"/>
            <a:ext cx="591470" cy="365125"/>
          </a:xfrm>
        </p:spPr>
        <p:txBody>
          <a:bodyPr/>
          <a:lstStyle/>
          <a:p>
            <a:fld id="{BE9517EC-C298-4848-B090-11602D956FC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B1B33616-6D65-DB30-4453-6813484D6A8F}"/>
              </a:ext>
            </a:extLst>
          </p:cNvPr>
          <p:cNvSpPr txBox="1"/>
          <p:nvPr/>
        </p:nvSpPr>
        <p:spPr>
          <a:xfrm>
            <a:off x="380997" y="6406563"/>
            <a:ext cx="1723549" cy="2308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fr-FR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Raleway Light" panose="020B0003030101060003" pitchFamily="34" charset="0"/>
              </a:defRPr>
            </a:lvl1pPr>
          </a:lstStyle>
          <a:p>
            <a:pPr lvl="0"/>
            <a:r>
              <a:rPr lang="fr-FR" noProof="0">
                <a:latin typeface="+mj-lt"/>
              </a:rPr>
              <a:t>© ACI partners | Confidentiel </a:t>
            </a:r>
          </a:p>
        </p:txBody>
      </p:sp>
      <p:sp>
        <p:nvSpPr>
          <p:cNvPr id="10" name="Espace réservé du contenu 11">
            <a:extLst>
              <a:ext uri="{FF2B5EF4-FFF2-40B4-BE49-F238E27FC236}">
                <a16:creationId xmlns:a16="http://schemas.microsoft.com/office/drawing/2014/main" id="{4C4BA35F-4E6C-F444-2E60-7BFAA60BC23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706694" y="1606555"/>
            <a:ext cx="8104305" cy="457040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15975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nde bleue à dro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t 5" hidden="1">
            <a:extLst>
              <a:ext uri="{FF2B5EF4-FFF2-40B4-BE49-F238E27FC236}">
                <a16:creationId xmlns:a16="http://schemas.microsoft.com/office/drawing/2014/main" id="{96B5FBC2-58AC-2FAF-7D78-BF6E106ED01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410171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6" name="Objet 5" hidden="1">
                        <a:extLst>
                          <a:ext uri="{FF2B5EF4-FFF2-40B4-BE49-F238E27FC236}">
                            <a16:creationId xmlns:a16="http://schemas.microsoft.com/office/drawing/2014/main" id="{96B5FBC2-58AC-2FAF-7D78-BF6E106ED0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CF30EC56-780E-456D-F690-0606D4ED1B3A}"/>
              </a:ext>
            </a:extLst>
          </p:cNvPr>
          <p:cNvSpPr/>
          <p:nvPr/>
        </p:nvSpPr>
        <p:spPr>
          <a:xfrm>
            <a:off x="9504486" y="152401"/>
            <a:ext cx="2531939" cy="65480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latin typeface="Raleway" panose="020B0003030101060003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934E31E-55AD-3016-4711-D984139036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7" y="485693"/>
            <a:ext cx="9041953" cy="360000"/>
          </a:xfrm>
        </p:spPr>
        <p:txBody>
          <a:bodyPr vert="horz"/>
          <a:lstStyle/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8959EE3-0C1B-69B4-97CA-86F4273E5DE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104549" y="6340476"/>
            <a:ext cx="7318401" cy="360000"/>
          </a:xfrm>
        </p:spPr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2DF3A06-8A18-CB78-2E4B-836454BCF12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19530" y="6340475"/>
            <a:ext cx="591470" cy="36000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E9517EC-C298-4848-B090-11602D956FC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" name="Espace réservé du texte 13">
            <a:extLst>
              <a:ext uri="{FF2B5EF4-FFF2-40B4-BE49-F238E27FC236}">
                <a16:creationId xmlns:a16="http://schemas.microsoft.com/office/drawing/2014/main" id="{317CE532-FD4B-B975-10B5-801C1940819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0995" y="1106551"/>
            <a:ext cx="9041953" cy="360000"/>
          </a:xfrm>
        </p:spPr>
        <p:txBody>
          <a:bodyPr anchor="t">
            <a:noAutofit/>
          </a:bodyPr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Sous titre</a:t>
            </a:r>
          </a:p>
        </p:txBody>
      </p:sp>
      <p:pic>
        <p:nvPicPr>
          <p:cNvPr id="8" name="Graphic 12">
            <a:extLst>
              <a:ext uri="{FF2B5EF4-FFF2-40B4-BE49-F238E27FC236}">
                <a16:creationId xmlns:a16="http://schemas.microsoft.com/office/drawing/2014/main" id="{D53CA171-068E-EDB1-7CF5-A2BB8CAEC11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22950" y="6232787"/>
            <a:ext cx="1796580" cy="610723"/>
          </a:xfrm>
          <a:prstGeom prst="rect">
            <a:avLst/>
          </a:prstGeom>
        </p:spPr>
      </p:pic>
      <p:sp>
        <p:nvSpPr>
          <p:cNvPr id="9" name="Espace réservé du contenu 11">
            <a:extLst>
              <a:ext uri="{FF2B5EF4-FFF2-40B4-BE49-F238E27FC236}">
                <a16:creationId xmlns:a16="http://schemas.microsoft.com/office/drawing/2014/main" id="{B8E04866-5B0C-A17E-298A-637EC30BB1C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0997" y="1825624"/>
            <a:ext cx="9041952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197273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422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t 9" hidden="1">
            <a:extLst>
              <a:ext uri="{FF2B5EF4-FFF2-40B4-BE49-F238E27FC236}">
                <a16:creationId xmlns:a16="http://schemas.microsoft.com/office/drawing/2014/main" id="{05A7B304-0FC6-A7CA-FA84-47B4F070611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5595358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10" name="Objet 9" hidden="1">
                        <a:extLst>
                          <a:ext uri="{FF2B5EF4-FFF2-40B4-BE49-F238E27FC236}">
                            <a16:creationId xmlns:a16="http://schemas.microsoft.com/office/drawing/2014/main" id="{05A7B304-0FC6-A7CA-FA84-47B4F07061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54BAF359-327C-B4E8-9F79-27F34771BB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 anchor="t"/>
          <a:lstStyle>
            <a:lvl1pPr>
              <a:defRPr>
                <a:latin typeface="+mj-lt"/>
              </a:defRPr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E6FB74B-9577-0CA4-476E-AF81AA57CDB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27C0B86-BB50-84CF-E7B5-FAD5FB9A6B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2" name="Espace réservé du contenu 11">
            <a:extLst>
              <a:ext uri="{FF2B5EF4-FFF2-40B4-BE49-F238E27FC236}">
                <a16:creationId xmlns:a16="http://schemas.microsoft.com/office/drawing/2014/main" id="{2541A85A-BD07-8F9E-3F4A-2FA68B1A911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0996" y="1825624"/>
            <a:ext cx="11430003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73C495DC-BFBC-1250-EA79-F47766C421F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0995" y="1106551"/>
            <a:ext cx="11430003" cy="360000"/>
          </a:xfrm>
        </p:spPr>
        <p:txBody>
          <a:bodyPr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Sous titre</a:t>
            </a:r>
          </a:p>
        </p:txBody>
      </p:sp>
    </p:spTree>
    <p:extLst>
      <p:ext uri="{BB962C8B-B14F-4D97-AF65-F5344CB8AC3E}">
        <p14:creationId xmlns:p14="http://schemas.microsoft.com/office/powerpoint/2010/main" val="3828655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E584D3DA-06A6-90D1-6DF7-2FEA8FFF468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087087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E584D3DA-06A6-90D1-6DF7-2FEA8FFF46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D311293C-4E46-DE81-1031-5F6DB6582B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7" y="485693"/>
            <a:ext cx="11430003" cy="360000"/>
          </a:xfrm>
        </p:spPr>
        <p:txBody>
          <a:bodyPr vert="horz"/>
          <a:lstStyle/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2871FB5-AB60-3571-CD21-C2CCF30D22D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5BDFD3E-908E-E3D9-AB3A-B8B70C0878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342B26D2-F03E-7490-0963-2AD80C3B6A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0997" y="1106551"/>
            <a:ext cx="5580000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6" name="Espace réservé du texte 11">
            <a:extLst>
              <a:ext uri="{FF2B5EF4-FFF2-40B4-BE49-F238E27FC236}">
                <a16:creationId xmlns:a16="http://schemas.microsoft.com/office/drawing/2014/main" id="{C09F6E40-0B05-4D05-F386-EB73033D29D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31005" y="1106551"/>
            <a:ext cx="5580000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12" name="Espace réservé du contenu 11">
            <a:extLst>
              <a:ext uri="{FF2B5EF4-FFF2-40B4-BE49-F238E27FC236}">
                <a16:creationId xmlns:a16="http://schemas.microsoft.com/office/drawing/2014/main" id="{BCE084AA-AC21-A352-45C9-B15AF5C04C3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0997" y="1825624"/>
            <a:ext cx="5580000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3" name="Espace réservé du contenu 11">
            <a:extLst>
              <a:ext uri="{FF2B5EF4-FFF2-40B4-BE49-F238E27FC236}">
                <a16:creationId xmlns:a16="http://schemas.microsoft.com/office/drawing/2014/main" id="{922C5E9B-333D-AE2C-4982-73E30FAD37C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31005" y="1825624"/>
            <a:ext cx="5580000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657810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ux contenus 1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E584D3DA-06A6-90D1-6DF7-2FEA8FFF468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870777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E584D3DA-06A6-90D1-6DF7-2FEA8FFF46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D311293C-4E46-DE81-1031-5F6DB6582B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7" y="485693"/>
            <a:ext cx="11430003" cy="360000"/>
          </a:xfrm>
        </p:spPr>
        <p:txBody>
          <a:bodyPr vert="horz"/>
          <a:lstStyle/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2871FB5-AB60-3571-CD21-C2CCF30D22D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5BDFD3E-908E-E3D9-AB3A-B8B70C0878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342B26D2-F03E-7490-0963-2AD80C3B6A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0997" y="1106551"/>
            <a:ext cx="3780000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12" name="Espace réservé du contenu 11">
            <a:extLst>
              <a:ext uri="{FF2B5EF4-FFF2-40B4-BE49-F238E27FC236}">
                <a16:creationId xmlns:a16="http://schemas.microsoft.com/office/drawing/2014/main" id="{BCE084AA-AC21-A352-45C9-B15AF5C04C3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0997" y="1825624"/>
            <a:ext cx="3780000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4" name="Espace réservé du texte 11">
            <a:extLst>
              <a:ext uri="{FF2B5EF4-FFF2-40B4-BE49-F238E27FC236}">
                <a16:creationId xmlns:a16="http://schemas.microsoft.com/office/drawing/2014/main" id="{9DBA95B2-8684-CA04-5C78-DBBABC95580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41999" y="1106551"/>
            <a:ext cx="7569001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15" name="Espace réservé du contenu 11">
            <a:extLst>
              <a:ext uri="{FF2B5EF4-FFF2-40B4-BE49-F238E27FC236}">
                <a16:creationId xmlns:a16="http://schemas.microsoft.com/office/drawing/2014/main" id="{C27C6CE7-CF8F-073D-79CA-F6870172FD5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241999" y="1825624"/>
            <a:ext cx="7569001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503887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ux contenus 2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E584D3DA-06A6-90D1-6DF7-2FEA8FFF468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399407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E584D3DA-06A6-90D1-6DF7-2FEA8FFF46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D311293C-4E46-DE81-1031-5F6DB6582B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7" y="485693"/>
            <a:ext cx="11430003" cy="360000"/>
          </a:xfrm>
        </p:spPr>
        <p:txBody>
          <a:bodyPr vert="horz"/>
          <a:lstStyle/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2871FB5-AB60-3571-CD21-C2CCF30D22D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5BDFD3E-908E-E3D9-AB3A-B8B70C0878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342B26D2-F03E-7490-0963-2AD80C3B6A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0997" y="1106551"/>
            <a:ext cx="7641002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12" name="Espace réservé du contenu 11">
            <a:extLst>
              <a:ext uri="{FF2B5EF4-FFF2-40B4-BE49-F238E27FC236}">
                <a16:creationId xmlns:a16="http://schemas.microsoft.com/office/drawing/2014/main" id="{BCE084AA-AC21-A352-45C9-B15AF5C04C3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0996" y="1825624"/>
            <a:ext cx="7641001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4" name="Espace réservé du texte 11">
            <a:extLst>
              <a:ext uri="{FF2B5EF4-FFF2-40B4-BE49-F238E27FC236}">
                <a16:creationId xmlns:a16="http://schemas.microsoft.com/office/drawing/2014/main" id="{9DBA95B2-8684-CA04-5C78-DBBABC95580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03000" y="1106551"/>
            <a:ext cx="3708000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15" name="Espace réservé du contenu 11">
            <a:extLst>
              <a:ext uri="{FF2B5EF4-FFF2-40B4-BE49-F238E27FC236}">
                <a16:creationId xmlns:a16="http://schemas.microsoft.com/office/drawing/2014/main" id="{C27C6CE7-CF8F-073D-79CA-F6870172FD5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03000" y="1825624"/>
            <a:ext cx="3708000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949580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ois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E584D3DA-06A6-90D1-6DF7-2FEA8FFF468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966173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E584D3DA-06A6-90D1-6DF7-2FEA8FFF46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D311293C-4E46-DE81-1031-5F6DB6582B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7" y="485693"/>
            <a:ext cx="11430003" cy="360000"/>
          </a:xfrm>
        </p:spPr>
        <p:txBody>
          <a:bodyPr vert="horz"/>
          <a:lstStyle/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2871FB5-AB60-3571-CD21-C2CCF30D22D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5BDFD3E-908E-E3D9-AB3A-B8B70C0878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342B26D2-F03E-7490-0963-2AD80C3B6A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0997" y="1106551"/>
            <a:ext cx="3780000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12" name="Espace réservé du contenu 11">
            <a:extLst>
              <a:ext uri="{FF2B5EF4-FFF2-40B4-BE49-F238E27FC236}">
                <a16:creationId xmlns:a16="http://schemas.microsoft.com/office/drawing/2014/main" id="{BCE084AA-AC21-A352-45C9-B15AF5C04C3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0997" y="1825624"/>
            <a:ext cx="3780000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0" name="Espace réservé du texte 11">
            <a:extLst>
              <a:ext uri="{FF2B5EF4-FFF2-40B4-BE49-F238E27FC236}">
                <a16:creationId xmlns:a16="http://schemas.microsoft.com/office/drawing/2014/main" id="{061B42E4-1FCD-A654-7B40-D184085DD1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05998" y="1106551"/>
            <a:ext cx="3780000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11" name="Espace réservé du contenu 11">
            <a:extLst>
              <a:ext uri="{FF2B5EF4-FFF2-40B4-BE49-F238E27FC236}">
                <a16:creationId xmlns:a16="http://schemas.microsoft.com/office/drawing/2014/main" id="{5C41A9E7-AEDF-C9A6-A6FC-31C65E7147D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205998" y="1825624"/>
            <a:ext cx="3780000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4" name="Espace réservé du texte 11">
            <a:extLst>
              <a:ext uri="{FF2B5EF4-FFF2-40B4-BE49-F238E27FC236}">
                <a16:creationId xmlns:a16="http://schemas.microsoft.com/office/drawing/2014/main" id="{9DBA95B2-8684-CA04-5C78-DBBABC95580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31000" y="1106551"/>
            <a:ext cx="3780000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15" name="Espace réservé du contenu 11">
            <a:extLst>
              <a:ext uri="{FF2B5EF4-FFF2-40B4-BE49-F238E27FC236}">
                <a16:creationId xmlns:a16="http://schemas.microsoft.com/office/drawing/2014/main" id="{C27C6CE7-CF8F-073D-79CA-F6870172FD5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031000" y="1825624"/>
            <a:ext cx="3780000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333958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&amp; sous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t 5" hidden="1">
            <a:extLst>
              <a:ext uri="{FF2B5EF4-FFF2-40B4-BE49-F238E27FC236}">
                <a16:creationId xmlns:a16="http://schemas.microsoft.com/office/drawing/2014/main" id="{96B5FBC2-58AC-2FAF-7D78-BF6E106ED01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2287805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6" name="Objet 5" hidden="1">
                        <a:extLst>
                          <a:ext uri="{FF2B5EF4-FFF2-40B4-BE49-F238E27FC236}">
                            <a16:creationId xmlns:a16="http://schemas.microsoft.com/office/drawing/2014/main" id="{96B5FBC2-58AC-2FAF-7D78-BF6E106ED0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0934E31E-55AD-3016-4711-D984139036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8959EE3-0C1B-69B4-97CA-86F4273E5DE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2DF3A06-8A18-CB78-2E4B-836454BCF12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" name="Espace réservé du texte 13">
            <a:extLst>
              <a:ext uri="{FF2B5EF4-FFF2-40B4-BE49-F238E27FC236}">
                <a16:creationId xmlns:a16="http://schemas.microsoft.com/office/drawing/2014/main" id="{317CE532-FD4B-B975-10B5-801C1940819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0995" y="1106551"/>
            <a:ext cx="11430003" cy="360000"/>
          </a:xfrm>
        </p:spPr>
        <p:txBody>
          <a:bodyPr anchor="t">
            <a:noAutofit/>
          </a:bodyPr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Sous titre</a:t>
            </a:r>
          </a:p>
        </p:txBody>
      </p:sp>
    </p:spTree>
    <p:extLst>
      <p:ext uri="{BB962C8B-B14F-4D97-AF65-F5344CB8AC3E}">
        <p14:creationId xmlns:p14="http://schemas.microsoft.com/office/powerpoint/2010/main" val="23506046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e de couverture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FB72EC17-0D72-371F-B7F7-6B24EF2DDF18}"/>
              </a:ext>
            </a:extLst>
          </p:cNvPr>
          <p:cNvSpPr/>
          <p:nvPr/>
        </p:nvSpPr>
        <p:spPr>
          <a:xfrm>
            <a:off x="5059649" y="152400"/>
            <a:ext cx="6977863" cy="6553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latin typeface="Raleway" panose="020B0003030101060003" pitchFamily="34" charset="0"/>
                <a:cs typeface="Arial" panose="020B0604020202020204" pitchFamily="34" charset="0"/>
              </a:rPr>
              <a:t> </a:t>
            </a:r>
          </a:p>
        </p:txBody>
      </p:sp>
      <p:graphicFrame>
        <p:nvGraphicFramePr>
          <p:cNvPr id="17" name="Objet 16" hidden="1">
            <a:extLst>
              <a:ext uri="{FF2B5EF4-FFF2-40B4-BE49-F238E27FC236}">
                <a16:creationId xmlns:a16="http://schemas.microsoft.com/office/drawing/2014/main" id="{FBD27079-48C6-CB02-A232-308426EDF3A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108855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4" imgW="359" imgH="360" progId="TCLayout.ActiveDocument.1">
                  <p:embed/>
                </p:oleObj>
              </mc:Choice>
              <mc:Fallback>
                <p:oleObj name="Diapositive think-cell" r:id="rId4" imgW="359" imgH="360" progId="TCLayout.ActiveDocument.1">
                  <p:embed/>
                  <p:pic>
                    <p:nvPicPr>
                      <p:cNvPr id="17" name="Objet 16" hidden="1">
                        <a:extLst>
                          <a:ext uri="{FF2B5EF4-FFF2-40B4-BE49-F238E27FC236}">
                            <a16:creationId xmlns:a16="http://schemas.microsoft.com/office/drawing/2014/main" id="{FBD27079-48C6-CB02-A232-308426EDF3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Graphic 26">
            <a:extLst>
              <a:ext uri="{FF2B5EF4-FFF2-40B4-BE49-F238E27FC236}">
                <a16:creationId xmlns:a16="http://schemas.microsoft.com/office/drawing/2014/main" id="{8CD01FE5-5158-1105-33C2-61FDFB0EE9D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7957" y="2385080"/>
            <a:ext cx="4357228" cy="1481181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AFC47A47-5D02-D40D-50B8-8F8AADFF00F7}"/>
              </a:ext>
            </a:extLst>
          </p:cNvPr>
          <p:cNvSpPr/>
          <p:nvPr/>
        </p:nvSpPr>
        <p:spPr>
          <a:xfrm>
            <a:off x="380999" y="6356350"/>
            <a:ext cx="1838325" cy="365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E65BC1D1-122B-5554-DB34-A1E8B0CD3AC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816424" y="3001630"/>
            <a:ext cx="3464313" cy="619119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28" name="Text Placeholder 18">
            <a:extLst>
              <a:ext uri="{FF2B5EF4-FFF2-40B4-BE49-F238E27FC236}">
                <a16:creationId xmlns:a16="http://schemas.microsoft.com/office/drawing/2014/main" id="{2E183326-D245-1406-CA99-58E2C3567CE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816424" y="3684766"/>
            <a:ext cx="3464313" cy="24203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DD8B5DCD-0FE5-F4AD-0455-D5B227CF482A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7385875" y="261954"/>
            <a:ext cx="2325411" cy="243362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504AF62D-622A-D8B8-3FE8-9BE1D7C55707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747576" y="4296725"/>
            <a:ext cx="2511000" cy="282210"/>
          </a:xfrm>
          <a:prstGeom prst="rect">
            <a:avLst/>
          </a:prstGeom>
          <a:ln>
            <a:noFill/>
          </a:ln>
        </p:spPr>
        <p:txBody>
          <a:bodyPr lIns="0" tIns="81000" bIns="54000" anchor="ctr"/>
          <a:lstStyle>
            <a:defPPr>
              <a:defRPr lang="fr-FR"/>
            </a:defPPr>
            <a:lvl1pPr algn="ctr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defRPr sz="1400" b="1">
                <a:solidFill>
                  <a:schemeClr val="tx2"/>
                </a:solidFill>
              </a:defRPr>
            </a:lvl1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fr-FR" sz="1200">
                <a:solidFill>
                  <a:schemeClr val="accent4"/>
                </a:solidFill>
                <a:latin typeface="+mn-lt"/>
              </a:rPr>
              <a:t>www.acipartners.fr</a:t>
            </a:r>
          </a:p>
        </p:txBody>
      </p:sp>
      <p:sp>
        <p:nvSpPr>
          <p:cNvPr id="14" name="Text Placeholder 16">
            <a:extLst>
              <a:ext uri="{FF2B5EF4-FFF2-40B4-BE49-F238E27FC236}">
                <a16:creationId xmlns:a16="http://schemas.microsoft.com/office/drawing/2014/main" id="{7D877059-911D-4C8C-1E64-B46C382ACAEF}"/>
              </a:ext>
            </a:extLst>
          </p:cNvPr>
          <p:cNvSpPr txBox="1">
            <a:spLocks/>
          </p:cNvSpPr>
          <p:nvPr/>
        </p:nvSpPr>
        <p:spPr>
          <a:xfrm>
            <a:off x="747575" y="3801517"/>
            <a:ext cx="3615769" cy="555626"/>
          </a:xfrm>
          <a:prstGeom prst="rect">
            <a:avLst/>
          </a:prstGeom>
          <a:ln>
            <a:noFill/>
          </a:ln>
        </p:spPr>
        <p:txBody>
          <a:bodyPr lIns="0" tIns="81000" bIns="54000" anchor="t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78940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5787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43681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915758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394698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873637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35257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83151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fr-FR" sz="1050">
                <a:solidFill>
                  <a:schemeClr val="accent4"/>
                </a:solidFill>
                <a:latin typeface="+mn-lt"/>
              </a:rPr>
              <a:t>153 Bd Haussmann 75008 Paris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RCS Paris 844 224 881 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>
                    <a:lumMod val="40000"/>
                    <a:lumOff val="6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 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APE 7022 Z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>
                    <a:lumMod val="40000"/>
                    <a:lumOff val="6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| 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SAS au capital de 100 000 €</a:t>
            </a:r>
          </a:p>
        </p:txBody>
      </p:sp>
    </p:spTree>
    <p:extLst>
      <p:ext uri="{BB962C8B-B14F-4D97-AF65-F5344CB8AC3E}">
        <p14:creationId xmlns:p14="http://schemas.microsoft.com/office/powerpoint/2010/main" val="2963661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e de couverture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414CA6A9-229C-B726-0D5C-A6028A87561D}"/>
              </a:ext>
            </a:extLst>
          </p:cNvPr>
          <p:cNvSpPr/>
          <p:nvPr/>
        </p:nvSpPr>
        <p:spPr>
          <a:xfrm>
            <a:off x="8547708" y="152400"/>
            <a:ext cx="3488401" cy="6553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latin typeface="Raleway" panose="020B0003030101060003" pitchFamily="34" charset="0"/>
                <a:cs typeface="Arial" panose="020B0604020202020204" pitchFamily="34" charset="0"/>
              </a:rPr>
              <a:t> </a:t>
            </a:r>
          </a:p>
        </p:txBody>
      </p:sp>
      <p:graphicFrame>
        <p:nvGraphicFramePr>
          <p:cNvPr id="17" name="Objet 16" hidden="1">
            <a:extLst>
              <a:ext uri="{FF2B5EF4-FFF2-40B4-BE49-F238E27FC236}">
                <a16:creationId xmlns:a16="http://schemas.microsoft.com/office/drawing/2014/main" id="{FBD27079-48C6-CB02-A232-308426EDF3A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108855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4" imgW="359" imgH="360" progId="TCLayout.ActiveDocument.1">
                  <p:embed/>
                </p:oleObj>
              </mc:Choice>
              <mc:Fallback>
                <p:oleObj name="Diapositive think-cell" r:id="rId4" imgW="359" imgH="360" progId="TCLayout.ActiveDocument.1">
                  <p:embed/>
                  <p:pic>
                    <p:nvPicPr>
                      <p:cNvPr id="17" name="Objet 16" hidden="1">
                        <a:extLst>
                          <a:ext uri="{FF2B5EF4-FFF2-40B4-BE49-F238E27FC236}">
                            <a16:creationId xmlns:a16="http://schemas.microsoft.com/office/drawing/2014/main" id="{FBD27079-48C6-CB02-A232-308426EDF3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Graphic 26">
            <a:extLst>
              <a:ext uri="{FF2B5EF4-FFF2-40B4-BE49-F238E27FC236}">
                <a16:creationId xmlns:a16="http://schemas.microsoft.com/office/drawing/2014/main" id="{8CD01FE5-5158-1105-33C2-61FDFB0EE9D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7957" y="2385080"/>
            <a:ext cx="4357228" cy="1481181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FB72EC17-0D72-371F-B7F7-6B24EF2DDF18}"/>
              </a:ext>
            </a:extLst>
          </p:cNvPr>
          <p:cNvSpPr/>
          <p:nvPr/>
        </p:nvSpPr>
        <p:spPr>
          <a:xfrm>
            <a:off x="5059650" y="152400"/>
            <a:ext cx="3488060" cy="6553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latin typeface="Raleway" panose="020B0003030101060003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FC47A47-5D02-D40D-50B8-8F8AADFF00F7}"/>
              </a:ext>
            </a:extLst>
          </p:cNvPr>
          <p:cNvSpPr/>
          <p:nvPr/>
        </p:nvSpPr>
        <p:spPr>
          <a:xfrm>
            <a:off x="380999" y="6356350"/>
            <a:ext cx="1838325" cy="365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E65BC1D1-122B-5554-DB34-A1E8B0CD3AC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164430" y="3001630"/>
            <a:ext cx="3273825" cy="619119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28" name="Text Placeholder 18">
            <a:extLst>
              <a:ext uri="{FF2B5EF4-FFF2-40B4-BE49-F238E27FC236}">
                <a16:creationId xmlns:a16="http://schemas.microsoft.com/office/drawing/2014/main" id="{2E183326-D245-1406-CA99-58E2C3567CE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64622" y="3684766"/>
            <a:ext cx="3273633" cy="24203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1E1B4779-6E96-2CA5-5365-456599D8CBFF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5652535" y="261954"/>
            <a:ext cx="2325411" cy="243362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C7704363-0CA5-9867-A073-FE0383F81B1E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9129203" y="261954"/>
            <a:ext cx="2325411" cy="243362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D83F5E8D-DC34-CB01-5C9C-813B260B8915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747576" y="4296725"/>
            <a:ext cx="2511000" cy="282210"/>
          </a:xfrm>
          <a:prstGeom prst="rect">
            <a:avLst/>
          </a:prstGeom>
          <a:ln>
            <a:noFill/>
          </a:ln>
        </p:spPr>
        <p:txBody>
          <a:bodyPr lIns="0" tIns="81000" bIns="54000" anchor="ctr"/>
          <a:lstStyle>
            <a:defPPr>
              <a:defRPr lang="fr-FR"/>
            </a:defPPr>
            <a:lvl1pPr algn="ctr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defRPr sz="1400" b="1">
                <a:solidFill>
                  <a:schemeClr val="tx2"/>
                </a:solidFill>
              </a:defRPr>
            </a:lvl1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fr-FR" sz="1200">
                <a:solidFill>
                  <a:schemeClr val="accent4"/>
                </a:solidFill>
                <a:latin typeface="+mn-lt"/>
              </a:rPr>
              <a:t>www.acipartners.fr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5C0554B0-77F5-A099-E6B3-4C58136521C5}"/>
              </a:ext>
            </a:extLst>
          </p:cNvPr>
          <p:cNvSpPr txBox="1">
            <a:spLocks/>
          </p:cNvSpPr>
          <p:nvPr/>
        </p:nvSpPr>
        <p:spPr>
          <a:xfrm>
            <a:off x="747575" y="3801517"/>
            <a:ext cx="3615769" cy="555626"/>
          </a:xfrm>
          <a:prstGeom prst="rect">
            <a:avLst/>
          </a:prstGeom>
          <a:ln>
            <a:noFill/>
          </a:ln>
        </p:spPr>
        <p:txBody>
          <a:bodyPr lIns="0" tIns="81000" bIns="54000" anchor="t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78940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5787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43681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915758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394698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873637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35257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83151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fr-FR" sz="1050">
                <a:solidFill>
                  <a:schemeClr val="accent4"/>
                </a:solidFill>
                <a:latin typeface="+mn-lt"/>
              </a:rPr>
              <a:t>153 Bd Haussmann 75008 Paris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RCS Paris 844 224 881 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>
                    <a:lumMod val="40000"/>
                    <a:lumOff val="6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 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APE 7022 Z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>
                    <a:lumMod val="40000"/>
                    <a:lumOff val="6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| 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SAS au capital de 100 000 €</a:t>
            </a:r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9E3DB172-92D7-C172-A50E-E0AD69B3B44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652488" y="3001630"/>
            <a:ext cx="3273825" cy="619119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88450C6-721F-B2DE-95DE-354A7DBC990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652680" y="3684766"/>
            <a:ext cx="3273633" cy="24203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805861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e de couverture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Objet 16" hidden="1">
            <a:extLst>
              <a:ext uri="{FF2B5EF4-FFF2-40B4-BE49-F238E27FC236}">
                <a16:creationId xmlns:a16="http://schemas.microsoft.com/office/drawing/2014/main" id="{FBD27079-48C6-CB02-A232-308426EDF3A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108855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4" imgW="359" imgH="360" progId="TCLayout.ActiveDocument.1">
                  <p:embed/>
                </p:oleObj>
              </mc:Choice>
              <mc:Fallback>
                <p:oleObj name="Diapositive think-cell" r:id="rId4" imgW="359" imgH="360" progId="TCLayout.ActiveDocument.1">
                  <p:embed/>
                  <p:pic>
                    <p:nvPicPr>
                      <p:cNvPr id="17" name="Objet 16" hidden="1">
                        <a:extLst>
                          <a:ext uri="{FF2B5EF4-FFF2-40B4-BE49-F238E27FC236}">
                            <a16:creationId xmlns:a16="http://schemas.microsoft.com/office/drawing/2014/main" id="{FBD27079-48C6-CB02-A232-308426EDF3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FAA9235A-9DEE-240D-62CA-3BB48AA0E804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747576" y="4296725"/>
            <a:ext cx="2511000" cy="282210"/>
          </a:xfrm>
          <a:prstGeom prst="rect">
            <a:avLst/>
          </a:prstGeom>
          <a:ln>
            <a:noFill/>
          </a:ln>
        </p:spPr>
        <p:txBody>
          <a:bodyPr lIns="0" tIns="81000" bIns="54000" anchor="ctr"/>
          <a:lstStyle>
            <a:defPPr>
              <a:defRPr lang="fr-FR"/>
            </a:defPPr>
            <a:lvl1pPr algn="ctr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defRPr sz="1400" b="1">
                <a:solidFill>
                  <a:schemeClr val="tx2"/>
                </a:solidFill>
              </a:defRPr>
            </a:lvl1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fr-FR" sz="1200">
                <a:solidFill>
                  <a:schemeClr val="accent4"/>
                </a:solidFill>
                <a:latin typeface="+mn-lt"/>
              </a:rPr>
              <a:t>www.acipartners.fr</a:t>
            </a:r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9FF93BCF-02C7-5B52-B82D-E8ED9FA8B91E}"/>
              </a:ext>
            </a:extLst>
          </p:cNvPr>
          <p:cNvSpPr txBox="1">
            <a:spLocks/>
          </p:cNvSpPr>
          <p:nvPr/>
        </p:nvSpPr>
        <p:spPr>
          <a:xfrm>
            <a:off x="747575" y="3801517"/>
            <a:ext cx="3615769" cy="555626"/>
          </a:xfrm>
          <a:prstGeom prst="rect">
            <a:avLst/>
          </a:prstGeom>
          <a:ln>
            <a:noFill/>
          </a:ln>
        </p:spPr>
        <p:txBody>
          <a:bodyPr lIns="0" tIns="81000" bIns="54000" anchor="t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78940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5787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43681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915758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394698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873637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35257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83151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fr-FR" sz="1050">
                <a:solidFill>
                  <a:schemeClr val="accent4"/>
                </a:solidFill>
                <a:latin typeface="+mn-lt"/>
              </a:rPr>
              <a:t>153 Bd Haussmann 75008 Paris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RCS Paris 844 224 881 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>
                    <a:lumMod val="40000"/>
                    <a:lumOff val="6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 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APE 7022 Z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>
                    <a:lumMod val="40000"/>
                    <a:lumOff val="6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| 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SAS au capital de 100 000 €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7BD2340-73DA-9C03-F51E-998F2842EFEC}"/>
              </a:ext>
            </a:extLst>
          </p:cNvPr>
          <p:cNvSpPr/>
          <p:nvPr/>
        </p:nvSpPr>
        <p:spPr>
          <a:xfrm>
            <a:off x="9711014" y="152399"/>
            <a:ext cx="2325411" cy="6553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latin typeface="+mj-lt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14CA6A9-229C-B726-0D5C-A6028A87561D}"/>
              </a:ext>
            </a:extLst>
          </p:cNvPr>
          <p:cNvSpPr/>
          <p:nvPr/>
        </p:nvSpPr>
        <p:spPr>
          <a:xfrm>
            <a:off x="7385603" y="152400"/>
            <a:ext cx="2325411" cy="6553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latin typeface="+mj-lt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B72EC17-0D72-371F-B7F7-6B24EF2DDF18}"/>
              </a:ext>
            </a:extLst>
          </p:cNvPr>
          <p:cNvSpPr/>
          <p:nvPr/>
        </p:nvSpPr>
        <p:spPr>
          <a:xfrm>
            <a:off x="5060192" y="152400"/>
            <a:ext cx="2325411" cy="6553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latin typeface="+mj-lt"/>
                <a:cs typeface="Arial" panose="020B0604020202020204" pitchFamily="34" charset="0"/>
              </a:rPr>
              <a:t> 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9919C13D-903B-D43A-1004-108D8D4CAE7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60829" y="3001630"/>
            <a:ext cx="2124136" cy="619119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C2AC75B3-5077-A8E7-F76B-E38A6BAA97D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61013" y="3684767"/>
            <a:ext cx="2123768" cy="237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307A97C8-3D95-3EBF-02A0-2FC800E6D24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486240" y="3001630"/>
            <a:ext cx="2124136" cy="619119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70FBE1A0-53D3-A6FE-FC6D-A8478AAC1B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486424" y="3684767"/>
            <a:ext cx="2123768" cy="237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BEC0B694-A32E-D8D4-5AEB-39330B9DBB2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811651" y="3001630"/>
            <a:ext cx="2124136" cy="619119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2A1B7DB9-8E34-E736-7AD2-27C2B584495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811835" y="3684767"/>
            <a:ext cx="2123768" cy="237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FC47A47-5D02-D40D-50B8-8F8AADFF00F7}"/>
              </a:ext>
            </a:extLst>
          </p:cNvPr>
          <p:cNvSpPr/>
          <p:nvPr/>
        </p:nvSpPr>
        <p:spPr>
          <a:xfrm>
            <a:off x="380999" y="6356350"/>
            <a:ext cx="1838325" cy="365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33707480-81A3-6CB5-CA74-7672CEA94145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9710471" y="261954"/>
            <a:ext cx="2325411" cy="243362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</a:t>
            </a:r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A1A5CE3D-0051-E316-AF39-06D78C0D6351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7385060" y="261954"/>
            <a:ext cx="2325411" cy="243362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</a:t>
            </a:r>
          </a:p>
        </p:txBody>
      </p:sp>
      <p:sp>
        <p:nvSpPr>
          <p:cNvPr id="31" name="Picture Placeholder 3">
            <a:extLst>
              <a:ext uri="{FF2B5EF4-FFF2-40B4-BE49-F238E27FC236}">
                <a16:creationId xmlns:a16="http://schemas.microsoft.com/office/drawing/2014/main" id="{0F88CFB0-191C-5F38-84E6-E8F622972A33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5059649" y="261954"/>
            <a:ext cx="2325411" cy="243362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</a:t>
            </a:r>
          </a:p>
        </p:txBody>
      </p:sp>
      <p:pic>
        <p:nvPicPr>
          <p:cNvPr id="20" name="Graphic 26">
            <a:extLst>
              <a:ext uri="{FF2B5EF4-FFF2-40B4-BE49-F238E27FC236}">
                <a16:creationId xmlns:a16="http://schemas.microsoft.com/office/drawing/2014/main" id="{05496D6C-CD74-616D-FDD2-01CD0DD4364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7957" y="2385080"/>
            <a:ext cx="4357228" cy="1481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4382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2.xml"/><Relationship Id="rId20" Type="http://schemas.openxmlformats.org/officeDocument/2006/relationships/image" Target="../media/image3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t 8" hidden="1">
            <a:extLst>
              <a:ext uri="{FF2B5EF4-FFF2-40B4-BE49-F238E27FC236}">
                <a16:creationId xmlns:a16="http://schemas.microsoft.com/office/drawing/2014/main" id="{B068B94B-670C-F133-CB86-3E259DD20AD6}"/>
              </a:ext>
            </a:extLst>
          </p:cNvPr>
          <p:cNvGraphicFramePr>
            <a:graphicFrameLocks noChangeAspect="1"/>
          </p:cNvGraphicFramePr>
          <p:nvPr>
            <p:custDataLst>
              <p:tags r:id="rId16"/>
            </p:custDataLst>
            <p:extLst>
              <p:ext uri="{D42A27DB-BD31-4B8C-83A1-F6EECF244321}">
                <p14:modId xmlns:p14="http://schemas.microsoft.com/office/powerpoint/2010/main" val="387353477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17" imgW="359" imgH="360" progId="TCLayout.ActiveDocument.1">
                  <p:embed/>
                </p:oleObj>
              </mc:Choice>
              <mc:Fallback>
                <p:oleObj name="Diapositive think-cell" r:id="rId17" imgW="359" imgH="360" progId="TCLayout.ActiveDocument.1">
                  <p:embed/>
                  <p:pic>
                    <p:nvPicPr>
                      <p:cNvPr id="9" name="Objet 8" hidden="1">
                        <a:extLst>
                          <a:ext uri="{FF2B5EF4-FFF2-40B4-BE49-F238E27FC236}">
                            <a16:creationId xmlns:a16="http://schemas.microsoft.com/office/drawing/2014/main" id="{B068B94B-670C-F133-CB86-3E259DD20AD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2AD48E1-B2D6-0FB1-1BBC-D92CA4BA4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7" y="485693"/>
            <a:ext cx="11430003" cy="36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fr-FR"/>
              <a:t>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0ECA95B-165B-9DA2-D8F5-BC9BCA12C9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997" y="1825625"/>
            <a:ext cx="11430003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DA6FC88-E0F2-E7D8-A6EE-622B5540EF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04549" y="6340475"/>
            <a:ext cx="73184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ctr" defTabSz="914400" rtl="0" eaLnBrk="1" latinLnBrk="0" hangingPunct="1">
              <a:defRPr kumimoji="0" lang="fr-FR" sz="900" b="0" i="0" u="none" strike="noStrike" kern="1200" cap="none" spc="0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165DD3F-8A0A-C37D-6F0C-0CD7DA21FA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9530" y="6340475"/>
            <a:ext cx="591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kumimoji="0" lang="fr-FR" sz="900" b="0" i="0" u="none" strike="noStrike" kern="1200" cap="none" spc="0" normalizeH="0" baseline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1pPr>
          </a:lstStyle>
          <a:p>
            <a:fld id="{BE9517EC-C298-4848-B090-11602D956FCE}" type="slidenum">
              <a:rPr lang="fr-FR" smtClean="0"/>
              <a:pPr/>
              <a:t>‹N°›</a:t>
            </a:fld>
            <a:endParaRPr lang="fr-FR"/>
          </a:p>
        </p:txBody>
      </p:sp>
      <p:pic>
        <p:nvPicPr>
          <p:cNvPr id="17" name="Graphic 12">
            <a:extLst>
              <a:ext uri="{FF2B5EF4-FFF2-40B4-BE49-F238E27FC236}">
                <a16:creationId xmlns:a16="http://schemas.microsoft.com/office/drawing/2014/main" id="{EAE1AD28-E865-978A-DD49-D21AF449B74E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9422950" y="6232787"/>
            <a:ext cx="1796580" cy="610723"/>
          </a:xfrm>
          <a:prstGeom prst="rect">
            <a:avLst/>
          </a:prstGeom>
        </p:spPr>
      </p:pic>
      <p:sp>
        <p:nvSpPr>
          <p:cNvPr id="18" name="TextBox 8">
            <a:extLst>
              <a:ext uri="{FF2B5EF4-FFF2-40B4-BE49-F238E27FC236}">
                <a16:creationId xmlns:a16="http://schemas.microsoft.com/office/drawing/2014/main" id="{565B99EF-19E1-E906-69E0-E7404B75E831}"/>
              </a:ext>
            </a:extLst>
          </p:cNvPr>
          <p:cNvSpPr txBox="1"/>
          <p:nvPr/>
        </p:nvSpPr>
        <p:spPr>
          <a:xfrm>
            <a:off x="380997" y="6407621"/>
            <a:ext cx="1723549" cy="2308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© ACI partners | Confidentiel </a:t>
            </a:r>
          </a:p>
        </p:txBody>
      </p:sp>
    </p:spTree>
    <p:extLst>
      <p:ext uri="{BB962C8B-B14F-4D97-AF65-F5344CB8AC3E}">
        <p14:creationId xmlns:p14="http://schemas.microsoft.com/office/powerpoint/2010/main" val="3041499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52" r:id="rId2"/>
    <p:sldLayoutId id="2147483659" r:id="rId3"/>
    <p:sldLayoutId id="2147483653" r:id="rId4"/>
    <p:sldLayoutId id="2147483655" r:id="rId5"/>
    <p:sldLayoutId id="2147483649" r:id="rId6"/>
    <p:sldLayoutId id="2147483650" r:id="rId7"/>
    <p:sldLayoutId id="2147483663" r:id="rId8"/>
    <p:sldLayoutId id="2147483662" r:id="rId9"/>
    <p:sldLayoutId id="2147483657" r:id="rId10"/>
    <p:sldLayoutId id="2147483651" r:id="rId11"/>
    <p:sldLayoutId id="2147483661" r:id="rId12"/>
    <p:sldLayoutId id="2147483660" r:id="rId13"/>
    <p:sldLayoutId id="2147483656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fr-FR" sz="2000" kern="1200" dirty="0" smtClean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98">
          <p15:clr>
            <a:srgbClr val="F26B43"/>
          </p15:clr>
        </p15:guide>
        <p15:guide id="2" pos="7582">
          <p15:clr>
            <a:srgbClr val="F26B43"/>
          </p15:clr>
        </p15:guide>
        <p15:guide id="3" orient="horz" pos="96">
          <p15:clr>
            <a:srgbClr val="F26B43"/>
          </p15:clr>
        </p15:guide>
        <p15:guide id="4" orient="horz" pos="4224">
          <p15:clr>
            <a:srgbClr val="F26B43"/>
          </p15:clr>
        </p15:guide>
        <p15:guide id="5" pos="234">
          <p15:clr>
            <a:srgbClr val="F26B43"/>
          </p15:clr>
        </p15:guide>
        <p15:guide id="6" pos="744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20.xml"/><Relationship Id="rId6" Type="http://schemas.openxmlformats.org/officeDocument/2006/relationships/image" Target="../media/image11.jpeg"/><Relationship Id="rId5" Type="http://schemas.openxmlformats.org/officeDocument/2006/relationships/image" Target="../media/image10.emf"/><Relationship Id="rId4" Type="http://schemas.openxmlformats.org/officeDocument/2006/relationships/oleObject" Target="../embeddings/oleObject16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21.xml"/><Relationship Id="rId5" Type="http://schemas.openxmlformats.org/officeDocument/2006/relationships/image" Target="../media/image12.jpeg"/><Relationship Id="rId4" Type="http://schemas.openxmlformats.org/officeDocument/2006/relationships/image" Target="../media/image10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t 8" hidden="1">
            <a:extLst>
              <a:ext uri="{FF2B5EF4-FFF2-40B4-BE49-F238E27FC236}">
                <a16:creationId xmlns:a16="http://schemas.microsoft.com/office/drawing/2014/main" id="{C1B57085-525A-449E-9F55-6012045ECB6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4" imgW="360" imgH="360" progId="TCLayout.ActiveDocument.1">
                  <p:embed/>
                </p:oleObj>
              </mc:Choice>
              <mc:Fallback>
                <p:oleObj name="Diapositive think-cell" r:id="rId4" imgW="360" imgH="360" progId="TCLayout.ActiveDocument.1">
                  <p:embed/>
                  <p:pic>
                    <p:nvPicPr>
                      <p:cNvPr id="9" name="Objet 8" hidden="1">
                        <a:extLst>
                          <a:ext uri="{FF2B5EF4-FFF2-40B4-BE49-F238E27FC236}">
                            <a16:creationId xmlns:a16="http://schemas.microsoft.com/office/drawing/2014/main" id="{C1B57085-525A-449E-9F55-6012045ECB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re 5">
            <a:extLst>
              <a:ext uri="{FF2B5EF4-FFF2-40B4-BE49-F238E27FC236}">
                <a16:creationId xmlns:a16="http://schemas.microsoft.com/office/drawing/2014/main" id="{F21193ED-9FA6-442C-920C-43D20CE0B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fr-FR"/>
              <a:t>Extrait de nos références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DD846D0-1F89-461F-8085-A8D4069C1E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1</a:t>
            </a:fld>
            <a:endParaRPr lang="fr-FR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621217D1-69BC-42D3-90C4-64A18B4AB8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/>
              <a:t>Quelques exemples de missions réalisées ou en cours par nos consultants</a:t>
            </a:r>
          </a:p>
        </p:txBody>
      </p:sp>
      <p:graphicFrame>
        <p:nvGraphicFramePr>
          <p:cNvPr id="12" name="Tableau 8">
            <a:extLst>
              <a:ext uri="{FF2B5EF4-FFF2-40B4-BE49-F238E27FC236}">
                <a16:creationId xmlns:a16="http://schemas.microsoft.com/office/drawing/2014/main" id="{522A63A6-A142-41B5-93A1-EBB1D8DC7CF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99223904"/>
              </p:ext>
            </p:extLst>
          </p:nvPr>
        </p:nvGraphicFramePr>
        <p:xfrm>
          <a:off x="361541" y="1808163"/>
          <a:ext cx="11430002" cy="38714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85530">
                  <a:extLst>
                    <a:ext uri="{9D8B030D-6E8A-4147-A177-3AD203B41FA5}">
                      <a16:colId xmlns:a16="http://schemas.microsoft.com/office/drawing/2014/main" val="2333855390"/>
                    </a:ext>
                  </a:extLst>
                </a:gridCol>
                <a:gridCol w="3598671">
                  <a:extLst>
                    <a:ext uri="{9D8B030D-6E8A-4147-A177-3AD203B41FA5}">
                      <a16:colId xmlns:a16="http://schemas.microsoft.com/office/drawing/2014/main" val="3211500849"/>
                    </a:ext>
                  </a:extLst>
                </a:gridCol>
                <a:gridCol w="6145801">
                  <a:extLst>
                    <a:ext uri="{9D8B030D-6E8A-4147-A177-3AD203B41FA5}">
                      <a16:colId xmlns:a16="http://schemas.microsoft.com/office/drawing/2014/main" val="3443410771"/>
                    </a:ext>
                  </a:extLst>
                </a:gridCol>
              </a:tblGrid>
              <a:tr h="316830">
                <a:tc>
                  <a:txBody>
                    <a:bodyPr/>
                    <a:lstStyle/>
                    <a:p>
                      <a:r>
                        <a:rPr lang="fr-FR" sz="1400" b="1" noProof="0"/>
                        <a:t>Clients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1" noProof="0"/>
                        <a:t>Contexte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1" noProof="0"/>
                        <a:t>Réalisations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5442695"/>
                  </a:ext>
                </a:extLst>
              </a:tr>
              <a:tr h="812413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b="1" i="1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BPCE</a:t>
                      </a: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61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F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Volonté d’acquisition d’un outil FO-MO de financement structuré pour fiabiliser la production (diminution des risques opérationnels), faciliter les </a:t>
                      </a:r>
                      <a:r>
                        <a:rPr lang="fr-FR" sz="11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reporting</a:t>
                      </a:r>
                      <a:r>
                        <a:rPr lang="fr-F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internes et externes (dont </a:t>
                      </a:r>
                      <a:r>
                        <a:rPr lang="fr-FR" sz="11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reporting</a:t>
                      </a:r>
                      <a:r>
                        <a:rPr lang="fr-F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réglementaires), et optimiser le suivi MO (gain PNB)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indent="-176213" algn="l" defTabSz="914400" rtl="0" eaLnBrk="1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Finalisation du cahier des charges &amp; début de conception détaillé des besoins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Simulation du coût et ROI des solutions éditeurs selon plusieurs scénarii et support de BPCE Achat dans la négociation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Réalisation du dossier de choix et complétion itérative avec les éléments clés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8204035"/>
                  </a:ext>
                </a:extLst>
              </a:tr>
              <a:tr h="902943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900" b="1" i="1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61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fr-FR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indent="-176213" algn="l" defTabSz="914400" rtl="0" eaLnBrk="1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</a:pPr>
                      <a:endParaRPr lang="fr-FR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453563"/>
                  </a:ext>
                </a:extLst>
              </a:tr>
              <a:tr h="902943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900" b="1" i="1" kern="1200" noProof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61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fr-FR" sz="1100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indent="-176213" algn="l" defTabSz="914400" rtl="0" eaLnBrk="1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</a:pPr>
                      <a:endParaRPr lang="fr-FR" sz="11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3091106"/>
                  </a:ext>
                </a:extLst>
              </a:tr>
              <a:tr h="902943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900" b="1" i="1" kern="1200" noProof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61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fr-FR" sz="1100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indent="-176213" algn="l" defTabSz="914400" rtl="0" eaLnBrk="1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</a:pPr>
                      <a:endParaRPr lang="fr-FR" sz="11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6906517"/>
                  </a:ext>
                </a:extLst>
              </a:tr>
            </a:tbl>
          </a:graphicData>
        </a:graphic>
      </p:graphicFrame>
      <p:pic>
        <p:nvPicPr>
          <p:cNvPr id="3" name="Image 2" descr="Une image contenant dessin&#10;&#10;Description générée automatiquement">
            <a:extLst>
              <a:ext uri="{FF2B5EF4-FFF2-40B4-BE49-F238E27FC236}">
                <a16:creationId xmlns:a16="http://schemas.microsoft.com/office/drawing/2014/main" id="{E3B115B0-13B0-9106-D765-F189196E3D4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019" y="2290988"/>
            <a:ext cx="1066800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626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t 8" hidden="1">
            <a:extLst>
              <a:ext uri="{FF2B5EF4-FFF2-40B4-BE49-F238E27FC236}">
                <a16:creationId xmlns:a16="http://schemas.microsoft.com/office/drawing/2014/main" id="{C1B57085-525A-449E-9F55-6012045ECB6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60" imgH="360" progId="TCLayout.ActiveDocument.1">
                  <p:embed/>
                </p:oleObj>
              </mc:Choice>
              <mc:Fallback>
                <p:oleObj name="Diapositive think-cell" r:id="rId3" imgW="360" imgH="360" progId="TCLayout.ActiveDocument.1">
                  <p:embed/>
                  <p:pic>
                    <p:nvPicPr>
                      <p:cNvPr id="9" name="Objet 8" hidden="1">
                        <a:extLst>
                          <a:ext uri="{FF2B5EF4-FFF2-40B4-BE49-F238E27FC236}">
                            <a16:creationId xmlns:a16="http://schemas.microsoft.com/office/drawing/2014/main" id="{C1B57085-525A-449E-9F55-6012045ECB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re 5">
            <a:extLst>
              <a:ext uri="{FF2B5EF4-FFF2-40B4-BE49-F238E27FC236}">
                <a16:creationId xmlns:a16="http://schemas.microsoft.com/office/drawing/2014/main" id="{F21193ED-9FA6-442C-920C-43D20CE0B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fr-FR"/>
              <a:t>Extrait de nos références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DD846D0-1F89-461F-8085-A8D4069C1E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2</a:t>
            </a:fld>
            <a:endParaRPr lang="fr-FR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621217D1-69BC-42D3-90C4-64A18B4AB8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dirty="0"/>
              <a:t>Quelques exemples de missions réalisées ou en cours par nos consultants</a:t>
            </a:r>
          </a:p>
        </p:txBody>
      </p:sp>
      <p:graphicFrame>
        <p:nvGraphicFramePr>
          <p:cNvPr id="12" name="Tableau 8">
            <a:extLst>
              <a:ext uri="{FF2B5EF4-FFF2-40B4-BE49-F238E27FC236}">
                <a16:creationId xmlns:a16="http://schemas.microsoft.com/office/drawing/2014/main" id="{522A63A6-A142-41B5-93A1-EBB1D8DC7CF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28831179"/>
              </p:ext>
            </p:extLst>
          </p:nvPr>
        </p:nvGraphicFramePr>
        <p:xfrm>
          <a:off x="361541" y="1808163"/>
          <a:ext cx="11430002" cy="400178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85530">
                  <a:extLst>
                    <a:ext uri="{9D8B030D-6E8A-4147-A177-3AD203B41FA5}">
                      <a16:colId xmlns:a16="http://schemas.microsoft.com/office/drawing/2014/main" val="2333855390"/>
                    </a:ext>
                  </a:extLst>
                </a:gridCol>
                <a:gridCol w="3598671">
                  <a:extLst>
                    <a:ext uri="{9D8B030D-6E8A-4147-A177-3AD203B41FA5}">
                      <a16:colId xmlns:a16="http://schemas.microsoft.com/office/drawing/2014/main" val="3211500849"/>
                    </a:ext>
                  </a:extLst>
                </a:gridCol>
                <a:gridCol w="6145801">
                  <a:extLst>
                    <a:ext uri="{9D8B030D-6E8A-4147-A177-3AD203B41FA5}">
                      <a16:colId xmlns:a16="http://schemas.microsoft.com/office/drawing/2014/main" val="3443410771"/>
                    </a:ext>
                  </a:extLst>
                </a:gridCol>
              </a:tblGrid>
              <a:tr h="316830">
                <a:tc>
                  <a:txBody>
                    <a:bodyPr/>
                    <a:lstStyle/>
                    <a:p>
                      <a:r>
                        <a:rPr lang="fr-FR" sz="1400" b="1" noProof="0"/>
                        <a:t>Clients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1" noProof="0"/>
                        <a:t>Contexte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1" noProof="0"/>
                        <a:t>Réalisations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5442695"/>
                  </a:ext>
                </a:extLst>
              </a:tr>
              <a:tr h="967342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900" b="1" i="1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100" kern="1200" noProof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endParaRPr lang="fr-FR" sz="11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8204035"/>
                  </a:ext>
                </a:extLst>
              </a:tr>
              <a:tr h="902943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b="1" i="1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CNP Assurances</a:t>
                      </a: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57240" rtl="0" eaLnBrk="1" fontAlgn="auto" latinLnBrk="0" hangingPunct="1">
                        <a:lnSpc>
                          <a:spcPct val="90000"/>
                        </a:lnSpc>
                        <a:spcBef>
                          <a:spcPts val="61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FR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lt"/>
                          <a:cs typeface="Arial" panose="020B0604020202020204" pitchFamily="34" charset="0"/>
                        </a:rPr>
                        <a:t>Rédaction de la politique de risques d’investissement Projets et Infrastructure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Analyse du besoin et de l’existant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Rédaction de la politique de risque Financement de projet et Infrastructure</a:t>
                      </a:r>
                    </a:p>
                    <a:p>
                      <a:pPr marL="633413" marR="0" lvl="1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Définition du périmètre</a:t>
                      </a:r>
                    </a:p>
                    <a:p>
                      <a:pPr marL="633413" marR="0" lvl="1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Gouvernance et processus de décision</a:t>
                      </a:r>
                    </a:p>
                    <a:p>
                      <a:pPr marL="633413" marR="0" lvl="1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Définition des guidelines d’octroie selon le secteur et après définition des typologies de risques</a:t>
                      </a:r>
                    </a:p>
                    <a:p>
                      <a:pPr marL="633413" marR="0" lvl="1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Principe de revue de portefeuille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Partage de la politique de risque avec les métiers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453563"/>
                  </a:ext>
                </a:extLst>
              </a:tr>
              <a:tr h="1114367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900" b="1" i="1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57240" rtl="0" eaLnBrk="1" fontAlgn="auto" latinLnBrk="0" hangingPunct="1">
                        <a:lnSpc>
                          <a:spcPct val="90000"/>
                        </a:lnSpc>
                        <a:spcBef>
                          <a:spcPts val="610"/>
                        </a:spcBef>
                        <a:spcAft>
                          <a:spcPts val="60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fr-FR" sz="11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endParaRPr lang="fr-FR" sz="11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3091106"/>
                  </a:ext>
                </a:extLst>
              </a:tr>
            </a:tbl>
          </a:graphicData>
        </a:graphic>
      </p:graphicFrame>
      <p:pic>
        <p:nvPicPr>
          <p:cNvPr id="14" name="Picture 4" descr="Insurtech : CNP Assurances achète Azimut et iSalud - News Assurances Pro">
            <a:extLst>
              <a:ext uri="{FF2B5EF4-FFF2-40B4-BE49-F238E27FC236}">
                <a16:creationId xmlns:a16="http://schemas.microsoft.com/office/drawing/2014/main" id="{3E00E60D-2E0F-C9B2-13CC-80F011C8B569}"/>
              </a:ext>
            </a:extLst>
          </p:cNvPr>
          <p:cNvPicPr>
            <a:picLocks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43" t="13468" r="22243" b="13468"/>
          <a:stretch/>
        </p:blipFill>
        <p:spPr bwMode="auto">
          <a:xfrm>
            <a:off x="714893" y="3454264"/>
            <a:ext cx="950716" cy="685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713346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2023 03_ACI partners">
  <a:themeElements>
    <a:clrScheme name="Personnalisé 5">
      <a:dk1>
        <a:srgbClr val="000000"/>
      </a:dk1>
      <a:lt1>
        <a:srgbClr val="FFFFFF"/>
      </a:lt1>
      <a:dk2>
        <a:srgbClr val="313F4F"/>
      </a:dk2>
      <a:lt2>
        <a:srgbClr val="F2F2F2"/>
      </a:lt2>
      <a:accent1>
        <a:srgbClr val="313F4F"/>
      </a:accent1>
      <a:accent2>
        <a:srgbClr val="425468"/>
      </a:accent2>
      <a:accent3>
        <a:srgbClr val="8295AE"/>
      </a:accent3>
      <a:accent4>
        <a:srgbClr val="678BA9"/>
      </a:accent4>
      <a:accent5>
        <a:srgbClr val="FA803D"/>
      </a:accent5>
      <a:accent6>
        <a:srgbClr val="FAEB37"/>
      </a:accent6>
      <a:hlink>
        <a:srgbClr val="8297B0"/>
      </a:hlink>
      <a:folHlink>
        <a:srgbClr val="678BA8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>
          <a:noFill/>
        </a:ln>
      </a:spPr>
      <a:bodyPr rtlCol="0" anchor="ctr"/>
      <a:lstStyle>
        <a:defPPr algn="ctr">
          <a:defRPr sz="14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2023 03_ACI partners" id="{C2E85A24-EC8A-44BD-934F-B55D994E1818}" vid="{048C62D8-7484-4431-9444-855DECC00AE4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662136d-f4c7-4ecd-aecf-392677ef4b39">
      <Terms xmlns="http://schemas.microsoft.com/office/infopath/2007/PartnerControls"/>
    </lcf76f155ced4ddcb4097134ff3c332f>
    <TaxCatchAll xmlns="5438b2ed-c33a-4943-80d4-1eb1a51ca64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EA5923CF42828478025696259AFA44C" ma:contentTypeVersion="13" ma:contentTypeDescription="Crée un document." ma:contentTypeScope="" ma:versionID="5e993e22e778ef09ecfb16d3fefdfc9f">
  <xsd:schema xmlns:xsd="http://www.w3.org/2001/XMLSchema" xmlns:xs="http://www.w3.org/2001/XMLSchema" xmlns:p="http://schemas.microsoft.com/office/2006/metadata/properties" xmlns:ns2="b662136d-f4c7-4ecd-aecf-392677ef4b39" xmlns:ns3="5438b2ed-c33a-4943-80d4-1eb1a51ca64d" targetNamespace="http://schemas.microsoft.com/office/2006/metadata/properties" ma:root="true" ma:fieldsID="c5619f54d5f07886a6273fdc4fba94ca" ns2:_="" ns3:_="">
    <xsd:import namespace="b662136d-f4c7-4ecd-aecf-392677ef4b39"/>
    <xsd:import namespace="5438b2ed-c33a-4943-80d4-1eb1a51ca64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662136d-f4c7-4ecd-aecf-392677ef4b3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Balises d’images" ma:readOnly="false" ma:fieldId="{5cf76f15-5ced-4ddc-b409-7134ff3c332f}" ma:taxonomyMulti="true" ma:sspId="9c4cb228-3045-4ce0-a5ba-35060aea63d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38b2ed-c33a-4943-80d4-1eb1a51ca64d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c9b42586-e577-452a-859a-b23ae595a161}" ma:internalName="TaxCatchAll" ma:showField="CatchAllData" ma:web="5438b2ed-c33a-4943-80d4-1eb1a51ca64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4B2C9DB-0A57-4B63-9B2F-1F2577DE39DB}">
  <ds:schemaRefs>
    <ds:schemaRef ds:uri="4f6f44f4-5674-4c2b-bc40-55542a1e461f"/>
    <ds:schemaRef ds:uri="93f4ea96-aa74-42f7-9ee2-d0081040e0e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1783928A-16BB-46DD-99FA-B3F8B6A54A9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D918A0A-F225-4035-BE34-304607A430A3}"/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0</TotalTime>
  <Words>186</Words>
  <Application>Microsoft Office PowerPoint</Application>
  <PresentationFormat>Grand écran</PresentationFormat>
  <Paragraphs>27</Paragraphs>
  <Slides>2</Slides>
  <Notes>1</Notes>
  <HiddenSlides>0</HiddenSlides>
  <MMClips>0</MMClips>
  <ScaleCrop>false</ScaleCrop>
  <HeadingPairs>
    <vt:vector size="8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7" baseType="lpstr">
      <vt:lpstr>Arial</vt:lpstr>
      <vt:lpstr>Calibri</vt:lpstr>
      <vt:lpstr>Raleway</vt:lpstr>
      <vt:lpstr>2023 03_ACI partners</vt:lpstr>
      <vt:lpstr>Diapositive think-cell</vt:lpstr>
      <vt:lpstr>Extrait de nos références</vt:lpstr>
      <vt:lpstr>Extrait de nos références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Accelerate Collective Intelligence</dc:title>
  <dc:creator>Adrien Pina</dc:creator>
  <cp:lastModifiedBy>Héni BEN MRAD</cp:lastModifiedBy>
  <cp:revision>21</cp:revision>
  <dcterms:created xsi:type="dcterms:W3CDTF">2023-09-06T09:59:04Z</dcterms:created>
  <dcterms:modified xsi:type="dcterms:W3CDTF">2024-05-28T15:33:11Z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0x010100AEA5923CF42828478025696259AFA44C</vt:lpwstr>
  </property>
  <property fmtid="{D5CDD505-2E9C-101B-9397-08002B2CF9AE}" pid="4" name="Order">
    <vt:r8>1598100</vt:r8>
  </property>
  <property fmtid="{D5CDD505-2E9C-101B-9397-08002B2CF9AE}" pid="5" name="xd_Signature">
    <vt:bool>false</vt:bool>
  </property>
  <property fmtid="{D5CDD505-2E9C-101B-9397-08002B2CF9AE}" pid="6" name="SharedWithUsers">
    <vt:lpwstr>1456;#Diana-Alexandra Stan;#1333;#Laurent Wlodarczyk;#16;#Vincent Falgéras;#1359;#Catalin Irimia;#53;#Moïse Gueye;#12;#Adrien Pina;#32;#Damien Maniere</vt:lpwstr>
  </property>
  <property fmtid="{D5CDD505-2E9C-101B-9397-08002B2CF9AE}" pid="7" name="xd_ProgID">
    <vt:lpwstr/>
  </property>
  <property fmtid="{D5CDD505-2E9C-101B-9397-08002B2CF9AE}" pid="8" name="_SourceUrl">
    <vt:lpwstr/>
  </property>
  <property fmtid="{D5CDD505-2E9C-101B-9397-08002B2CF9AE}" pid="9" name="_SharedFileIndex">
    <vt:lpwstr/>
  </property>
  <property fmtid="{D5CDD505-2E9C-101B-9397-08002B2CF9AE}" pid="10" name="ComplianceAssetId">
    <vt:lpwstr/>
  </property>
  <property fmtid="{D5CDD505-2E9C-101B-9397-08002B2CF9AE}" pid="11" name="TemplateUrl">
    <vt:lpwstr/>
  </property>
  <property fmtid="{D5CDD505-2E9C-101B-9397-08002B2CF9AE}" pid="12" name="_ExtendedDescription">
    <vt:lpwstr/>
  </property>
  <property fmtid="{D5CDD505-2E9C-101B-9397-08002B2CF9AE}" pid="13" name="TriggerFlowInfo">
    <vt:lpwstr/>
  </property>
</Properties>
</file>